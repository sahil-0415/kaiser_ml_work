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3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4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theme/theme5.xml" ContentType="application/vnd.openxmlformats-officedocument.theme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8" r:id="rId5"/>
    <p:sldMasterId id="2147483692" r:id="rId6"/>
    <p:sldMasterId id="2147483709" r:id="rId7"/>
    <p:sldMasterId id="2147483726" r:id="rId8"/>
    <p:sldMasterId id="2147483752" r:id="rId9"/>
  </p:sldMasterIdLst>
  <p:notesMasterIdLst>
    <p:notesMasterId r:id="rId55"/>
  </p:notesMasterIdLst>
  <p:sldIdLst>
    <p:sldId id="268" r:id="rId10"/>
    <p:sldId id="2449" r:id="rId11"/>
    <p:sldId id="2397" r:id="rId12"/>
    <p:sldId id="2398" r:id="rId13"/>
    <p:sldId id="2451" r:id="rId14"/>
    <p:sldId id="2399" r:id="rId15"/>
    <p:sldId id="2400" r:id="rId16"/>
    <p:sldId id="2401" r:id="rId17"/>
    <p:sldId id="2402" r:id="rId18"/>
    <p:sldId id="2452" r:id="rId19"/>
    <p:sldId id="2453" r:id="rId20"/>
    <p:sldId id="2454" r:id="rId21"/>
    <p:sldId id="2455" r:id="rId22"/>
    <p:sldId id="2456" r:id="rId23"/>
    <p:sldId id="2457" r:id="rId24"/>
    <p:sldId id="2458" r:id="rId25"/>
    <p:sldId id="2459" r:id="rId26"/>
    <p:sldId id="2460" r:id="rId27"/>
    <p:sldId id="2461" r:id="rId28"/>
    <p:sldId id="2462" r:id="rId29"/>
    <p:sldId id="2463" r:id="rId30"/>
    <p:sldId id="2464" r:id="rId31"/>
    <p:sldId id="2465" r:id="rId32"/>
    <p:sldId id="2466" r:id="rId33"/>
    <p:sldId id="2467" r:id="rId34"/>
    <p:sldId id="2468" r:id="rId35"/>
    <p:sldId id="2469" r:id="rId36"/>
    <p:sldId id="2470" r:id="rId37"/>
    <p:sldId id="2471" r:id="rId38"/>
    <p:sldId id="2472" r:id="rId39"/>
    <p:sldId id="2473" r:id="rId40"/>
    <p:sldId id="2474" r:id="rId41"/>
    <p:sldId id="2475" r:id="rId42"/>
    <p:sldId id="2476" r:id="rId43"/>
    <p:sldId id="2477" r:id="rId44"/>
    <p:sldId id="2478" r:id="rId45"/>
    <p:sldId id="2250" r:id="rId46"/>
    <p:sldId id="2251" r:id="rId47"/>
    <p:sldId id="2479" r:id="rId48"/>
    <p:sldId id="2252" r:id="rId49"/>
    <p:sldId id="2480" r:id="rId50"/>
    <p:sldId id="2481" r:id="rId51"/>
    <p:sldId id="2482" r:id="rId52"/>
    <p:sldId id="2277" r:id="rId53"/>
    <p:sldId id="2240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76" userDrawn="1">
          <p15:clr>
            <a:srgbClr val="A4A3A4"/>
          </p15:clr>
        </p15:guide>
        <p15:guide id="4" pos="3816" userDrawn="1">
          <p15:clr>
            <a:srgbClr val="A4A3A4"/>
          </p15:clr>
        </p15:guide>
        <p15:guide id="5" pos="432" userDrawn="1">
          <p15:clr>
            <a:srgbClr val="A4A3A4"/>
          </p15:clr>
        </p15:guide>
        <p15:guide id="6" orient="horz" pos="1230" userDrawn="1">
          <p15:clr>
            <a:srgbClr val="A4A3A4"/>
          </p15:clr>
        </p15:guide>
        <p15:guide id="8" pos="7248" userDrawn="1">
          <p15:clr>
            <a:srgbClr val="A4A3A4"/>
          </p15:clr>
        </p15:guide>
        <p15:guide id="11" orient="horz" pos="4008" userDrawn="1">
          <p15:clr>
            <a:srgbClr val="A4A3A4"/>
          </p15:clr>
        </p15:guide>
        <p15:guide id="12" pos="4407" userDrawn="1">
          <p15:clr>
            <a:srgbClr val="A4A3A4"/>
          </p15:clr>
        </p15:guide>
        <p15:guide id="13" pos="529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71C6F1F-F20C-D5E3-759C-B6B83045F749}" name="Rupabrata Das" initials="RD" userId="S::rupabrata.das@emeritus.org::fbfc18ea-b8c9-473e-b6e4-e6b4202956c8" providerId="AD"/>
  <p188:author id="{14E5923B-3DCA-28F2-A7FF-905626269AAC}" name="Greeshma cu" initials="Gc" userId="S::greeshma.c@maieuticedutech.com::67911770-9481-4909-8e83-4542608bc346" providerId="AD"/>
  <p188:author id="{B3444B9A-3621-7BA9-D261-289B5AB0F30B}" name="Shabnam Aherikar" initials="SA" userId="S::shabnam.aherikar@emeritus.org::a5bc9087-43e4-4018-b17d-8e4e28a94e14" providerId="AD"/>
  <p188:author id="{0D8517D4-7BC9-9268-86BF-5EE6658B1C63}" name="Deepa easwaran" initials="De" userId="S::deepa.easwaran@maieuticedutech.com::5a50ed76-49f3-4a92-964b-0520b53879dd" providerId="AD"/>
  <p188:author id="{A11A9AEB-0402-962B-ED63-DB3DB45C7A27}" name="Binnu Sunil" initials="BS" userId="6ab12f962a40fb62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648A"/>
    <a:srgbClr val="2E9CCA"/>
    <a:srgbClr val="1E293B"/>
    <a:srgbClr val="25274D"/>
    <a:srgbClr val="000000"/>
    <a:srgbClr val="464866"/>
    <a:srgbClr val="AAABB8"/>
    <a:srgbClr val="E8E7E6"/>
    <a:srgbClr val="A0AEC0"/>
    <a:srgbClr val="B8B9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FCACEF-F238-116F-D988-6FDE6253536A}" v="1" dt="2026-01-29T06:32:25.8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132" autoAdjust="0"/>
    <p:restoredTop sz="87938" autoAdjust="0"/>
  </p:normalViewPr>
  <p:slideViewPr>
    <p:cSldViewPr snapToGrid="0" showGuides="1">
      <p:cViewPr varScale="1">
        <p:scale>
          <a:sx n="82" d="100"/>
          <a:sy n="82" d="100"/>
        </p:scale>
        <p:origin x="619" y="48"/>
      </p:cViewPr>
      <p:guideLst>
        <p:guide orient="horz" pos="2976"/>
        <p:guide pos="3816"/>
        <p:guide pos="432"/>
        <p:guide orient="horz" pos="1230"/>
        <p:guide pos="7248"/>
        <p:guide orient="horz" pos="4008"/>
        <p:guide pos="4407"/>
        <p:guide pos="52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9" Type="http://schemas.openxmlformats.org/officeDocument/2006/relationships/slide" Target="slides/slide30.xml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42" Type="http://schemas.openxmlformats.org/officeDocument/2006/relationships/slide" Target="slides/slide33.xml"/><Relationship Id="rId47" Type="http://schemas.openxmlformats.org/officeDocument/2006/relationships/slide" Target="slides/slide38.xml"/><Relationship Id="rId50" Type="http://schemas.openxmlformats.org/officeDocument/2006/relationships/slide" Target="slides/slide41.xml"/><Relationship Id="rId55" Type="http://schemas.openxmlformats.org/officeDocument/2006/relationships/notesMaster" Target="notesMasters/notesMaster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9" Type="http://schemas.openxmlformats.org/officeDocument/2006/relationships/slide" Target="slides/slide20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slide" Target="slides/slide31.xml"/><Relationship Id="rId45" Type="http://schemas.openxmlformats.org/officeDocument/2006/relationships/slide" Target="slides/slide36.xml"/><Relationship Id="rId53" Type="http://schemas.openxmlformats.org/officeDocument/2006/relationships/slide" Target="slides/slide44.xml"/><Relationship Id="rId58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61" Type="http://schemas.microsoft.com/office/2018/10/relationships/authors" Target="authors.xml"/><Relationship Id="rId19" Type="http://schemas.openxmlformats.org/officeDocument/2006/relationships/slide" Target="slides/slide10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slide" Target="slides/slide34.xml"/><Relationship Id="rId48" Type="http://schemas.openxmlformats.org/officeDocument/2006/relationships/slide" Target="slides/slide39.xml"/><Relationship Id="rId56" Type="http://schemas.openxmlformats.org/officeDocument/2006/relationships/presProps" Target="presProps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2.xml"/><Relationship Id="rId3" Type="http://schemas.openxmlformats.org/officeDocument/2006/relationships/customXml" Target="../customXml/item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slide" Target="slides/slide37.xml"/><Relationship Id="rId59" Type="http://schemas.openxmlformats.org/officeDocument/2006/relationships/tableStyles" Target="tableStyles.xml"/><Relationship Id="rId20" Type="http://schemas.openxmlformats.org/officeDocument/2006/relationships/slide" Target="slides/slide11.xml"/><Relationship Id="rId41" Type="http://schemas.openxmlformats.org/officeDocument/2006/relationships/slide" Target="slides/slide32.xml"/><Relationship Id="rId54" Type="http://schemas.openxmlformats.org/officeDocument/2006/relationships/slide" Target="slides/slide45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49" Type="http://schemas.openxmlformats.org/officeDocument/2006/relationships/slide" Target="slides/slide40.xml"/><Relationship Id="rId57" Type="http://schemas.openxmlformats.org/officeDocument/2006/relationships/viewProps" Target="viewProps.xml"/><Relationship Id="rId10" Type="http://schemas.openxmlformats.org/officeDocument/2006/relationships/slide" Target="slides/slide1.xml"/><Relationship Id="rId31" Type="http://schemas.openxmlformats.org/officeDocument/2006/relationships/slide" Target="slides/slide22.xml"/><Relationship Id="rId44" Type="http://schemas.openxmlformats.org/officeDocument/2006/relationships/slide" Target="slides/slide35.xml"/><Relationship Id="rId52" Type="http://schemas.openxmlformats.org/officeDocument/2006/relationships/slide" Target="slides/slide43.xml"/><Relationship Id="rId6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C3855-DFAA-48AA-8F23-3312B3EAAABD}" type="datetimeFigureOut">
              <a:rPr lang="en-GB" smtClean="0"/>
              <a:t>12/09/2026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66ADFB-458F-44DF-8DE7-E282CA4488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8994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3047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CEEE1B-A765-4AC5-B079-CE0365986DD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3047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14175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5B5BA-2E62-4913-33B8-B1B104AEF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EC063C-D52C-27C5-0E93-05345A78E3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FA95A4-FCE6-2E99-C586-56B8DAE9F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90D456-C5D3-D6B9-78F0-36F9FDD7DD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B18F1D-E024-4734-ADE5-8EAD0B3B41F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1709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712C8-0E53-A407-8687-7772683D6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2E00D5-3570-268C-AFDC-812A7A9626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E0F17F-C30B-C763-C300-A49720538E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633AA2-3684-9C04-13FC-172DFCFE10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66ADFB-458F-44DF-8DE7-E282CA4488F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36081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9CD08-74DA-4347-85E2-FD6889E00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9398B1-421F-1A4F-ECD0-4F03F915CF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F28784-B786-F350-21AC-0F764469EB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DAFE3-1C99-95E0-A6E5-ADBC1F46E8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66ADFB-458F-44DF-8DE7-E282CA4488F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56771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F290B-0DF3-EBB4-B9ED-9537D0C2A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C3056A-C4FC-F81D-4BD7-F478B28615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909D4D-C3A8-75C5-0FE1-7FF03727F8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FFC626-9D0E-E4BF-83A5-138A892FD5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B18F1D-E024-4734-ADE5-8EAD0B3B41F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01064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5C7C1-905A-C3D4-73F4-8C057EC08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305FD0-3170-2B8C-8786-8F8789C003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1F64BA-6914-A2CD-DE71-1AE65AE693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05B7-243E-6F1A-2CAD-AE54D71068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66ADFB-458F-44DF-8DE7-E282CA4488F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02889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E2E8F-38AE-2B6D-A918-30E5E82CA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97255B-C3D9-E068-AD0C-DF66096589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F3F518-4186-DED6-262B-1C322AB764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7CF9E7-BE09-B4A4-1B77-610559A84F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66ADFB-458F-44DF-8DE7-E282CA4488F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00000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1DB78-4E62-170E-1B9C-C6E4DA102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FA5B4C-8A46-4B9C-4295-B4669A0519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1EB2FD-3F2E-A144-CBAC-13D9F10042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01D04-23BD-8D40-006E-9481CC5D25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66ADFB-458F-44DF-8DE7-E282CA4488F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28807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86191-FB90-1A5C-3576-0378F6CD7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D96F01-D545-50F2-85E0-3ED80F760D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2A6673-C13D-CBA8-EC72-B04E1977E0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93405B-2B4E-BE6F-11EC-3790AF6603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66ADFB-458F-44DF-8DE7-E282CA4488F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71358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D4C0C-2A77-9F2F-BCDB-81325771A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B925BE-3A9D-36ED-7CB8-03D68F09ED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D1BE3A-609C-7665-7E5F-29B6AA9833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1F357-5413-3921-92A2-4A231D72BD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66ADFB-458F-44DF-8DE7-E282CA4488F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7993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5AC77-B6E7-E041-0654-53EC6CE59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9B898A-1804-1D20-91FA-69B6DBDD88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D85A41-13EC-2151-09E0-611967E110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5D7423-8CF9-46D3-749C-3579BCCB00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B18F1D-E024-4734-ADE5-8EAD0B3B41F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84223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9C928-37F9-F7A0-BCBA-92A4F45E8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186093-A80E-05B2-43EC-5A71E31C58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B173EB-3F5F-15C1-07D3-29FB330EB0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Reference Image : </a:t>
            </a:r>
          </a:p>
          <a:p>
            <a:r>
              <a:rPr lang="en-GB" dirty="0"/>
              <a:t>https://www.shutterstock.com/image-photo/data-analyst-working-business-analytics-planning-2287599799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08B9FA-4854-637B-70B1-4B89A02FBB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66ADFB-458F-44DF-8DE7-E282CA4488F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81533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82402-96A0-3F41-9C7B-487C96269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1B94EC-3896-C155-93EA-7D850F4FF2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78BE2C-26AA-F97C-FDFB-CF0B902394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Reference Image : </a:t>
            </a:r>
          </a:p>
          <a:p>
            <a:r>
              <a:rPr lang="en-GB" b="0" dirty="0"/>
              <a:t>https://www.shutterstock.com/image-photo/online-documentation-database-document-management-system-2141549661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6526F-C826-B5D9-B7E0-AB696432BB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66ADFB-458F-44DF-8DE7-E282CA4488F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37604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7B3EC-EF1E-871E-70CF-F6F146AE3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A28455-0A54-371F-A3AB-164B11F2B0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CE8F6F-770B-3208-7857-D03849A0CB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19091D-A521-2582-9295-7A12307664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66ADFB-458F-44DF-8DE7-E282CA4488F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92418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6A030-7C52-7554-F516-D49702921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8697F7-1265-1013-61C1-29D636354A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0D87DA-6594-6CAD-BD73-C692A155F6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B0A07A-AB32-C44B-799B-843C48F6CB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66ADFB-458F-44DF-8DE7-E282CA4488F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21334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8A1F2-4529-1FD2-F806-AC03C9651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31BE76-A019-BD24-20E5-536F0D1A84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843101-C5D5-F6EA-F1C8-5D84648866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80402B-47C6-EF19-9A5D-B0303F5229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66ADFB-458F-44DF-8DE7-E282CA4488F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8234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24C99-7279-6F82-8293-86925137B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0AE5FA-70D2-3454-6D24-728FCDFBDE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5F5790-ECD0-430E-884E-82ADE81652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EDE4E-9759-DC54-91BA-28033A2415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B18F1D-E024-4734-ADE5-8EAD0B3B41F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08838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F9405-6356-CAA2-3F53-EE7CCBD5F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D2D25E-02EB-21E6-D181-BC60A9C59D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241EC6-1228-7996-5FE8-58052E6A0F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D1B3C-B58A-C2CB-B8EF-BFE8D26157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66ADFB-458F-44DF-8DE7-E282CA4488F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27476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AB185-DFCE-9452-6C41-CC8D79ABA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A602DB-ED07-7974-52CF-48A6B68E6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0D762C-6775-6BA2-DC39-36F58098D5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B106C0-2D97-A44B-B7E7-646F5404C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66ADFB-458F-44DF-8DE7-E282CA4488F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46742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03DDE-4117-0D3C-126A-0BF7C2475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373CA4-89CE-71F0-E481-258DFE5D07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16163A-B41F-D9ED-0CCD-3CB2679FE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2B9C12-481F-3D62-B349-B5D327D4F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66ADFB-458F-44DF-8DE7-E282CA4488F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11961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FA9C7-380D-8AA0-9889-83A3020D5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18506C-A346-1203-24A7-E076A1FC4D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497A4D-CF54-04C9-AF33-3DDEA4FBD5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Reference image: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/>
              <a:t>https://www.shutterstock.com/image-illustration/colored-heat-map-temperature-1176870094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9CCBF3-6E93-B87B-6B7C-9302738C34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66ADFB-458F-44DF-8DE7-E282CA4488F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16566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01502-E5AE-3D3A-E761-C14F548DE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5D2288-9113-DA45-47D4-8DD95BA10F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B46FEA-EE77-06BC-4A2A-21FE31F108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03425-90E5-86E0-6830-D1F8FB0DDE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66ADFB-458F-44DF-8DE7-E282CA4488F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23971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8DBE3-0F91-884E-388B-81F96E78D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FDC38B-905B-E16A-5808-B20EED3F25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7ECC1B-0C63-89EA-FDF5-8C895CE568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E7ECED-8193-D137-056F-44A4824E70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B18F1D-E024-4734-ADE5-8EAD0B3B41F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18878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06C0D-E771-CB7D-F675-85DA1B7C2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72E366-3787-8EEB-5734-9AD93F162D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881C66-D053-2C88-D371-69DC404558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10C40E-29CE-E5D9-F140-404214BD6C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66ADFB-458F-44DF-8DE7-E282CA4488F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36228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5A895-EFA5-AF90-F1F9-30A7BAB31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F0105D-695F-25CE-92D3-F26DC52529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12576A-CAAD-C9F6-8EB9-ADE35DE897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89761-7794-6FD6-8B3A-A0D0CC39B7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66ADFB-458F-44DF-8DE7-E282CA4488F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942602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2C775-98BD-B369-A4BD-3EBE5B850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397E0C-07CD-148C-431D-36502114FA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8C0191-4D23-0CA7-4EE0-59E4AB2680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F21025-97FD-4AFE-144A-96ED4AEC77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66ADFB-458F-44DF-8DE7-E282CA4488F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74229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F2483-7F7A-59D5-3599-190A71649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2F822E-7F9F-3B9E-2FB0-1DDC643F3D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AC4D7F-7D2D-ED9D-66D2-8DA8A3831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0E47A5-DFBE-D5BF-0A51-0E58FE7518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66ADFB-458F-44DF-8DE7-E282CA4488F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61508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6B3EE-C1F0-389C-0C00-5DC0B48B5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30149-9C07-4917-BB35-388204CA08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95175A-B08E-A8A0-8413-0C9082F8E6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2E98B-6171-1EB1-68C8-DD4EBF782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66ADFB-458F-44DF-8DE7-E282CA4488F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70142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FD0AB-B059-29B1-BB8B-5EFDC98ED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B6A7DB-89DF-43D1-A928-02D16B555C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CB1D34-25F5-E322-5C0F-D09973B204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12D91A-FB9D-79D5-3AA3-C641FA1BBD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B18F1D-E024-4734-ADE5-8EAD0B3B41F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81858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47BD1-6430-4F17-52B1-666BB7F3D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552390-F688-499B-73FF-4E14D281AB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A783D6-FD5C-3EAE-40FE-F423F467BF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https://www.shutterstock.com/image-photo/compliance-rule-law-regulation-graphic-interface-1767144422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F4F1E-A791-CEEA-676A-C53CF7A5E7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66ADFB-458F-44DF-8DE7-E282CA4488F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410243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F1852-B183-B8CB-378C-1339D935B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743D68-C6A5-ABC4-3F0B-0DE82E34B7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C60A17-F2F4-8C65-0CF4-121D71789A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A3223A-A21C-200A-0A7F-7C5A0EBDB8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66ADFB-458F-44DF-8DE7-E282CA4488F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578279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6ADFB-458F-44DF-8DE7-E282CA4488F2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477383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https://www.flaticon.com/free-icon/cross_18556540</a:t>
            </a:r>
          </a:p>
          <a:p>
            <a:r>
              <a:rPr lang="en-GB" dirty="0"/>
              <a:t>https://www.flaticon.com/free-icon/check-mark_5291043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6ADFB-458F-44DF-8DE7-E282CA4488F2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709214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71BAD-B960-9A71-A500-1F68591CA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8E0601-A39B-5DD8-0CD5-F7959DB111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0B909B-5452-1D84-55B6-DE9830A10B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044F3D-BB9D-FCD2-1B54-4C4687B403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66ADFB-458F-44DF-8DE7-E282CA4488F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437313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Quality Issues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647670" lvl="1" indent="-34290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Missing Values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Incomplete data can lead to biased models and inaccurate predictions.</a:t>
            </a:r>
          </a:p>
          <a:p>
            <a:pPr marL="647670" lvl="1" indent="-34290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Noise and Errors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Inaccurate or irrelevant data can distort model training and results.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Handling Large Datasets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647670" lvl="1" indent="-34290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Scalability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Processing and managing large volumes of data require efficient techniques and resources.</a:t>
            </a:r>
          </a:p>
          <a:p>
            <a:pPr marL="647670" lvl="1" indent="-34290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Computational Complexity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High-dimensional data can lead to increased computation time and resource demands.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Feature Selection and Dimensionality Reduction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647670" lvl="1" indent="-34290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Feature Overlap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Identifying and removing redundant features while retaining important ones can be challenging.</a:t>
            </a:r>
          </a:p>
          <a:p>
            <a:pPr marL="647670" lvl="1" indent="-34290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Balancing Dimensionality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Reducing dimensionality without losing critical information requires careful consideration.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eriod" startAt="4"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endParaRPr lang="en-GB" sz="1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2B73D3-282D-4CF9-91A4-DDEE40EDE8C7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384265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20F94-C997-5DDF-4046-2DC511020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A68B11-17AC-788D-BE24-6A5B80D69D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F36833-C5C9-11BC-D452-0C0B4B9DFD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eriod" startAt="4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Feature Engineering Complexity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647670" lvl="1" indent="-34290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Creating Meaningful Features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Designing features that effectively capture the underlying patterns and relationships in the data can be complex.</a:t>
            </a:r>
          </a:p>
          <a:p>
            <a:pPr marL="647670" lvl="1" indent="-34290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Automating Feature Engineering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Developing automated processes for feature engineering can be challenging and require advanced techniques.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eriod" startAt="4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Dealing with Diverse Data Types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647670" lvl="1" indent="-34290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Mixed Data Types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Integrating and processing structured, semi-structured and unstructured data can be complex.</a:t>
            </a:r>
          </a:p>
          <a:p>
            <a:pPr marL="647670" lvl="1" indent="-34290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Encoding and Normalization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Properly encoding categorical variables and normalizing numerical features are crucial for effective modeling.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eriod" startAt="4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Model Overfitting and Underfitting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647670" lvl="1" indent="-34290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Overfitting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Complex features may lead to models that perform well on training data but poorly on unseen data.</a:t>
            </a:r>
          </a:p>
          <a:p>
            <a:pPr marL="647670" lvl="1" indent="-34290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Underfitting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Insufficient or poorly engineered features can lead to models that fail to capture the data’s patterns.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+mj-lt"/>
              <a:buAutoNum type="arabicPeriod" startAt="4"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endParaRPr lang="en-GB" sz="1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C78E45-6277-79C6-F3CE-0B7AF6C49B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2B73D3-282D-4CF9-91A4-DDEE40EDE8C7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745038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Data Quality Improvement</a:t>
            </a:r>
            <a:r>
              <a:rPr lang="en-US" sz="1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00" b="1" dirty="0"/>
              <a:t>Imputation Techniques</a:t>
            </a:r>
            <a:r>
              <a:rPr lang="en-US" sz="1000" dirty="0"/>
              <a:t>: Use advanced imputation methods to handle missing values.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00" b="1" dirty="0"/>
              <a:t>Data Cleaning</a:t>
            </a:r>
            <a:r>
              <a:rPr lang="en-US" sz="1000" dirty="0"/>
              <a:t>: Implement robust data cleaning procedures to address noise and errors.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Efficient Processing</a:t>
            </a:r>
            <a:r>
              <a:rPr lang="en-US" sz="1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00" b="1" dirty="0"/>
              <a:t>Big Data Technologies</a:t>
            </a:r>
            <a:r>
              <a:rPr lang="en-US" sz="1000" dirty="0"/>
              <a:t>: Utilize tools and frameworks like Hadoop and Spark for handling large datasets.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00" b="1" dirty="0"/>
              <a:t>Dimensionality Reduction Techniques</a:t>
            </a:r>
            <a:r>
              <a:rPr lang="en-US" sz="1000" dirty="0"/>
              <a:t>: Apply PCA, t-SNE or LDA to manage high-dimensional data.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Effective Feature Engineering</a:t>
            </a:r>
            <a:r>
              <a:rPr lang="en-US" sz="1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00" b="1" dirty="0"/>
              <a:t>Feature Selection Methods</a:t>
            </a:r>
            <a:r>
              <a:rPr lang="en-US" sz="1000" dirty="0"/>
              <a:t>: Use techniques like filter methods, wrapper methods and embedded methods for feature selection.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00" b="1" dirty="0"/>
              <a:t>Automated Tools</a:t>
            </a:r>
            <a:r>
              <a:rPr lang="en-US" sz="1000" dirty="0"/>
              <a:t>: Explore automated feature engineering tools and frameworks.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Handling Diverse Data</a:t>
            </a:r>
            <a:r>
              <a:rPr lang="en-US" sz="1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00" b="1" dirty="0"/>
              <a:t>Unified Data Handling</a:t>
            </a:r>
            <a:r>
              <a:rPr lang="en-US" sz="1000" dirty="0"/>
              <a:t>: Develop strategies to integrate and process different data types seamlessly.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00" b="1" dirty="0"/>
              <a:t>Proper Encoding</a:t>
            </a:r>
            <a:r>
              <a:rPr lang="en-US" sz="1000" dirty="0"/>
              <a:t>: Apply appropriate encoding methods for categorical variables and normalization for numerical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2B73D3-282D-4CF9-91A4-DDEE40EDE8C7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448373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59107-67CA-E209-B2DD-805F21139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C85D87-90E7-4B8C-C28C-BAE22BF64C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139A47-0ED9-5442-AF9B-4CFC130FF6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Data Quality Improvement</a:t>
            </a:r>
            <a:r>
              <a:rPr lang="en-US" sz="1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00" b="1" dirty="0"/>
              <a:t>Imputation Techniques</a:t>
            </a:r>
            <a:r>
              <a:rPr lang="en-US" sz="1000" dirty="0"/>
              <a:t>: Use advanced imputation methods to handle missing values.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00" b="1" dirty="0"/>
              <a:t>Data Cleaning</a:t>
            </a:r>
            <a:r>
              <a:rPr lang="en-US" sz="1000" dirty="0"/>
              <a:t>: Implement robust data cleaning procedures to address noise and errors.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Efficient Processing</a:t>
            </a:r>
            <a:r>
              <a:rPr lang="en-US" sz="1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00" b="1" dirty="0"/>
              <a:t>Big Data Technologies</a:t>
            </a:r>
            <a:r>
              <a:rPr lang="en-US" sz="1000" dirty="0"/>
              <a:t>: Utilize tools and frameworks like Hadoop and Spark for handling large datasets.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00" b="1" dirty="0"/>
              <a:t>Dimensionality Reduction Techniques</a:t>
            </a:r>
            <a:r>
              <a:rPr lang="en-US" sz="1000" dirty="0"/>
              <a:t>: Apply PCA, t-SNE or LDA to manage high-dimensional data.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Effective Feature Engineering</a:t>
            </a:r>
            <a:r>
              <a:rPr lang="en-US" sz="1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00" b="1" dirty="0"/>
              <a:t>Feature Selection Methods</a:t>
            </a:r>
            <a:r>
              <a:rPr lang="en-US" sz="1000" dirty="0"/>
              <a:t>: Use techniques like filter methods, wrapper methods and embedded methods for feature selection.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00" b="1" dirty="0"/>
              <a:t>Automated Tools</a:t>
            </a:r>
            <a:r>
              <a:rPr lang="en-US" sz="1000" dirty="0"/>
              <a:t>: Explore automated feature engineering tools and frameworks.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Handling Diverse Data</a:t>
            </a:r>
            <a:r>
              <a:rPr lang="en-US" sz="1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00" b="1" dirty="0"/>
              <a:t>Unified Data Handling</a:t>
            </a:r>
            <a:r>
              <a:rPr lang="en-US" sz="1000" dirty="0"/>
              <a:t>: Develop strategies to integrate and process different data types seamlessly.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00" b="1" dirty="0"/>
              <a:t>Proper Encoding</a:t>
            </a:r>
            <a:r>
              <a:rPr lang="en-US" sz="1000" dirty="0"/>
              <a:t>: Apply appropriate encoding methods for categorical variables and normalization for numerical features.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DA3F53-5F0C-77A3-3268-B3152AEBB1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2B73D3-282D-4CF9-91A4-DDEE40EDE8C7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499139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https://www.flaticon.com/free-icon/database_9542733</a:t>
            </a:r>
          </a:p>
          <a:p>
            <a:r>
              <a:rPr lang="en-GB" dirty="0"/>
              <a:t>https://www.flaticon.com/free-icon/engineering_3002128</a:t>
            </a:r>
          </a:p>
          <a:p>
            <a:r>
              <a:rPr lang="en-GB" dirty="0"/>
              <a:t>https://www.flaticon.com/free-icon/communication_2575636</a:t>
            </a:r>
          </a:p>
          <a:p>
            <a:r>
              <a:rPr lang="en-GB" dirty="0"/>
              <a:t>https://www.flaticon.com/free-icon/connection_4269808</a:t>
            </a:r>
          </a:p>
          <a:p>
            <a:r>
              <a:rPr lang="en-GB" dirty="0"/>
              <a:t>https://www.flaticon.com/free-icon/folder_1975660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6ADFB-458F-44DF-8DE7-E282CA4488F2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630408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B5FEA-0EC9-845B-CCE6-930ACD2F2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2BB21C-3462-D3DE-D169-7B21AB9ED7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E2D8F9-133B-46D6-1F62-53CEE16F37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Reference Image : </a:t>
            </a:r>
          </a:p>
          <a:p>
            <a:r>
              <a:rPr lang="en-GB" b="0" dirty="0"/>
              <a:t>https://www.shutterstock.com/image-photo/online-documentation-database-document-management-system-2141549661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D0FCF-4606-809D-1BDD-1487B6E0C9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66ADFB-458F-44DF-8DE7-E282CA4488F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2068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9.png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A_Title +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B9010A5-3E72-49FB-A931-C6B57ACEC48A}"/>
              </a:ext>
            </a:extLst>
          </p:cNvPr>
          <p:cNvSpPr txBox="1"/>
          <p:nvPr userDrawn="1"/>
        </p:nvSpPr>
        <p:spPr>
          <a:xfrm>
            <a:off x="0" y="6858000"/>
            <a:ext cx="3934090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Blank Slide</a:t>
            </a:r>
            <a:endParaRPr lang="en-IN" sz="1600" b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BC3AC56D-CB69-C2DC-7682-91B7D5AF1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1EE1CA9B-2D8D-90CD-1B73-D84F85AD5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2E9CCA"/>
                </a:solidFill>
                <a:latin typeface="Montserrat" panose="00000500000000000000" pitchFamily="2" charset="0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21285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E_Check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C8F28B-A019-48FE-8FE4-1E359369A454}"/>
              </a:ext>
            </a:extLst>
          </p:cNvPr>
          <p:cNvSpPr txBox="1"/>
          <p:nvPr userDrawn="1"/>
        </p:nvSpPr>
        <p:spPr>
          <a:xfrm>
            <a:off x="0" y="6858000"/>
            <a:ext cx="3728906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Checklist</a:t>
            </a: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5E33EDF2-B26D-50FE-F05A-D9A137E3474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82555" y="1886101"/>
            <a:ext cx="4165829" cy="871200"/>
          </a:xfrm>
          <a:prstGeom prst="round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 smtClean="0">
                <a:solidFill>
                  <a:srgbClr val="25274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99F893E4-4CAA-13E5-087E-6AD5ED21947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682555" y="2838847"/>
            <a:ext cx="4165829" cy="871200"/>
          </a:xfrm>
          <a:prstGeom prst="round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 smtClean="0">
                <a:solidFill>
                  <a:srgbClr val="25274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B8981D9-E0E4-13A8-9B00-8145A097E3A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268150" y="1886100"/>
            <a:ext cx="4165829" cy="871200"/>
          </a:xfrm>
          <a:prstGeom prst="round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 smtClean="0">
                <a:solidFill>
                  <a:srgbClr val="25274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46E6F6BC-4CF2-B8C6-059C-34756205C28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268150" y="2838847"/>
            <a:ext cx="4165829" cy="871200"/>
          </a:xfrm>
          <a:prstGeom prst="round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 smtClean="0">
                <a:solidFill>
                  <a:srgbClr val="25274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990BABEC-28BC-417C-B69F-C6074932CDF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690577" y="3819176"/>
            <a:ext cx="4165829" cy="871200"/>
          </a:xfrm>
          <a:prstGeom prst="round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 smtClean="0">
                <a:solidFill>
                  <a:srgbClr val="25274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D850764-05C6-4034-6C0A-E9FF1083C09F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690577" y="4771922"/>
            <a:ext cx="4165829" cy="871200"/>
          </a:xfrm>
          <a:prstGeom prst="round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 smtClean="0">
                <a:solidFill>
                  <a:srgbClr val="25274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9E9FE559-9F5C-CD86-37EB-4CDE667BC10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276172" y="3819175"/>
            <a:ext cx="4165829" cy="871200"/>
          </a:xfrm>
          <a:prstGeom prst="round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 smtClean="0">
                <a:solidFill>
                  <a:srgbClr val="25274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78A8580F-C393-9852-EC4C-5BD28EBEEEF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276172" y="4771922"/>
            <a:ext cx="4165829" cy="871200"/>
          </a:xfrm>
          <a:prstGeom prst="round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 smtClean="0">
                <a:solidFill>
                  <a:srgbClr val="25274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7BD176CA-1A88-C1A7-DED1-044F8833CE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04323" y="1934325"/>
            <a:ext cx="720000" cy="720000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0F1626"/>
                </a:solidFill>
                <a:latin typeface="+mn-lt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86D3EDAB-3D38-1D8C-E9A2-BAB3B9836CDE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804323" y="2906263"/>
            <a:ext cx="720000" cy="720000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0F1626"/>
                </a:solidFill>
                <a:latin typeface="+mn-lt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25C7E817-AA9D-49F6-E4EB-E6BFAE9606C5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812345" y="3867398"/>
            <a:ext cx="720000" cy="720000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0F1626"/>
                </a:solidFill>
                <a:latin typeface="+mn-lt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25" name="Picture Placeholder 4">
            <a:extLst>
              <a:ext uri="{FF2B5EF4-FFF2-40B4-BE49-F238E27FC236}">
                <a16:creationId xmlns:a16="http://schemas.microsoft.com/office/drawing/2014/main" id="{0248AD29-2DF7-299F-3ACF-C9CE5F977534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812345" y="4839336"/>
            <a:ext cx="720000" cy="720000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0F1626"/>
                </a:solidFill>
                <a:latin typeface="+mn-lt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26" name="Picture Placeholder 4">
            <a:extLst>
              <a:ext uri="{FF2B5EF4-FFF2-40B4-BE49-F238E27FC236}">
                <a16:creationId xmlns:a16="http://schemas.microsoft.com/office/drawing/2014/main" id="{57B07EBB-8FF3-C141-3147-93BC95FF907A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6399609" y="1945536"/>
            <a:ext cx="720000" cy="720000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0F1626"/>
                </a:solidFill>
                <a:latin typeface="+mn-lt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B6847BD5-D80D-026D-157E-3C12F04F155D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6399609" y="2917474"/>
            <a:ext cx="720000" cy="720000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0F1626"/>
                </a:solidFill>
                <a:latin typeface="+mn-lt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E0EC7AF2-F1E8-2054-94B0-231B7304E42E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407631" y="3878609"/>
            <a:ext cx="720000" cy="720000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0F1626"/>
                </a:solidFill>
                <a:latin typeface="+mn-lt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34" name="Picture Placeholder 4">
            <a:extLst>
              <a:ext uri="{FF2B5EF4-FFF2-40B4-BE49-F238E27FC236}">
                <a16:creationId xmlns:a16="http://schemas.microsoft.com/office/drawing/2014/main" id="{945FF0DB-2BD6-18E6-92BE-16DD80EF0296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6407631" y="4850547"/>
            <a:ext cx="720000" cy="720000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0F1626"/>
                </a:solidFill>
                <a:latin typeface="+mn-lt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15" name="Title 8">
            <a:extLst>
              <a:ext uri="{FF2B5EF4-FFF2-40B4-BE49-F238E27FC236}">
                <a16:creationId xmlns:a16="http://schemas.microsoft.com/office/drawing/2014/main" id="{B94D2C22-C390-0A30-5FEB-D5DDFA5AC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88684332-C22A-038B-9369-5C158470E0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2E9CCA"/>
                </a:solidFill>
                <a:latin typeface="Montserrat" panose="00000500000000000000" pitchFamily="2" charset="0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2774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F_Do's and Don'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C8F28B-A019-48FE-8FE4-1E359369A454}"/>
              </a:ext>
            </a:extLst>
          </p:cNvPr>
          <p:cNvSpPr txBox="1"/>
          <p:nvPr userDrawn="1"/>
        </p:nvSpPr>
        <p:spPr>
          <a:xfrm>
            <a:off x="0" y="6858000"/>
            <a:ext cx="4403770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Do’s and Don’ts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FB151B44-709B-D174-C48C-05B99B887FC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03780" y="2560265"/>
            <a:ext cx="4105142" cy="871200"/>
          </a:xfrm>
          <a:prstGeom prst="roundRect">
            <a:avLst/>
          </a:prstGeom>
          <a:solidFill>
            <a:srgbClr val="29648A">
              <a:alpha val="80000"/>
            </a:srgbClr>
          </a:solidFill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F5F5F5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3CD50FD3-CB49-86D0-9090-80FFC0F597A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703780" y="3590425"/>
            <a:ext cx="4105142" cy="871200"/>
          </a:xfrm>
          <a:prstGeom prst="roundRect">
            <a:avLst/>
          </a:prstGeom>
          <a:solidFill>
            <a:srgbClr val="29648A">
              <a:alpha val="80000"/>
            </a:srgbClr>
          </a:solidFill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F5F5F5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1EC00AC5-44A0-78C0-CEFC-0ABD81032A5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45086" y="2641476"/>
            <a:ext cx="720000" cy="720000"/>
          </a:xfrm>
          <a:prstGeom prst="ellipse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Frutiger LT" panose="0200050300000000000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05F04733-476B-B5C6-7180-E6C06779E685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745086" y="3666025"/>
            <a:ext cx="720000" cy="720000"/>
          </a:xfrm>
          <a:prstGeom prst="ellipse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Frutiger LT" panose="0200050300000000000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63D366B7-FB04-7B0E-04C7-1359EF0CB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703780" y="4614974"/>
            <a:ext cx="4105142" cy="871200"/>
          </a:xfrm>
          <a:prstGeom prst="roundRect">
            <a:avLst/>
          </a:prstGeom>
          <a:solidFill>
            <a:srgbClr val="29648A">
              <a:alpha val="80000"/>
            </a:srgbClr>
          </a:solidFill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F5F5F5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313E8A72-8268-5CE3-55C8-4AC5683CBBE9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745086" y="4690574"/>
            <a:ext cx="720000" cy="720000"/>
          </a:xfrm>
          <a:prstGeom prst="ellipse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Frutiger LT" panose="0200050300000000000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104544A4-AC62-F1B1-F246-F165915D05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266939" y="2557800"/>
            <a:ext cx="4105142" cy="871200"/>
          </a:xfrm>
          <a:prstGeom prst="roundRect">
            <a:avLst/>
          </a:prstGeom>
          <a:solidFill>
            <a:srgbClr val="29648A">
              <a:alpha val="80000"/>
            </a:srgbClr>
          </a:solidFill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F5F5F5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4CCF00E-F8CA-E01C-F81D-392748BDB28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266939" y="3587960"/>
            <a:ext cx="4105142" cy="871200"/>
          </a:xfrm>
          <a:prstGeom prst="roundRect">
            <a:avLst/>
          </a:prstGeom>
          <a:solidFill>
            <a:srgbClr val="29648A">
              <a:alpha val="80000"/>
            </a:srgbClr>
          </a:solidFill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F5F5F5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C6AF16DA-0D85-85B3-0ABB-2DB4B78A5A20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6308245" y="2639011"/>
            <a:ext cx="720000" cy="720000"/>
          </a:xfrm>
          <a:prstGeom prst="ellipse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Frutiger LT" panose="0200050300000000000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22" name="Picture Placeholder 4">
            <a:extLst>
              <a:ext uri="{FF2B5EF4-FFF2-40B4-BE49-F238E27FC236}">
                <a16:creationId xmlns:a16="http://schemas.microsoft.com/office/drawing/2014/main" id="{DE3A8C21-14CC-4AC6-9798-F5E0C5550CE3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6308245" y="3663560"/>
            <a:ext cx="720000" cy="720000"/>
          </a:xfrm>
          <a:prstGeom prst="ellipse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Frutiger LT" panose="0200050300000000000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A2EB109-7638-99E6-ECFD-1D14FCEEE40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266939" y="4612509"/>
            <a:ext cx="4105142" cy="871200"/>
          </a:xfrm>
          <a:prstGeom prst="roundRect">
            <a:avLst/>
          </a:prstGeom>
          <a:solidFill>
            <a:srgbClr val="29648A">
              <a:alpha val="80000"/>
            </a:srgbClr>
          </a:solidFill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F5F5F5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24" name="Picture Placeholder 4">
            <a:extLst>
              <a:ext uri="{FF2B5EF4-FFF2-40B4-BE49-F238E27FC236}">
                <a16:creationId xmlns:a16="http://schemas.microsoft.com/office/drawing/2014/main" id="{8C73FDD4-4C28-A426-7150-385F63CB8FC8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6308245" y="4688109"/>
            <a:ext cx="720000" cy="720000"/>
          </a:xfrm>
          <a:prstGeom prst="ellipse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Frutiger LT" panose="0200050300000000000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95F085C-CB37-99E1-8EC0-8ED7DE851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B75D158-50C7-A197-0F28-8D25E2E5D9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2E9CCA"/>
                </a:solidFill>
                <a:latin typeface="Montserrat" panose="00000500000000000000" pitchFamily="2" charset="0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26763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B_Overview/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B9010A5-3E72-49FB-A931-C6B57ACEC48A}"/>
              </a:ext>
            </a:extLst>
          </p:cNvPr>
          <p:cNvSpPr txBox="1"/>
          <p:nvPr userDrawn="1"/>
        </p:nvSpPr>
        <p:spPr>
          <a:xfrm>
            <a:off x="0" y="6858000"/>
            <a:ext cx="4929555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Overview/Summary</a:t>
            </a:r>
            <a:endParaRPr lang="en-IN" sz="1600" b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19DFBD23-183C-4149-B5B8-BC548723B46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9999" y="3512600"/>
            <a:ext cx="2544726" cy="2452265"/>
          </a:xfrm>
          <a:prstGeom prst="roundRect">
            <a:avLst>
              <a:gd name="adj" fmla="val 7729"/>
            </a:avLst>
          </a:prstGeom>
          <a:solidFill>
            <a:schemeClr val="bg1"/>
          </a:solidFill>
          <a:ln>
            <a:noFill/>
          </a:ln>
          <a:effectLst>
            <a:outerShdw blurRad="762000" dist="228600" dir="2700000" sx="95000" sy="95000" algn="tl" rotWithShape="0">
              <a:schemeClr val="tx1">
                <a:lumMod val="85000"/>
                <a:lumOff val="15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algn="ctr">
              <a:defRPr lang="en-IN" sz="1800" b="0">
                <a:solidFill>
                  <a:srgbClr val="25274D"/>
                </a:solidFill>
              </a:defRPr>
            </a:lvl1pPr>
          </a:lstStyle>
          <a:p>
            <a:pPr marL="0" lvl="0" indent="0" defTabSz="304770">
              <a:spcBef>
                <a:spcPct val="0"/>
              </a:spcBef>
              <a:buNone/>
            </a:pPr>
            <a:r>
              <a:rPr lang="en-US"/>
              <a:t>Click to edit text</a:t>
            </a:r>
            <a:endParaRPr lang="en-IN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6E324BEF-3F9B-4119-8F1F-7F8499707455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49999" y="1900053"/>
            <a:ext cx="2544726" cy="1440000"/>
          </a:xfrm>
          <a:prstGeom prst="roundRect">
            <a:avLst>
              <a:gd name="adj" fmla="val 11498"/>
            </a:avLst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25274D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Icon/image</a:t>
            </a:r>
            <a:endParaRPr lang="en-IN"/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CBA0ECFF-18FB-5D92-0819-6C2AE9965DF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43581" y="3512600"/>
            <a:ext cx="2544726" cy="2452265"/>
          </a:xfrm>
          <a:prstGeom prst="roundRect">
            <a:avLst>
              <a:gd name="adj" fmla="val 9140"/>
            </a:avLst>
          </a:prstGeom>
          <a:solidFill>
            <a:schemeClr val="bg1"/>
          </a:solidFill>
          <a:ln>
            <a:noFill/>
          </a:ln>
          <a:effectLst>
            <a:outerShdw blurRad="762000" dist="228600" dir="2700000" sx="95000" sy="95000" algn="tl" rotWithShape="0">
              <a:schemeClr val="tx1">
                <a:lumMod val="85000"/>
                <a:lumOff val="15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algn="ctr">
              <a:defRPr lang="en-IN" sz="1800" b="0">
                <a:solidFill>
                  <a:srgbClr val="25274D"/>
                </a:solidFill>
              </a:defRPr>
            </a:lvl1pPr>
          </a:lstStyle>
          <a:p>
            <a:pPr marL="0" lvl="0" indent="0" defTabSz="304770">
              <a:spcBef>
                <a:spcPct val="0"/>
              </a:spcBef>
              <a:buNone/>
            </a:pPr>
            <a:r>
              <a:rPr lang="en-US"/>
              <a:t>Click to edit text</a:t>
            </a:r>
            <a:endParaRPr lang="en-IN"/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37FFFF63-ABF2-DAAF-F848-D2F6DB2C94C8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443581" y="1900053"/>
            <a:ext cx="2544726" cy="1440000"/>
          </a:xfrm>
          <a:prstGeom prst="roundRect">
            <a:avLst>
              <a:gd name="adj" fmla="val 12237"/>
            </a:avLst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25274D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Icon/image</a:t>
            </a:r>
            <a:endParaRPr lang="en-IN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CBA86CAD-AD88-DDB2-4C51-DEB4A240BC0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37163" y="3512600"/>
            <a:ext cx="2544726" cy="2452265"/>
          </a:xfrm>
          <a:prstGeom prst="roundRect">
            <a:avLst>
              <a:gd name="adj" fmla="val 9140"/>
            </a:avLst>
          </a:prstGeom>
          <a:solidFill>
            <a:schemeClr val="bg1"/>
          </a:solidFill>
          <a:ln>
            <a:noFill/>
          </a:ln>
          <a:effectLst>
            <a:outerShdw blurRad="762000" dist="228600" dir="2700000" sx="95000" sy="95000" algn="tl" rotWithShape="0">
              <a:schemeClr val="tx1">
                <a:lumMod val="85000"/>
                <a:lumOff val="15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algn="ctr">
              <a:defRPr lang="en-IN" sz="1800" b="0">
                <a:solidFill>
                  <a:srgbClr val="25274D"/>
                </a:solidFill>
              </a:defRPr>
            </a:lvl1pPr>
          </a:lstStyle>
          <a:p>
            <a:pPr marL="0" lvl="0" indent="0" defTabSz="304770">
              <a:spcBef>
                <a:spcPct val="0"/>
              </a:spcBef>
              <a:buNone/>
            </a:pPr>
            <a:r>
              <a:rPr lang="en-US"/>
              <a:t>Click to edit text</a:t>
            </a:r>
            <a:endParaRPr lang="en-IN"/>
          </a:p>
        </p:txBody>
      </p:sp>
      <p:sp>
        <p:nvSpPr>
          <p:cNvPr id="22" name="Picture Placeholder 4">
            <a:extLst>
              <a:ext uri="{FF2B5EF4-FFF2-40B4-BE49-F238E27FC236}">
                <a16:creationId xmlns:a16="http://schemas.microsoft.com/office/drawing/2014/main" id="{787993C6-EE85-57A4-5C4E-65099FBCBFA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137163" y="1900053"/>
            <a:ext cx="2544726" cy="1440000"/>
          </a:xfrm>
          <a:prstGeom prst="roundRect">
            <a:avLst>
              <a:gd name="adj" fmla="val 11498"/>
            </a:avLst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25274D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Icon/image</a:t>
            </a:r>
            <a:endParaRPr lang="en-IN"/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57F99002-B870-B0B6-59C2-52A062BF780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27355" y="3512600"/>
            <a:ext cx="2544726" cy="2452265"/>
          </a:xfrm>
          <a:prstGeom prst="roundRect">
            <a:avLst>
              <a:gd name="adj" fmla="val 9140"/>
            </a:avLst>
          </a:prstGeom>
          <a:solidFill>
            <a:schemeClr val="bg1"/>
          </a:solidFill>
          <a:ln>
            <a:noFill/>
          </a:ln>
          <a:effectLst>
            <a:outerShdw blurRad="762000" dist="228600" dir="2700000" sx="95000" sy="95000" algn="tl" rotWithShape="0">
              <a:schemeClr val="tx1">
                <a:lumMod val="85000"/>
                <a:lumOff val="15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algn="ctr">
              <a:defRPr lang="en-IN" sz="1800" b="0">
                <a:solidFill>
                  <a:srgbClr val="25274D"/>
                </a:solidFill>
              </a:defRPr>
            </a:lvl1pPr>
          </a:lstStyle>
          <a:p>
            <a:pPr marL="0" lvl="0" indent="0" defTabSz="304770">
              <a:spcBef>
                <a:spcPct val="0"/>
              </a:spcBef>
              <a:buNone/>
            </a:pPr>
            <a:r>
              <a:rPr lang="en-US"/>
              <a:t>Click to edit text</a:t>
            </a:r>
            <a:endParaRPr lang="en-IN"/>
          </a:p>
        </p:txBody>
      </p:sp>
      <p:sp>
        <p:nvSpPr>
          <p:cNvPr id="24" name="Picture Placeholder 4">
            <a:extLst>
              <a:ext uri="{FF2B5EF4-FFF2-40B4-BE49-F238E27FC236}">
                <a16:creationId xmlns:a16="http://schemas.microsoft.com/office/drawing/2014/main" id="{1EDAA4B0-ACFF-0278-ABBD-BECC87076AA6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827355" y="1900053"/>
            <a:ext cx="2544726" cy="1440000"/>
          </a:xfrm>
          <a:prstGeom prst="roundRect">
            <a:avLst>
              <a:gd name="adj" fmla="val 12237"/>
            </a:avLst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25274D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Icon/image</a:t>
            </a:r>
            <a:endParaRPr lang="en-IN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EA707556-DCF5-FB76-8D0C-444D780DD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AD18A2C6-8544-B1DE-CC9A-8FDB6A47E2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2E9CCA"/>
                </a:solidFill>
                <a:latin typeface="Montserrat" panose="00000500000000000000" pitchFamily="2" charset="0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42162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J_Flow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C8F28B-A019-48FE-8FE4-1E359369A454}"/>
              </a:ext>
            </a:extLst>
          </p:cNvPr>
          <p:cNvSpPr txBox="1"/>
          <p:nvPr userDrawn="1"/>
        </p:nvSpPr>
        <p:spPr>
          <a:xfrm>
            <a:off x="0" y="6858000"/>
            <a:ext cx="3821880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Flowchart</a:t>
            </a:r>
          </a:p>
        </p:txBody>
      </p:sp>
      <p:sp>
        <p:nvSpPr>
          <p:cNvPr id="5" name="SmartArt Placeholder 3">
            <a:extLst>
              <a:ext uri="{FF2B5EF4-FFF2-40B4-BE49-F238E27FC236}">
                <a16:creationId xmlns:a16="http://schemas.microsoft.com/office/drawing/2014/main" id="{2E4806C9-AAFF-1D7B-CC25-FD15325A1343}"/>
              </a:ext>
            </a:extLst>
          </p:cNvPr>
          <p:cNvSpPr>
            <a:spLocks noGrp="1"/>
          </p:cNvSpPr>
          <p:nvPr>
            <p:ph type="dgm" sz="quarter" idx="34"/>
          </p:nvPr>
        </p:nvSpPr>
        <p:spPr>
          <a:xfrm>
            <a:off x="725486" y="2213561"/>
            <a:ext cx="4968875" cy="3363912"/>
          </a:xfrm>
          <a:prstGeom prst="roundRect">
            <a:avLst>
              <a:gd name="adj" fmla="val 8765"/>
            </a:avLst>
          </a:prstGeom>
        </p:spPr>
        <p:txBody>
          <a:bodyPr/>
          <a:lstStyle>
            <a:lvl1pPr>
              <a:defRPr sz="1800">
                <a:solidFill>
                  <a:srgbClr val="25274D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7" name="SmartArt Placeholder 3">
            <a:extLst>
              <a:ext uri="{FF2B5EF4-FFF2-40B4-BE49-F238E27FC236}">
                <a16:creationId xmlns:a16="http://schemas.microsoft.com/office/drawing/2014/main" id="{5593586E-8ED3-0CA1-8A20-1A50B02B8E66}"/>
              </a:ext>
            </a:extLst>
          </p:cNvPr>
          <p:cNvSpPr>
            <a:spLocks noGrp="1"/>
          </p:cNvSpPr>
          <p:nvPr>
            <p:ph type="dgm" sz="quarter" idx="36"/>
          </p:nvPr>
        </p:nvSpPr>
        <p:spPr>
          <a:xfrm>
            <a:off x="6508659" y="2205541"/>
            <a:ext cx="4968875" cy="3363912"/>
          </a:xfrm>
          <a:prstGeom prst="roundRect">
            <a:avLst>
              <a:gd name="adj" fmla="val 8449"/>
            </a:avLst>
          </a:prstGeom>
        </p:spPr>
        <p:txBody>
          <a:bodyPr/>
          <a:lstStyle>
            <a:lvl1pPr>
              <a:defRPr sz="1800">
                <a:solidFill>
                  <a:srgbClr val="25274D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7055FAF-C5A4-A267-D082-DC0B432F8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774E3F2B-A5B6-A21E-1C67-865CAEB490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2E9CCA"/>
                </a:solidFill>
                <a:latin typeface="Montserrat" panose="00000500000000000000" pitchFamily="2" charset="0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44133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I_Image+ Tex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C8F28B-A019-48FE-8FE4-1E359369A454}"/>
              </a:ext>
            </a:extLst>
          </p:cNvPr>
          <p:cNvSpPr txBox="1"/>
          <p:nvPr userDrawn="1"/>
        </p:nvSpPr>
        <p:spPr>
          <a:xfrm>
            <a:off x="0" y="6858000"/>
            <a:ext cx="4895892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Image + Text Callout</a:t>
            </a:r>
          </a:p>
        </p:txBody>
      </p:sp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0AD28906-D698-45A7-1092-CB08835869F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7050" y="2192124"/>
            <a:ext cx="4817439" cy="3326174"/>
          </a:xfrm>
          <a:prstGeom prst="roundRect">
            <a:avLst>
              <a:gd name="adj" fmla="val 8675"/>
            </a:avLst>
          </a:prstGeom>
        </p:spPr>
        <p:txBody>
          <a:bodyPr anchor="ctr"/>
          <a:lstStyle>
            <a:lvl1pPr>
              <a:defRPr lang="en-IN" dirty="0" smtClean="0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pPr marL="0" marR="0" lvl="0" indent="0" algn="ctr" defTabSz="91444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IN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A71DE17B-F33A-3668-ACB4-48C33E20A99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172048" y="2192124"/>
            <a:ext cx="4817439" cy="3326171"/>
          </a:xfrm>
          <a:prstGeom prst="roundRect">
            <a:avLst>
              <a:gd name="adj" fmla="val 7716"/>
            </a:avLst>
          </a:prstGeom>
        </p:spPr>
        <p:txBody>
          <a:bodyPr anchor="ctr"/>
          <a:lstStyle>
            <a:lvl1pPr>
              <a:defRPr lang="en-IN" dirty="0" smtClean="0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pPr marL="0" marR="0" lvl="0" indent="0" algn="ctr" defTabSz="91444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IN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4BEE814C-BAE5-E935-922C-090D861318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982495" y="1785234"/>
            <a:ext cx="2113505" cy="871200"/>
          </a:xfrm>
          <a:prstGeom prst="wedgeRoundRectCallout">
            <a:avLst>
              <a:gd name="adj1" fmla="val -40761"/>
              <a:gd name="adj2" fmla="val 88129"/>
              <a:gd name="adj3" fmla="val 16667"/>
            </a:avLst>
          </a:prstGeom>
          <a:solidFill>
            <a:srgbClr val="29648A">
              <a:alpha val="80000"/>
            </a:srgbClr>
          </a:solidFill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dirty="0" smtClean="0">
                <a:solidFill>
                  <a:schemeClr val="bg1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FDEB69A-EB23-4DB0-517A-9B1A1FF3790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794792" y="1785234"/>
            <a:ext cx="2113505" cy="871200"/>
          </a:xfrm>
          <a:prstGeom prst="wedgeRoundRectCallout">
            <a:avLst>
              <a:gd name="adj1" fmla="val -40761"/>
              <a:gd name="adj2" fmla="val 88129"/>
              <a:gd name="adj3" fmla="val 16667"/>
            </a:avLst>
          </a:prstGeom>
          <a:solidFill>
            <a:srgbClr val="29648A">
              <a:alpha val="80000"/>
            </a:srgbClr>
          </a:solidFill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dirty="0" smtClean="0">
                <a:solidFill>
                  <a:schemeClr val="bg1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36DAA010-9D5B-A0EC-CBDD-C54C4921D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4A50068-F412-FB2A-EBCA-E6FF7B8783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2E9CCA"/>
                </a:solidFill>
                <a:latin typeface="Montserrat" panose="00000500000000000000" pitchFamily="2" charset="0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0713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K_Hotsp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C8F28B-A019-48FE-8FE4-1E359369A454}"/>
              </a:ext>
            </a:extLst>
          </p:cNvPr>
          <p:cNvSpPr txBox="1"/>
          <p:nvPr userDrawn="1"/>
        </p:nvSpPr>
        <p:spPr>
          <a:xfrm>
            <a:off x="0" y="6858000"/>
            <a:ext cx="3889206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 Hotspots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6E8F2312-97F1-1941-CB5B-085DA554087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27051" y="2890628"/>
            <a:ext cx="5504933" cy="2871997"/>
          </a:xfrm>
          <a:prstGeom prst="roundRect">
            <a:avLst>
              <a:gd name="adj" fmla="val 6194"/>
            </a:avLst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Insert thumbnail</a:t>
            </a:r>
            <a:endParaRPr lang="en-IN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7A9164FB-9657-3E66-CF5F-330CCAE9244E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160019" y="2886889"/>
            <a:ext cx="5504930" cy="2871997"/>
          </a:xfrm>
          <a:prstGeom prst="roundRect">
            <a:avLst>
              <a:gd name="adj" fmla="val 7032"/>
            </a:avLst>
          </a:prstGeom>
        </p:spPr>
        <p:txBody>
          <a:bodyPr anchor="ctr" anchorCtr="0">
            <a:normAutofit/>
          </a:bodyPr>
          <a:lstStyle>
            <a:lvl1pPr>
              <a:defRPr lang="en-IN" sz="2000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pPr marL="0" lvl="0" indent="0" algn="ctr">
              <a:buNone/>
            </a:pPr>
            <a:r>
              <a:rPr lang="en-US"/>
              <a:t>Insert thumbnail</a:t>
            </a:r>
            <a:endParaRPr lang="en-IN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37C00707-1923-3FC0-163F-4FBD2B0A445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7049" y="1940453"/>
            <a:ext cx="5504933" cy="843537"/>
          </a:xfrm>
          <a:prstGeom prst="roundRect">
            <a:avLst>
              <a:gd name="adj" fmla="val 20946"/>
            </a:avLst>
          </a:prstGeom>
        </p:spPr>
        <p:txBody>
          <a:bodyPr anchor="t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25274D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Add the button text here</a:t>
            </a:r>
            <a:endParaRPr lang="en-IN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8669180A-63EE-591F-11CC-3CC72809BD6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160019" y="1940453"/>
            <a:ext cx="5504929" cy="843537"/>
          </a:xfrm>
          <a:prstGeom prst="roundRect">
            <a:avLst>
              <a:gd name="adj" fmla="val 20946"/>
            </a:avLst>
          </a:prstGeom>
        </p:spPr>
        <p:txBody>
          <a:bodyPr anchor="t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25274D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Add the button text here</a:t>
            </a:r>
            <a:endParaRPr lang="en-IN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33BB8E1-CFB9-E904-24D3-273FF1A19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26A9316E-EC8E-9345-83E4-B44E739517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2E9CCA"/>
                </a:solidFill>
                <a:latin typeface="Montserrat" panose="00000500000000000000" pitchFamily="2" charset="0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30928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C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C8F28B-A019-48FE-8FE4-1E359369A454}"/>
              </a:ext>
            </a:extLst>
          </p:cNvPr>
          <p:cNvSpPr txBox="1"/>
          <p:nvPr userDrawn="1"/>
        </p:nvSpPr>
        <p:spPr>
          <a:xfrm>
            <a:off x="0" y="6858000"/>
            <a:ext cx="3531736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Quotes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1E2F8585-3C89-2D09-DC6F-B0E1F451EA7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71371" y="2528435"/>
            <a:ext cx="4805966" cy="2318328"/>
          </a:xfrm>
          <a:prstGeom prst="rect">
            <a:avLst/>
          </a:prstGeom>
        </p:spPr>
        <p:txBody>
          <a:bodyPr/>
          <a:lstStyle>
            <a:lvl1pPr marL="228611" indent="-228611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2E9CCA"/>
              </a:buClr>
              <a:buSzPct val="125000"/>
              <a:defRPr lang="en-US" sz="1800" b="0" kern="1200" dirty="0" smtClean="0">
                <a:solidFill>
                  <a:srgbClr val="25274D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  <a:lvl2pPr marL="474157" indent="-23178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0000"/>
              <a:buFont typeface="Arial" panose="020B0604020202020204" pitchFamily="34" charset="0"/>
              <a:buChar char="○"/>
              <a:defRPr sz="1867">
                <a:solidFill>
                  <a:schemeClr val="tx1"/>
                </a:solidFill>
                <a:latin typeface="+mn-lt"/>
              </a:defRPr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</a:lstStyle>
          <a:p>
            <a:pPr marL="242371" lvl="0" indent="-242371" algn="l" defTabSz="914446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/>
              <a:t>Quote</a:t>
            </a:r>
            <a:endParaRPr lang="en-IN"/>
          </a:p>
        </p:txBody>
      </p:sp>
      <p:grpSp>
        <p:nvGrpSpPr>
          <p:cNvPr id="17" name="Group 29">
            <a:extLst>
              <a:ext uri="{FF2B5EF4-FFF2-40B4-BE49-F238E27FC236}">
                <a16:creationId xmlns:a16="http://schemas.microsoft.com/office/drawing/2014/main" id="{D758CE2F-C77D-D143-9C32-F8BC30F19D7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6084333" y="2058194"/>
            <a:ext cx="5357668" cy="3637916"/>
            <a:chOff x="676" y="1349"/>
            <a:chExt cx="3564" cy="2420"/>
          </a:xfrm>
        </p:grpSpPr>
        <p:sp>
          <p:nvSpPr>
            <p:cNvPr id="18" name="Freeform 30">
              <a:extLst>
                <a:ext uri="{FF2B5EF4-FFF2-40B4-BE49-F238E27FC236}">
                  <a16:creationId xmlns:a16="http://schemas.microsoft.com/office/drawing/2014/main" id="{9D790D4B-DE54-77DC-E54D-0489BF7C3A64}"/>
                </a:ext>
              </a:extLst>
            </p:cNvPr>
            <p:cNvSpPr>
              <a:spLocks/>
            </p:cNvSpPr>
            <p:nvPr/>
          </p:nvSpPr>
          <p:spPr bwMode="auto">
            <a:xfrm>
              <a:off x="938" y="1349"/>
              <a:ext cx="169" cy="226"/>
            </a:xfrm>
            <a:custGeom>
              <a:avLst/>
              <a:gdLst>
                <a:gd name="T0" fmla="*/ 82 w 119"/>
                <a:gd name="T1" fmla="*/ 0 h 174"/>
                <a:gd name="T2" fmla="*/ 13 w 119"/>
                <a:gd name="T3" fmla="*/ 96 h 174"/>
                <a:gd name="T4" fmla="*/ 41 w 119"/>
                <a:gd name="T5" fmla="*/ 162 h 174"/>
                <a:gd name="T6" fmla="*/ 101 w 119"/>
                <a:gd name="T7" fmla="*/ 132 h 174"/>
                <a:gd name="T8" fmla="*/ 70 w 119"/>
                <a:gd name="T9" fmla="*/ 70 h 174"/>
                <a:gd name="T10" fmla="*/ 110 w 119"/>
                <a:gd name="T11" fmla="*/ 1 h 174"/>
                <a:gd name="T12" fmla="*/ 82 w 119"/>
                <a:gd name="T13" fmla="*/ 0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174">
                  <a:moveTo>
                    <a:pt x="82" y="0"/>
                  </a:moveTo>
                  <a:cubicBezTo>
                    <a:pt x="82" y="0"/>
                    <a:pt x="21" y="44"/>
                    <a:pt x="13" y="96"/>
                  </a:cubicBezTo>
                  <a:cubicBezTo>
                    <a:pt x="0" y="146"/>
                    <a:pt x="41" y="162"/>
                    <a:pt x="41" y="162"/>
                  </a:cubicBezTo>
                  <a:cubicBezTo>
                    <a:pt x="41" y="162"/>
                    <a:pt x="87" y="174"/>
                    <a:pt x="101" y="132"/>
                  </a:cubicBezTo>
                  <a:cubicBezTo>
                    <a:pt x="101" y="132"/>
                    <a:pt x="119" y="87"/>
                    <a:pt x="70" y="70"/>
                  </a:cubicBezTo>
                  <a:cubicBezTo>
                    <a:pt x="110" y="1"/>
                    <a:pt x="110" y="1"/>
                    <a:pt x="110" y="1"/>
                  </a:cubicBezTo>
                  <a:lnTo>
                    <a:pt x="82" y="0"/>
                  </a:lnTo>
                  <a:close/>
                </a:path>
              </a:pathLst>
            </a:custGeom>
            <a:solidFill>
              <a:srgbClr val="29648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Montserrat" panose="00000500000000000000" pitchFamily="2" charset="0"/>
              </a:endParaRPr>
            </a:p>
          </p:txBody>
        </p:sp>
        <p:sp>
          <p:nvSpPr>
            <p:cNvPr id="23" name="Freeform 31">
              <a:extLst>
                <a:ext uri="{FF2B5EF4-FFF2-40B4-BE49-F238E27FC236}">
                  <a16:creationId xmlns:a16="http://schemas.microsoft.com/office/drawing/2014/main" id="{EB81B1C5-838B-BCF0-F57E-6DF1D2B7B5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8" y="1349"/>
              <a:ext cx="170" cy="226"/>
            </a:xfrm>
            <a:custGeom>
              <a:avLst/>
              <a:gdLst>
                <a:gd name="T0" fmla="*/ 81 w 119"/>
                <a:gd name="T1" fmla="*/ 0 h 174"/>
                <a:gd name="T2" fmla="*/ 12 w 119"/>
                <a:gd name="T3" fmla="*/ 96 h 174"/>
                <a:gd name="T4" fmla="*/ 41 w 119"/>
                <a:gd name="T5" fmla="*/ 162 h 174"/>
                <a:gd name="T6" fmla="*/ 101 w 119"/>
                <a:gd name="T7" fmla="*/ 132 h 174"/>
                <a:gd name="T8" fmla="*/ 69 w 119"/>
                <a:gd name="T9" fmla="*/ 70 h 174"/>
                <a:gd name="T10" fmla="*/ 110 w 119"/>
                <a:gd name="T11" fmla="*/ 1 h 174"/>
                <a:gd name="T12" fmla="*/ 81 w 119"/>
                <a:gd name="T13" fmla="*/ 0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174">
                  <a:moveTo>
                    <a:pt x="81" y="0"/>
                  </a:moveTo>
                  <a:cubicBezTo>
                    <a:pt x="81" y="0"/>
                    <a:pt x="21" y="44"/>
                    <a:pt x="12" y="96"/>
                  </a:cubicBezTo>
                  <a:cubicBezTo>
                    <a:pt x="0" y="146"/>
                    <a:pt x="41" y="162"/>
                    <a:pt x="41" y="162"/>
                  </a:cubicBezTo>
                  <a:cubicBezTo>
                    <a:pt x="41" y="162"/>
                    <a:pt x="86" y="174"/>
                    <a:pt x="101" y="132"/>
                  </a:cubicBezTo>
                  <a:cubicBezTo>
                    <a:pt x="101" y="132"/>
                    <a:pt x="119" y="87"/>
                    <a:pt x="69" y="70"/>
                  </a:cubicBezTo>
                  <a:cubicBezTo>
                    <a:pt x="110" y="1"/>
                    <a:pt x="110" y="1"/>
                    <a:pt x="110" y="1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rgbClr val="29648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Montserrat" panose="00000500000000000000" pitchFamily="2" charset="0"/>
              </a:endParaRPr>
            </a:p>
          </p:txBody>
        </p:sp>
        <p:sp>
          <p:nvSpPr>
            <p:cNvPr id="24" name="Freeform 32">
              <a:extLst>
                <a:ext uri="{FF2B5EF4-FFF2-40B4-BE49-F238E27FC236}">
                  <a16:creationId xmlns:a16="http://schemas.microsoft.com/office/drawing/2014/main" id="{95DEF166-CFBF-C8EF-BD84-B354505C65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7" y="3301"/>
              <a:ext cx="169" cy="226"/>
            </a:xfrm>
            <a:custGeom>
              <a:avLst/>
              <a:gdLst>
                <a:gd name="T0" fmla="*/ 37 w 119"/>
                <a:gd name="T1" fmla="*/ 174 h 174"/>
                <a:gd name="T2" fmla="*/ 106 w 119"/>
                <a:gd name="T3" fmla="*/ 77 h 174"/>
                <a:gd name="T4" fmla="*/ 77 w 119"/>
                <a:gd name="T5" fmla="*/ 12 h 174"/>
                <a:gd name="T6" fmla="*/ 17 w 119"/>
                <a:gd name="T7" fmla="*/ 42 h 174"/>
                <a:gd name="T8" fmla="*/ 49 w 119"/>
                <a:gd name="T9" fmla="*/ 103 h 174"/>
                <a:gd name="T10" fmla="*/ 9 w 119"/>
                <a:gd name="T11" fmla="*/ 173 h 174"/>
                <a:gd name="T12" fmla="*/ 37 w 119"/>
                <a:gd name="T1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174">
                  <a:moveTo>
                    <a:pt x="37" y="174"/>
                  </a:moveTo>
                  <a:cubicBezTo>
                    <a:pt x="37" y="174"/>
                    <a:pt x="98" y="130"/>
                    <a:pt x="106" y="77"/>
                  </a:cubicBezTo>
                  <a:cubicBezTo>
                    <a:pt x="119" y="28"/>
                    <a:pt x="77" y="12"/>
                    <a:pt x="77" y="12"/>
                  </a:cubicBezTo>
                  <a:cubicBezTo>
                    <a:pt x="77" y="12"/>
                    <a:pt x="32" y="0"/>
                    <a:pt x="17" y="42"/>
                  </a:cubicBezTo>
                  <a:cubicBezTo>
                    <a:pt x="17" y="42"/>
                    <a:pt x="0" y="86"/>
                    <a:pt x="49" y="103"/>
                  </a:cubicBezTo>
                  <a:cubicBezTo>
                    <a:pt x="9" y="173"/>
                    <a:pt x="9" y="173"/>
                    <a:pt x="9" y="173"/>
                  </a:cubicBezTo>
                  <a:lnTo>
                    <a:pt x="37" y="174"/>
                  </a:lnTo>
                  <a:close/>
                </a:path>
              </a:pathLst>
            </a:custGeom>
            <a:solidFill>
              <a:srgbClr val="29648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Montserrat" panose="00000500000000000000" pitchFamily="2" charset="0"/>
              </a:endParaRPr>
            </a:p>
          </p:txBody>
        </p:sp>
        <p:sp>
          <p:nvSpPr>
            <p:cNvPr id="26" name="Freeform 33">
              <a:extLst>
                <a:ext uri="{FF2B5EF4-FFF2-40B4-BE49-F238E27FC236}">
                  <a16:creationId xmlns:a16="http://schemas.microsoft.com/office/drawing/2014/main" id="{7ED025E3-3D59-1316-4BCD-D428DEBA09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8" y="3301"/>
              <a:ext cx="170" cy="226"/>
            </a:xfrm>
            <a:custGeom>
              <a:avLst/>
              <a:gdLst>
                <a:gd name="T0" fmla="*/ 38 w 119"/>
                <a:gd name="T1" fmla="*/ 174 h 174"/>
                <a:gd name="T2" fmla="*/ 106 w 119"/>
                <a:gd name="T3" fmla="*/ 77 h 174"/>
                <a:gd name="T4" fmla="*/ 78 w 119"/>
                <a:gd name="T5" fmla="*/ 12 h 174"/>
                <a:gd name="T6" fmla="*/ 18 w 119"/>
                <a:gd name="T7" fmla="*/ 42 h 174"/>
                <a:gd name="T8" fmla="*/ 50 w 119"/>
                <a:gd name="T9" fmla="*/ 103 h 174"/>
                <a:gd name="T10" fmla="*/ 9 w 119"/>
                <a:gd name="T11" fmla="*/ 173 h 174"/>
                <a:gd name="T12" fmla="*/ 38 w 119"/>
                <a:gd name="T1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174">
                  <a:moveTo>
                    <a:pt x="38" y="174"/>
                  </a:moveTo>
                  <a:cubicBezTo>
                    <a:pt x="38" y="174"/>
                    <a:pt x="98" y="130"/>
                    <a:pt x="106" y="77"/>
                  </a:cubicBezTo>
                  <a:cubicBezTo>
                    <a:pt x="119" y="28"/>
                    <a:pt x="78" y="12"/>
                    <a:pt x="78" y="12"/>
                  </a:cubicBezTo>
                  <a:cubicBezTo>
                    <a:pt x="78" y="12"/>
                    <a:pt x="32" y="0"/>
                    <a:pt x="18" y="42"/>
                  </a:cubicBezTo>
                  <a:cubicBezTo>
                    <a:pt x="18" y="42"/>
                    <a:pt x="0" y="86"/>
                    <a:pt x="50" y="103"/>
                  </a:cubicBezTo>
                  <a:cubicBezTo>
                    <a:pt x="9" y="173"/>
                    <a:pt x="9" y="173"/>
                    <a:pt x="9" y="173"/>
                  </a:cubicBezTo>
                  <a:lnTo>
                    <a:pt x="38" y="174"/>
                  </a:lnTo>
                  <a:close/>
                </a:path>
              </a:pathLst>
            </a:custGeom>
            <a:solidFill>
              <a:srgbClr val="29648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Montserrat" panose="00000500000000000000" pitchFamily="2" charset="0"/>
              </a:endParaRPr>
            </a:p>
          </p:txBody>
        </p:sp>
        <p:sp>
          <p:nvSpPr>
            <p:cNvPr id="29" name="Freeform 34">
              <a:extLst>
                <a:ext uri="{FF2B5EF4-FFF2-40B4-BE49-F238E27FC236}">
                  <a16:creationId xmlns:a16="http://schemas.microsoft.com/office/drawing/2014/main" id="{97BDFF65-79B8-A2EE-F19B-7541ABA75E6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" y="1475"/>
              <a:ext cx="2924" cy="2294"/>
            </a:xfrm>
            <a:custGeom>
              <a:avLst/>
              <a:gdLst>
                <a:gd name="T0" fmla="*/ 122 w 1359"/>
                <a:gd name="T1" fmla="*/ 0 h 1414"/>
                <a:gd name="T2" fmla="*/ 70 w 1359"/>
                <a:gd name="T3" fmla="*/ 0 h 1414"/>
                <a:gd name="T4" fmla="*/ 0 w 1359"/>
                <a:gd name="T5" fmla="*/ 71 h 1414"/>
                <a:gd name="T6" fmla="*/ 0 w 1359"/>
                <a:gd name="T7" fmla="*/ 1062 h 1414"/>
                <a:gd name="T8" fmla="*/ 70 w 1359"/>
                <a:gd name="T9" fmla="*/ 1132 h 1414"/>
                <a:gd name="T10" fmla="*/ 393 w 1359"/>
                <a:gd name="T11" fmla="*/ 1132 h 1414"/>
                <a:gd name="T12" fmla="*/ 239 w 1359"/>
                <a:gd name="T13" fmla="*/ 1414 h 1414"/>
                <a:gd name="T14" fmla="*/ 652 w 1359"/>
                <a:gd name="T15" fmla="*/ 1132 h 1414"/>
                <a:gd name="T16" fmla="*/ 1359 w 1359"/>
                <a:gd name="T17" fmla="*/ 1132 h 1414"/>
                <a:gd name="connsiteX0" fmla="*/ 898 w 12453"/>
                <a:gd name="connsiteY0" fmla="*/ 0 h 10000"/>
                <a:gd name="connsiteX1" fmla="*/ 515 w 12453"/>
                <a:gd name="connsiteY1" fmla="*/ 0 h 10000"/>
                <a:gd name="connsiteX2" fmla="*/ 0 w 12453"/>
                <a:gd name="connsiteY2" fmla="*/ 502 h 10000"/>
                <a:gd name="connsiteX3" fmla="*/ 0 w 12453"/>
                <a:gd name="connsiteY3" fmla="*/ 7511 h 10000"/>
                <a:gd name="connsiteX4" fmla="*/ 515 w 12453"/>
                <a:gd name="connsiteY4" fmla="*/ 8006 h 10000"/>
                <a:gd name="connsiteX5" fmla="*/ 2892 w 12453"/>
                <a:gd name="connsiteY5" fmla="*/ 8006 h 10000"/>
                <a:gd name="connsiteX6" fmla="*/ 1759 w 12453"/>
                <a:gd name="connsiteY6" fmla="*/ 10000 h 10000"/>
                <a:gd name="connsiteX7" fmla="*/ 4798 w 12453"/>
                <a:gd name="connsiteY7" fmla="*/ 8006 h 10000"/>
                <a:gd name="connsiteX8" fmla="*/ 12453 w 12453"/>
                <a:gd name="connsiteY8" fmla="*/ 8006 h 10000"/>
                <a:gd name="connsiteX0" fmla="*/ 898 w 12453"/>
                <a:gd name="connsiteY0" fmla="*/ 0 h 9394"/>
                <a:gd name="connsiteX1" fmla="*/ 515 w 12453"/>
                <a:gd name="connsiteY1" fmla="*/ 0 h 9394"/>
                <a:gd name="connsiteX2" fmla="*/ 0 w 12453"/>
                <a:gd name="connsiteY2" fmla="*/ 502 h 9394"/>
                <a:gd name="connsiteX3" fmla="*/ 0 w 12453"/>
                <a:gd name="connsiteY3" fmla="*/ 7511 h 9394"/>
                <a:gd name="connsiteX4" fmla="*/ 515 w 12453"/>
                <a:gd name="connsiteY4" fmla="*/ 8006 h 9394"/>
                <a:gd name="connsiteX5" fmla="*/ 2892 w 12453"/>
                <a:gd name="connsiteY5" fmla="*/ 8006 h 9394"/>
                <a:gd name="connsiteX6" fmla="*/ 2364 w 12453"/>
                <a:gd name="connsiteY6" fmla="*/ 9394 h 9394"/>
                <a:gd name="connsiteX7" fmla="*/ 4798 w 12453"/>
                <a:gd name="connsiteY7" fmla="*/ 8006 h 9394"/>
                <a:gd name="connsiteX8" fmla="*/ 12453 w 12453"/>
                <a:gd name="connsiteY8" fmla="*/ 8006 h 9394"/>
                <a:gd name="connsiteX0" fmla="*/ 721 w 10000"/>
                <a:gd name="connsiteY0" fmla="*/ 0 h 10000"/>
                <a:gd name="connsiteX1" fmla="*/ 414 w 10000"/>
                <a:gd name="connsiteY1" fmla="*/ 0 h 10000"/>
                <a:gd name="connsiteX2" fmla="*/ 0 w 10000"/>
                <a:gd name="connsiteY2" fmla="*/ 534 h 10000"/>
                <a:gd name="connsiteX3" fmla="*/ 0 w 10000"/>
                <a:gd name="connsiteY3" fmla="*/ 7996 h 10000"/>
                <a:gd name="connsiteX4" fmla="*/ 414 w 10000"/>
                <a:gd name="connsiteY4" fmla="*/ 8522 h 10000"/>
                <a:gd name="connsiteX5" fmla="*/ 2322 w 10000"/>
                <a:gd name="connsiteY5" fmla="*/ 8522 h 10000"/>
                <a:gd name="connsiteX6" fmla="*/ 1898 w 10000"/>
                <a:gd name="connsiteY6" fmla="*/ 10000 h 10000"/>
                <a:gd name="connsiteX7" fmla="*/ 3853 w 10000"/>
                <a:gd name="connsiteY7" fmla="*/ 8522 h 10000"/>
                <a:gd name="connsiteX8" fmla="*/ 10000 w 10000"/>
                <a:gd name="connsiteY8" fmla="*/ 8522 h 10000"/>
                <a:gd name="connsiteX0" fmla="*/ 721 w 10000"/>
                <a:gd name="connsiteY0" fmla="*/ 0 h 10000"/>
                <a:gd name="connsiteX1" fmla="*/ 414 w 10000"/>
                <a:gd name="connsiteY1" fmla="*/ 0 h 10000"/>
                <a:gd name="connsiteX2" fmla="*/ 0 w 10000"/>
                <a:gd name="connsiteY2" fmla="*/ 534 h 10000"/>
                <a:gd name="connsiteX3" fmla="*/ 0 w 10000"/>
                <a:gd name="connsiteY3" fmla="*/ 7996 h 10000"/>
                <a:gd name="connsiteX4" fmla="*/ 414 w 10000"/>
                <a:gd name="connsiteY4" fmla="*/ 8522 h 10000"/>
                <a:gd name="connsiteX5" fmla="*/ 2322 w 10000"/>
                <a:gd name="connsiteY5" fmla="*/ 8522 h 10000"/>
                <a:gd name="connsiteX6" fmla="*/ 1898 w 10000"/>
                <a:gd name="connsiteY6" fmla="*/ 10000 h 10000"/>
                <a:gd name="connsiteX7" fmla="*/ 3853 w 10000"/>
                <a:gd name="connsiteY7" fmla="*/ 8522 h 10000"/>
                <a:gd name="connsiteX8" fmla="*/ 10000 w 10000"/>
                <a:gd name="connsiteY8" fmla="*/ 8522 h 10000"/>
                <a:gd name="connsiteX0" fmla="*/ 721 w 10000"/>
                <a:gd name="connsiteY0" fmla="*/ 0 h 10000"/>
                <a:gd name="connsiteX1" fmla="*/ 414 w 10000"/>
                <a:gd name="connsiteY1" fmla="*/ 0 h 10000"/>
                <a:gd name="connsiteX2" fmla="*/ 0 w 10000"/>
                <a:gd name="connsiteY2" fmla="*/ 534 h 10000"/>
                <a:gd name="connsiteX3" fmla="*/ 0 w 10000"/>
                <a:gd name="connsiteY3" fmla="*/ 7996 h 10000"/>
                <a:gd name="connsiteX4" fmla="*/ 414 w 10000"/>
                <a:gd name="connsiteY4" fmla="*/ 8522 h 10000"/>
                <a:gd name="connsiteX5" fmla="*/ 2322 w 10000"/>
                <a:gd name="connsiteY5" fmla="*/ 8522 h 10000"/>
                <a:gd name="connsiteX6" fmla="*/ 1898 w 10000"/>
                <a:gd name="connsiteY6" fmla="*/ 10000 h 10000"/>
                <a:gd name="connsiteX7" fmla="*/ 3853 w 10000"/>
                <a:gd name="connsiteY7" fmla="*/ 8522 h 10000"/>
                <a:gd name="connsiteX8" fmla="*/ 10000 w 10000"/>
                <a:gd name="connsiteY8" fmla="*/ 8522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000" h="10000">
                  <a:moveTo>
                    <a:pt x="721" y="0"/>
                  </a:moveTo>
                  <a:lnTo>
                    <a:pt x="414" y="0"/>
                  </a:lnTo>
                  <a:cubicBezTo>
                    <a:pt x="183" y="0"/>
                    <a:pt x="0" y="241"/>
                    <a:pt x="0" y="534"/>
                  </a:cubicBezTo>
                  <a:lnTo>
                    <a:pt x="0" y="7996"/>
                  </a:lnTo>
                  <a:cubicBezTo>
                    <a:pt x="0" y="8288"/>
                    <a:pt x="183" y="8522"/>
                    <a:pt x="414" y="8522"/>
                  </a:cubicBezTo>
                  <a:lnTo>
                    <a:pt x="2322" y="8522"/>
                  </a:lnTo>
                  <a:cubicBezTo>
                    <a:pt x="2323" y="8523"/>
                    <a:pt x="2040" y="9507"/>
                    <a:pt x="1898" y="10000"/>
                  </a:cubicBezTo>
                  <a:lnTo>
                    <a:pt x="3853" y="8522"/>
                  </a:lnTo>
                  <a:lnTo>
                    <a:pt x="10000" y="8522"/>
                  </a:lnTo>
                </a:path>
              </a:pathLst>
            </a:custGeom>
            <a:noFill/>
            <a:ln w="50800" cap="rnd">
              <a:solidFill>
                <a:srgbClr val="29648A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rgbClr val="2E9CCA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30" name="Freeform 35">
              <a:extLst>
                <a:ext uri="{FF2B5EF4-FFF2-40B4-BE49-F238E27FC236}">
                  <a16:creationId xmlns:a16="http://schemas.microsoft.com/office/drawing/2014/main" id="{7CEE3CFF-CA47-F64E-71C6-B8B1054C34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0" y="1475"/>
              <a:ext cx="2880" cy="1955"/>
            </a:xfrm>
            <a:custGeom>
              <a:avLst/>
              <a:gdLst>
                <a:gd name="T0" fmla="*/ 1241 w 1346"/>
                <a:gd name="T1" fmla="*/ 1132 h 1132"/>
                <a:gd name="T2" fmla="*/ 1276 w 1346"/>
                <a:gd name="T3" fmla="*/ 1132 h 1132"/>
                <a:gd name="T4" fmla="*/ 1346 w 1346"/>
                <a:gd name="T5" fmla="*/ 1062 h 1132"/>
                <a:gd name="T6" fmla="*/ 1346 w 1346"/>
                <a:gd name="T7" fmla="*/ 71 h 1132"/>
                <a:gd name="T8" fmla="*/ 1276 w 1346"/>
                <a:gd name="T9" fmla="*/ 0 h 1132"/>
                <a:gd name="T10" fmla="*/ 0 w 1346"/>
                <a:gd name="T11" fmla="*/ 0 h 1132"/>
                <a:gd name="connsiteX0" fmla="*/ 11343 w 12123"/>
                <a:gd name="connsiteY0" fmla="*/ 10000 h 10000"/>
                <a:gd name="connsiteX1" fmla="*/ 11603 w 12123"/>
                <a:gd name="connsiteY1" fmla="*/ 10000 h 10000"/>
                <a:gd name="connsiteX2" fmla="*/ 12123 w 12123"/>
                <a:gd name="connsiteY2" fmla="*/ 9382 h 10000"/>
                <a:gd name="connsiteX3" fmla="*/ 12123 w 12123"/>
                <a:gd name="connsiteY3" fmla="*/ 627 h 10000"/>
                <a:gd name="connsiteX4" fmla="*/ 11603 w 12123"/>
                <a:gd name="connsiteY4" fmla="*/ 0 h 10000"/>
                <a:gd name="connsiteX5" fmla="*/ 0 w 12123"/>
                <a:gd name="connsiteY5" fmla="*/ 47 h 10000"/>
                <a:gd name="connsiteX0" fmla="*/ 11601 w 12381"/>
                <a:gd name="connsiteY0" fmla="*/ 10000 h 10000"/>
                <a:gd name="connsiteX1" fmla="*/ 11861 w 12381"/>
                <a:gd name="connsiteY1" fmla="*/ 10000 h 10000"/>
                <a:gd name="connsiteX2" fmla="*/ 12381 w 12381"/>
                <a:gd name="connsiteY2" fmla="*/ 9382 h 10000"/>
                <a:gd name="connsiteX3" fmla="*/ 12381 w 12381"/>
                <a:gd name="connsiteY3" fmla="*/ 627 h 10000"/>
                <a:gd name="connsiteX4" fmla="*/ 11861 w 12381"/>
                <a:gd name="connsiteY4" fmla="*/ 0 h 10000"/>
                <a:gd name="connsiteX5" fmla="*/ 0 w 12381"/>
                <a:gd name="connsiteY5" fmla="*/ 47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381" h="10000">
                  <a:moveTo>
                    <a:pt x="11601" y="10000"/>
                  </a:moveTo>
                  <a:lnTo>
                    <a:pt x="11861" y="10000"/>
                  </a:lnTo>
                  <a:cubicBezTo>
                    <a:pt x="12151" y="10000"/>
                    <a:pt x="12381" y="9726"/>
                    <a:pt x="12381" y="9382"/>
                  </a:cubicBezTo>
                  <a:lnTo>
                    <a:pt x="12381" y="627"/>
                  </a:lnTo>
                  <a:cubicBezTo>
                    <a:pt x="12381" y="283"/>
                    <a:pt x="12151" y="0"/>
                    <a:pt x="11861" y="0"/>
                  </a:cubicBezTo>
                  <a:lnTo>
                    <a:pt x="0" y="47"/>
                  </a:lnTo>
                </a:path>
              </a:pathLst>
            </a:custGeom>
            <a:noFill/>
            <a:ln w="50800" cap="rnd">
              <a:solidFill>
                <a:srgbClr val="29648A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Montserrat" panose="00000500000000000000" pitchFamily="2" charset="0"/>
              </a:endParaRPr>
            </a:p>
          </p:txBody>
        </p:sp>
      </p:grp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EB2D5514-68FA-24AF-514D-C592D9134038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49998" y="2058192"/>
            <a:ext cx="4948279" cy="3690197"/>
          </a:xfrm>
          <a:prstGeom prst="roundRect">
            <a:avLst>
              <a:gd name="adj" fmla="val 5992"/>
            </a:avLst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F5F5F5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Icon</a:t>
            </a:r>
            <a:endParaRPr lang="en-IN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A83EFF81-2112-4C73-5B0A-99C942195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AA90C228-7093-437C-77C5-030C276720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2E9CCA"/>
                </a:solidFill>
                <a:latin typeface="Montserrat" panose="00000500000000000000" pitchFamily="2" charset="0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73953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D_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C8F28B-A019-48FE-8FE4-1E359369A454}"/>
              </a:ext>
            </a:extLst>
          </p:cNvPr>
          <p:cNvSpPr txBox="1"/>
          <p:nvPr userDrawn="1"/>
        </p:nvSpPr>
        <p:spPr>
          <a:xfrm>
            <a:off x="0" y="6858000"/>
            <a:ext cx="3725700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Question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01E354DD-8A2B-99EF-4EDA-AD332F4AD26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909263" y="2669460"/>
            <a:ext cx="4034337" cy="280490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aseline="0">
                <a:solidFill>
                  <a:srgbClr val="25274D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marL="0" marR="0" lvl="0" indent="0" algn="ctr" defTabSz="91444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Question?</a:t>
            </a:r>
          </a:p>
        </p:txBody>
      </p:sp>
      <p:pic>
        <p:nvPicPr>
          <p:cNvPr id="6" name="Graphic 5" descr="Badge Question Mark with solid fill">
            <a:extLst>
              <a:ext uri="{FF2B5EF4-FFF2-40B4-BE49-F238E27FC236}">
                <a16:creationId xmlns:a16="http://schemas.microsoft.com/office/drawing/2014/main" id="{EFA3CD5E-5B5C-AECB-72F3-CE5CFE94E6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1648" y="3548481"/>
            <a:ext cx="991202" cy="991202"/>
          </a:xfrm>
          <a:prstGeom prst="rect">
            <a:avLst/>
          </a:prstGeom>
        </p:spPr>
      </p:pic>
      <p:sp>
        <p:nvSpPr>
          <p:cNvPr id="19" name="Freeform 14">
            <a:extLst>
              <a:ext uri="{FF2B5EF4-FFF2-40B4-BE49-F238E27FC236}">
                <a16:creationId xmlns:a16="http://schemas.microsoft.com/office/drawing/2014/main" id="{0DBE1CC4-09E1-32FD-535A-AF86B95AFE7A}"/>
              </a:ext>
            </a:extLst>
          </p:cNvPr>
          <p:cNvSpPr>
            <a:spLocks/>
          </p:cNvSpPr>
          <p:nvPr userDrawn="1"/>
        </p:nvSpPr>
        <p:spPr bwMode="auto">
          <a:xfrm>
            <a:off x="1283436" y="2192572"/>
            <a:ext cx="217049" cy="324244"/>
          </a:xfrm>
          <a:custGeom>
            <a:avLst/>
            <a:gdLst>
              <a:gd name="T0" fmla="*/ 82 w 119"/>
              <a:gd name="T1" fmla="*/ 0 h 174"/>
              <a:gd name="T2" fmla="*/ 13 w 119"/>
              <a:gd name="T3" fmla="*/ 96 h 174"/>
              <a:gd name="T4" fmla="*/ 41 w 119"/>
              <a:gd name="T5" fmla="*/ 162 h 174"/>
              <a:gd name="T6" fmla="*/ 101 w 119"/>
              <a:gd name="T7" fmla="*/ 132 h 174"/>
              <a:gd name="T8" fmla="*/ 70 w 119"/>
              <a:gd name="T9" fmla="*/ 70 h 174"/>
              <a:gd name="T10" fmla="*/ 110 w 119"/>
              <a:gd name="T11" fmla="*/ 1 h 174"/>
              <a:gd name="T12" fmla="*/ 82 w 119"/>
              <a:gd name="T13" fmla="*/ 0 h 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9" h="174">
                <a:moveTo>
                  <a:pt x="82" y="0"/>
                </a:moveTo>
                <a:cubicBezTo>
                  <a:pt x="82" y="0"/>
                  <a:pt x="21" y="44"/>
                  <a:pt x="13" y="96"/>
                </a:cubicBezTo>
                <a:cubicBezTo>
                  <a:pt x="0" y="146"/>
                  <a:pt x="41" y="162"/>
                  <a:pt x="41" y="162"/>
                </a:cubicBezTo>
                <a:cubicBezTo>
                  <a:pt x="41" y="162"/>
                  <a:pt x="87" y="174"/>
                  <a:pt x="101" y="132"/>
                </a:cubicBezTo>
                <a:cubicBezTo>
                  <a:pt x="101" y="132"/>
                  <a:pt x="119" y="87"/>
                  <a:pt x="70" y="70"/>
                </a:cubicBezTo>
                <a:cubicBezTo>
                  <a:pt x="110" y="1"/>
                  <a:pt x="110" y="1"/>
                  <a:pt x="110" y="1"/>
                </a:cubicBezTo>
                <a:lnTo>
                  <a:pt x="82" y="0"/>
                </a:lnTo>
                <a:close/>
              </a:path>
            </a:pathLst>
          </a:custGeom>
          <a:solidFill>
            <a:srgbClr val="29648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800">
              <a:latin typeface="+mn-lt"/>
            </a:endParaRPr>
          </a:p>
        </p:txBody>
      </p:sp>
      <p:sp>
        <p:nvSpPr>
          <p:cNvPr id="29" name="Freeform 15">
            <a:extLst>
              <a:ext uri="{FF2B5EF4-FFF2-40B4-BE49-F238E27FC236}">
                <a16:creationId xmlns:a16="http://schemas.microsoft.com/office/drawing/2014/main" id="{E8C27CE6-8334-C262-E3B9-3DD363F7DCE1}"/>
              </a:ext>
            </a:extLst>
          </p:cNvPr>
          <p:cNvSpPr>
            <a:spLocks/>
          </p:cNvSpPr>
          <p:nvPr userDrawn="1"/>
        </p:nvSpPr>
        <p:spPr bwMode="auto">
          <a:xfrm>
            <a:off x="1546898" y="2192572"/>
            <a:ext cx="217049" cy="324244"/>
          </a:xfrm>
          <a:custGeom>
            <a:avLst/>
            <a:gdLst>
              <a:gd name="T0" fmla="*/ 81 w 119"/>
              <a:gd name="T1" fmla="*/ 0 h 174"/>
              <a:gd name="T2" fmla="*/ 12 w 119"/>
              <a:gd name="T3" fmla="*/ 96 h 174"/>
              <a:gd name="T4" fmla="*/ 41 w 119"/>
              <a:gd name="T5" fmla="*/ 162 h 174"/>
              <a:gd name="T6" fmla="*/ 101 w 119"/>
              <a:gd name="T7" fmla="*/ 132 h 174"/>
              <a:gd name="T8" fmla="*/ 69 w 119"/>
              <a:gd name="T9" fmla="*/ 70 h 174"/>
              <a:gd name="T10" fmla="*/ 110 w 119"/>
              <a:gd name="T11" fmla="*/ 1 h 174"/>
              <a:gd name="T12" fmla="*/ 81 w 119"/>
              <a:gd name="T13" fmla="*/ 0 h 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9" h="174">
                <a:moveTo>
                  <a:pt x="81" y="0"/>
                </a:moveTo>
                <a:cubicBezTo>
                  <a:pt x="81" y="0"/>
                  <a:pt x="21" y="44"/>
                  <a:pt x="12" y="96"/>
                </a:cubicBezTo>
                <a:cubicBezTo>
                  <a:pt x="0" y="146"/>
                  <a:pt x="41" y="162"/>
                  <a:pt x="41" y="162"/>
                </a:cubicBezTo>
                <a:cubicBezTo>
                  <a:pt x="41" y="162"/>
                  <a:pt x="86" y="174"/>
                  <a:pt x="101" y="132"/>
                </a:cubicBezTo>
                <a:cubicBezTo>
                  <a:pt x="101" y="132"/>
                  <a:pt x="119" y="87"/>
                  <a:pt x="69" y="70"/>
                </a:cubicBezTo>
                <a:cubicBezTo>
                  <a:pt x="110" y="1"/>
                  <a:pt x="110" y="1"/>
                  <a:pt x="110" y="1"/>
                </a:cubicBezTo>
                <a:lnTo>
                  <a:pt x="81" y="0"/>
                </a:lnTo>
                <a:close/>
              </a:path>
            </a:pathLst>
          </a:custGeom>
          <a:solidFill>
            <a:srgbClr val="29648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800">
              <a:latin typeface="+mn-lt"/>
            </a:endParaRPr>
          </a:p>
        </p:txBody>
      </p:sp>
      <p:sp>
        <p:nvSpPr>
          <p:cNvPr id="30" name="Freeform 16">
            <a:extLst>
              <a:ext uri="{FF2B5EF4-FFF2-40B4-BE49-F238E27FC236}">
                <a16:creationId xmlns:a16="http://schemas.microsoft.com/office/drawing/2014/main" id="{8206DC8F-522B-C21C-B37E-46DAACABE952}"/>
              </a:ext>
            </a:extLst>
          </p:cNvPr>
          <p:cNvSpPr>
            <a:spLocks/>
          </p:cNvSpPr>
          <p:nvPr userDrawn="1"/>
        </p:nvSpPr>
        <p:spPr bwMode="auto">
          <a:xfrm>
            <a:off x="5527379" y="5586267"/>
            <a:ext cx="218414" cy="324244"/>
          </a:xfrm>
          <a:custGeom>
            <a:avLst/>
            <a:gdLst>
              <a:gd name="T0" fmla="*/ 37 w 119"/>
              <a:gd name="T1" fmla="*/ 174 h 174"/>
              <a:gd name="T2" fmla="*/ 106 w 119"/>
              <a:gd name="T3" fmla="*/ 77 h 174"/>
              <a:gd name="T4" fmla="*/ 77 w 119"/>
              <a:gd name="T5" fmla="*/ 12 h 174"/>
              <a:gd name="T6" fmla="*/ 17 w 119"/>
              <a:gd name="T7" fmla="*/ 42 h 174"/>
              <a:gd name="T8" fmla="*/ 49 w 119"/>
              <a:gd name="T9" fmla="*/ 103 h 174"/>
              <a:gd name="T10" fmla="*/ 9 w 119"/>
              <a:gd name="T11" fmla="*/ 173 h 174"/>
              <a:gd name="T12" fmla="*/ 37 w 119"/>
              <a:gd name="T13" fmla="*/ 174 h 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9" h="174">
                <a:moveTo>
                  <a:pt x="37" y="174"/>
                </a:moveTo>
                <a:cubicBezTo>
                  <a:pt x="37" y="174"/>
                  <a:pt x="98" y="130"/>
                  <a:pt x="106" y="77"/>
                </a:cubicBezTo>
                <a:cubicBezTo>
                  <a:pt x="119" y="28"/>
                  <a:pt x="77" y="12"/>
                  <a:pt x="77" y="12"/>
                </a:cubicBezTo>
                <a:cubicBezTo>
                  <a:pt x="77" y="12"/>
                  <a:pt x="32" y="0"/>
                  <a:pt x="17" y="42"/>
                </a:cubicBezTo>
                <a:cubicBezTo>
                  <a:pt x="17" y="42"/>
                  <a:pt x="0" y="86"/>
                  <a:pt x="49" y="103"/>
                </a:cubicBezTo>
                <a:cubicBezTo>
                  <a:pt x="9" y="173"/>
                  <a:pt x="9" y="173"/>
                  <a:pt x="9" y="173"/>
                </a:cubicBezTo>
                <a:lnTo>
                  <a:pt x="37" y="174"/>
                </a:lnTo>
                <a:close/>
              </a:path>
            </a:pathLst>
          </a:custGeom>
          <a:solidFill>
            <a:srgbClr val="29648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800">
              <a:latin typeface="+mn-lt"/>
            </a:endParaRPr>
          </a:p>
        </p:txBody>
      </p:sp>
      <p:sp>
        <p:nvSpPr>
          <p:cNvPr id="31" name="Freeform 17">
            <a:extLst>
              <a:ext uri="{FF2B5EF4-FFF2-40B4-BE49-F238E27FC236}">
                <a16:creationId xmlns:a16="http://schemas.microsoft.com/office/drawing/2014/main" id="{EF08CA49-199C-9351-24B0-9986F600C17E}"/>
              </a:ext>
            </a:extLst>
          </p:cNvPr>
          <p:cNvSpPr>
            <a:spLocks/>
          </p:cNvSpPr>
          <p:nvPr userDrawn="1"/>
        </p:nvSpPr>
        <p:spPr bwMode="auto">
          <a:xfrm>
            <a:off x="5265282" y="5586267"/>
            <a:ext cx="217049" cy="324244"/>
          </a:xfrm>
          <a:custGeom>
            <a:avLst/>
            <a:gdLst>
              <a:gd name="T0" fmla="*/ 38 w 119"/>
              <a:gd name="T1" fmla="*/ 174 h 174"/>
              <a:gd name="T2" fmla="*/ 106 w 119"/>
              <a:gd name="T3" fmla="*/ 77 h 174"/>
              <a:gd name="T4" fmla="*/ 78 w 119"/>
              <a:gd name="T5" fmla="*/ 12 h 174"/>
              <a:gd name="T6" fmla="*/ 18 w 119"/>
              <a:gd name="T7" fmla="*/ 42 h 174"/>
              <a:gd name="T8" fmla="*/ 50 w 119"/>
              <a:gd name="T9" fmla="*/ 103 h 174"/>
              <a:gd name="T10" fmla="*/ 9 w 119"/>
              <a:gd name="T11" fmla="*/ 173 h 174"/>
              <a:gd name="T12" fmla="*/ 38 w 119"/>
              <a:gd name="T13" fmla="*/ 174 h 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9" h="174">
                <a:moveTo>
                  <a:pt x="38" y="174"/>
                </a:moveTo>
                <a:cubicBezTo>
                  <a:pt x="38" y="174"/>
                  <a:pt x="98" y="130"/>
                  <a:pt x="106" y="77"/>
                </a:cubicBezTo>
                <a:cubicBezTo>
                  <a:pt x="119" y="28"/>
                  <a:pt x="78" y="12"/>
                  <a:pt x="78" y="12"/>
                </a:cubicBezTo>
                <a:cubicBezTo>
                  <a:pt x="78" y="12"/>
                  <a:pt x="32" y="0"/>
                  <a:pt x="18" y="42"/>
                </a:cubicBezTo>
                <a:cubicBezTo>
                  <a:pt x="18" y="42"/>
                  <a:pt x="0" y="86"/>
                  <a:pt x="50" y="103"/>
                </a:cubicBezTo>
                <a:cubicBezTo>
                  <a:pt x="9" y="173"/>
                  <a:pt x="9" y="173"/>
                  <a:pt x="9" y="173"/>
                </a:cubicBezTo>
                <a:lnTo>
                  <a:pt x="38" y="174"/>
                </a:lnTo>
                <a:close/>
              </a:path>
            </a:pathLst>
          </a:custGeom>
          <a:solidFill>
            <a:srgbClr val="29648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800">
              <a:latin typeface="+mn-lt"/>
            </a:endParaRPr>
          </a:p>
        </p:txBody>
      </p:sp>
      <p:sp>
        <p:nvSpPr>
          <p:cNvPr id="32" name="Freeform 18">
            <a:extLst>
              <a:ext uri="{FF2B5EF4-FFF2-40B4-BE49-F238E27FC236}">
                <a16:creationId xmlns:a16="http://schemas.microsoft.com/office/drawing/2014/main" id="{AF0AA9F3-A914-7E75-AAC1-8066A7FC7BF6}"/>
              </a:ext>
            </a:extLst>
          </p:cNvPr>
          <p:cNvSpPr>
            <a:spLocks/>
          </p:cNvSpPr>
          <p:nvPr userDrawn="1"/>
        </p:nvSpPr>
        <p:spPr bwMode="auto">
          <a:xfrm>
            <a:off x="782421" y="2355050"/>
            <a:ext cx="4337545" cy="3393339"/>
          </a:xfrm>
          <a:custGeom>
            <a:avLst/>
            <a:gdLst>
              <a:gd name="T0" fmla="*/ 122 w 1359"/>
              <a:gd name="T1" fmla="*/ 0 h 688"/>
              <a:gd name="T2" fmla="*/ 70 w 1359"/>
              <a:gd name="T3" fmla="*/ 0 h 688"/>
              <a:gd name="T4" fmla="*/ 0 w 1359"/>
              <a:gd name="T5" fmla="*/ 71 h 688"/>
              <a:gd name="T6" fmla="*/ 0 w 1359"/>
              <a:gd name="T7" fmla="*/ 618 h 688"/>
              <a:gd name="T8" fmla="*/ 70 w 1359"/>
              <a:gd name="T9" fmla="*/ 688 h 688"/>
              <a:gd name="T10" fmla="*/ 393 w 1359"/>
              <a:gd name="T11" fmla="*/ 688 h 688"/>
              <a:gd name="T12" fmla="*/ 652 w 1359"/>
              <a:gd name="T13" fmla="*/ 688 h 688"/>
              <a:gd name="T14" fmla="*/ 1359 w 1359"/>
              <a:gd name="T15" fmla="*/ 688 h 688"/>
              <a:gd name="connsiteX0" fmla="*/ 898 w 10520"/>
              <a:gd name="connsiteY0" fmla="*/ 0 h 10000"/>
              <a:gd name="connsiteX1" fmla="*/ 515 w 10520"/>
              <a:gd name="connsiteY1" fmla="*/ 0 h 10000"/>
              <a:gd name="connsiteX2" fmla="*/ 0 w 10520"/>
              <a:gd name="connsiteY2" fmla="*/ 1032 h 10000"/>
              <a:gd name="connsiteX3" fmla="*/ 0 w 10520"/>
              <a:gd name="connsiteY3" fmla="*/ 8983 h 10000"/>
              <a:gd name="connsiteX4" fmla="*/ 515 w 10520"/>
              <a:gd name="connsiteY4" fmla="*/ 10000 h 10000"/>
              <a:gd name="connsiteX5" fmla="*/ 2892 w 10520"/>
              <a:gd name="connsiteY5" fmla="*/ 10000 h 10000"/>
              <a:gd name="connsiteX6" fmla="*/ 4798 w 10520"/>
              <a:gd name="connsiteY6" fmla="*/ 10000 h 10000"/>
              <a:gd name="connsiteX7" fmla="*/ 10520 w 10520"/>
              <a:gd name="connsiteY7" fmla="*/ 10000 h 10000"/>
              <a:gd name="connsiteX0" fmla="*/ 898 w 4798"/>
              <a:gd name="connsiteY0" fmla="*/ 0 h 10000"/>
              <a:gd name="connsiteX1" fmla="*/ 515 w 4798"/>
              <a:gd name="connsiteY1" fmla="*/ 0 h 10000"/>
              <a:gd name="connsiteX2" fmla="*/ 0 w 4798"/>
              <a:gd name="connsiteY2" fmla="*/ 1032 h 10000"/>
              <a:gd name="connsiteX3" fmla="*/ 0 w 4798"/>
              <a:gd name="connsiteY3" fmla="*/ 8983 h 10000"/>
              <a:gd name="connsiteX4" fmla="*/ 515 w 4798"/>
              <a:gd name="connsiteY4" fmla="*/ 10000 h 10000"/>
              <a:gd name="connsiteX5" fmla="*/ 2892 w 4798"/>
              <a:gd name="connsiteY5" fmla="*/ 10000 h 10000"/>
              <a:gd name="connsiteX6" fmla="*/ 4798 w 4798"/>
              <a:gd name="connsiteY6" fmla="*/ 10000 h 10000"/>
              <a:gd name="connsiteX0" fmla="*/ 1872 w 20575"/>
              <a:gd name="connsiteY0" fmla="*/ 0 h 10000"/>
              <a:gd name="connsiteX1" fmla="*/ 1073 w 20575"/>
              <a:gd name="connsiteY1" fmla="*/ 0 h 10000"/>
              <a:gd name="connsiteX2" fmla="*/ 0 w 20575"/>
              <a:gd name="connsiteY2" fmla="*/ 1032 h 10000"/>
              <a:gd name="connsiteX3" fmla="*/ 0 w 20575"/>
              <a:gd name="connsiteY3" fmla="*/ 8983 h 10000"/>
              <a:gd name="connsiteX4" fmla="*/ 1073 w 20575"/>
              <a:gd name="connsiteY4" fmla="*/ 10000 h 10000"/>
              <a:gd name="connsiteX5" fmla="*/ 6028 w 20575"/>
              <a:gd name="connsiteY5" fmla="*/ 10000 h 10000"/>
              <a:gd name="connsiteX6" fmla="*/ 20575 w 20575"/>
              <a:gd name="connsiteY6" fmla="*/ 9952 h 10000"/>
              <a:gd name="connsiteX0" fmla="*/ 1872 w 20575"/>
              <a:gd name="connsiteY0" fmla="*/ 0 h 10096"/>
              <a:gd name="connsiteX1" fmla="*/ 1073 w 20575"/>
              <a:gd name="connsiteY1" fmla="*/ 0 h 10096"/>
              <a:gd name="connsiteX2" fmla="*/ 0 w 20575"/>
              <a:gd name="connsiteY2" fmla="*/ 1032 h 10096"/>
              <a:gd name="connsiteX3" fmla="*/ 0 w 20575"/>
              <a:gd name="connsiteY3" fmla="*/ 8983 h 10096"/>
              <a:gd name="connsiteX4" fmla="*/ 1073 w 20575"/>
              <a:gd name="connsiteY4" fmla="*/ 10000 h 10096"/>
              <a:gd name="connsiteX5" fmla="*/ 6028 w 20575"/>
              <a:gd name="connsiteY5" fmla="*/ 10000 h 10096"/>
              <a:gd name="connsiteX6" fmla="*/ 20575 w 20575"/>
              <a:gd name="connsiteY6" fmla="*/ 10096 h 10096"/>
              <a:gd name="connsiteX0" fmla="*/ 1872 w 20575"/>
              <a:gd name="connsiteY0" fmla="*/ 0 h 10000"/>
              <a:gd name="connsiteX1" fmla="*/ 1073 w 20575"/>
              <a:gd name="connsiteY1" fmla="*/ 0 h 10000"/>
              <a:gd name="connsiteX2" fmla="*/ 0 w 20575"/>
              <a:gd name="connsiteY2" fmla="*/ 1032 h 10000"/>
              <a:gd name="connsiteX3" fmla="*/ 0 w 20575"/>
              <a:gd name="connsiteY3" fmla="*/ 8983 h 10000"/>
              <a:gd name="connsiteX4" fmla="*/ 1073 w 20575"/>
              <a:gd name="connsiteY4" fmla="*/ 10000 h 10000"/>
              <a:gd name="connsiteX5" fmla="*/ 6028 w 20575"/>
              <a:gd name="connsiteY5" fmla="*/ 10000 h 10000"/>
              <a:gd name="connsiteX6" fmla="*/ 20575 w 20575"/>
              <a:gd name="connsiteY6" fmla="*/ 9905 h 10000"/>
              <a:gd name="connsiteX0" fmla="*/ 1872 w 20635"/>
              <a:gd name="connsiteY0" fmla="*/ 0 h 10049"/>
              <a:gd name="connsiteX1" fmla="*/ 1073 w 20635"/>
              <a:gd name="connsiteY1" fmla="*/ 0 h 10049"/>
              <a:gd name="connsiteX2" fmla="*/ 0 w 20635"/>
              <a:gd name="connsiteY2" fmla="*/ 1032 h 10049"/>
              <a:gd name="connsiteX3" fmla="*/ 0 w 20635"/>
              <a:gd name="connsiteY3" fmla="*/ 8983 h 10049"/>
              <a:gd name="connsiteX4" fmla="*/ 1073 w 20635"/>
              <a:gd name="connsiteY4" fmla="*/ 10000 h 10049"/>
              <a:gd name="connsiteX5" fmla="*/ 6028 w 20635"/>
              <a:gd name="connsiteY5" fmla="*/ 10000 h 10049"/>
              <a:gd name="connsiteX6" fmla="*/ 20635 w 20635"/>
              <a:gd name="connsiteY6" fmla="*/ 10049 h 10049"/>
              <a:gd name="connsiteX0" fmla="*/ 1872 w 20515"/>
              <a:gd name="connsiteY0" fmla="*/ 0 h 10001"/>
              <a:gd name="connsiteX1" fmla="*/ 1073 w 20515"/>
              <a:gd name="connsiteY1" fmla="*/ 0 h 10001"/>
              <a:gd name="connsiteX2" fmla="*/ 0 w 20515"/>
              <a:gd name="connsiteY2" fmla="*/ 1032 h 10001"/>
              <a:gd name="connsiteX3" fmla="*/ 0 w 20515"/>
              <a:gd name="connsiteY3" fmla="*/ 8983 h 10001"/>
              <a:gd name="connsiteX4" fmla="*/ 1073 w 20515"/>
              <a:gd name="connsiteY4" fmla="*/ 10000 h 10001"/>
              <a:gd name="connsiteX5" fmla="*/ 6028 w 20515"/>
              <a:gd name="connsiteY5" fmla="*/ 10000 h 10001"/>
              <a:gd name="connsiteX6" fmla="*/ 20515 w 20515"/>
              <a:gd name="connsiteY6" fmla="*/ 10001 h 10001"/>
              <a:gd name="connsiteX0" fmla="*/ 1872 w 20515"/>
              <a:gd name="connsiteY0" fmla="*/ 0 h 10001"/>
              <a:gd name="connsiteX1" fmla="*/ 1073 w 20515"/>
              <a:gd name="connsiteY1" fmla="*/ 0 h 10001"/>
              <a:gd name="connsiteX2" fmla="*/ 0 w 20515"/>
              <a:gd name="connsiteY2" fmla="*/ 1032 h 10001"/>
              <a:gd name="connsiteX3" fmla="*/ 0 w 20515"/>
              <a:gd name="connsiteY3" fmla="*/ 8983 h 10001"/>
              <a:gd name="connsiteX4" fmla="*/ 1073 w 20515"/>
              <a:gd name="connsiteY4" fmla="*/ 10000 h 10001"/>
              <a:gd name="connsiteX5" fmla="*/ 6028 w 20515"/>
              <a:gd name="connsiteY5" fmla="*/ 10000 h 10001"/>
              <a:gd name="connsiteX6" fmla="*/ 20515 w 20515"/>
              <a:gd name="connsiteY6" fmla="*/ 10001 h 10001"/>
              <a:gd name="connsiteX0" fmla="*/ 1872 w 20515"/>
              <a:gd name="connsiteY0" fmla="*/ 0 h 10001"/>
              <a:gd name="connsiteX1" fmla="*/ 1073 w 20515"/>
              <a:gd name="connsiteY1" fmla="*/ 0 h 10001"/>
              <a:gd name="connsiteX2" fmla="*/ 0 w 20515"/>
              <a:gd name="connsiteY2" fmla="*/ 1032 h 10001"/>
              <a:gd name="connsiteX3" fmla="*/ 0 w 20515"/>
              <a:gd name="connsiteY3" fmla="*/ 8983 h 10001"/>
              <a:gd name="connsiteX4" fmla="*/ 1073 w 20515"/>
              <a:gd name="connsiteY4" fmla="*/ 10000 h 10001"/>
              <a:gd name="connsiteX5" fmla="*/ 6028 w 20515"/>
              <a:gd name="connsiteY5" fmla="*/ 10000 h 10001"/>
              <a:gd name="connsiteX6" fmla="*/ 20515 w 20515"/>
              <a:gd name="connsiteY6" fmla="*/ 10001 h 10001"/>
              <a:gd name="connsiteX0" fmla="*/ 1878 w 20521"/>
              <a:gd name="connsiteY0" fmla="*/ 0 h 10001"/>
              <a:gd name="connsiteX1" fmla="*/ 1079 w 20521"/>
              <a:gd name="connsiteY1" fmla="*/ 0 h 10001"/>
              <a:gd name="connsiteX2" fmla="*/ 6 w 20521"/>
              <a:gd name="connsiteY2" fmla="*/ 1032 h 10001"/>
              <a:gd name="connsiteX3" fmla="*/ 6 w 20521"/>
              <a:gd name="connsiteY3" fmla="*/ 8983 h 10001"/>
              <a:gd name="connsiteX4" fmla="*/ 1079 w 20521"/>
              <a:gd name="connsiteY4" fmla="*/ 10000 h 10001"/>
              <a:gd name="connsiteX5" fmla="*/ 6034 w 20521"/>
              <a:gd name="connsiteY5" fmla="*/ 10000 h 10001"/>
              <a:gd name="connsiteX6" fmla="*/ 20521 w 20521"/>
              <a:gd name="connsiteY6" fmla="*/ 10001 h 10001"/>
              <a:gd name="connsiteX0" fmla="*/ 1878 w 20521"/>
              <a:gd name="connsiteY0" fmla="*/ 0 h 10001"/>
              <a:gd name="connsiteX1" fmla="*/ 1079 w 20521"/>
              <a:gd name="connsiteY1" fmla="*/ 0 h 10001"/>
              <a:gd name="connsiteX2" fmla="*/ 6 w 20521"/>
              <a:gd name="connsiteY2" fmla="*/ 1032 h 10001"/>
              <a:gd name="connsiteX3" fmla="*/ 6 w 20521"/>
              <a:gd name="connsiteY3" fmla="*/ 8983 h 10001"/>
              <a:gd name="connsiteX4" fmla="*/ 1079 w 20521"/>
              <a:gd name="connsiteY4" fmla="*/ 10000 h 10001"/>
              <a:gd name="connsiteX5" fmla="*/ 6034 w 20521"/>
              <a:gd name="connsiteY5" fmla="*/ 10000 h 10001"/>
              <a:gd name="connsiteX6" fmla="*/ 20521 w 20521"/>
              <a:gd name="connsiteY6" fmla="*/ 10001 h 1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521" h="10001">
                <a:moveTo>
                  <a:pt x="1878" y="0"/>
                </a:moveTo>
                <a:lnTo>
                  <a:pt x="1079" y="0"/>
                </a:lnTo>
                <a:cubicBezTo>
                  <a:pt x="106" y="0"/>
                  <a:pt x="6" y="465"/>
                  <a:pt x="6" y="1032"/>
                </a:cubicBezTo>
                <a:cubicBezTo>
                  <a:pt x="6" y="3682"/>
                  <a:pt x="-9" y="8492"/>
                  <a:pt x="6" y="8983"/>
                </a:cubicBezTo>
                <a:cubicBezTo>
                  <a:pt x="21" y="9474"/>
                  <a:pt x="75" y="10000"/>
                  <a:pt x="1079" y="10000"/>
                </a:cubicBezTo>
                <a:lnTo>
                  <a:pt x="6034" y="10000"/>
                </a:lnTo>
                <a:lnTo>
                  <a:pt x="20521" y="10001"/>
                </a:lnTo>
              </a:path>
            </a:pathLst>
          </a:custGeom>
          <a:noFill/>
          <a:ln w="50800" cap="rnd">
            <a:solidFill>
              <a:srgbClr val="29648A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800">
              <a:latin typeface="+mn-lt"/>
            </a:endParaRPr>
          </a:p>
        </p:txBody>
      </p:sp>
      <p:sp>
        <p:nvSpPr>
          <p:cNvPr id="33" name="Freeform 19">
            <a:extLst>
              <a:ext uri="{FF2B5EF4-FFF2-40B4-BE49-F238E27FC236}">
                <a16:creationId xmlns:a16="http://schemas.microsoft.com/office/drawing/2014/main" id="{6489714B-499B-F31E-B796-D85C3A79E053}"/>
              </a:ext>
            </a:extLst>
          </p:cNvPr>
          <p:cNvSpPr>
            <a:spLocks/>
          </p:cNvSpPr>
          <p:nvPr userDrawn="1"/>
        </p:nvSpPr>
        <p:spPr bwMode="auto">
          <a:xfrm>
            <a:off x="1882588" y="2355051"/>
            <a:ext cx="4320511" cy="3378063"/>
          </a:xfrm>
          <a:custGeom>
            <a:avLst/>
            <a:gdLst>
              <a:gd name="T0" fmla="*/ 1241 w 1346"/>
              <a:gd name="T1" fmla="*/ 688 h 688"/>
              <a:gd name="T2" fmla="*/ 1276 w 1346"/>
              <a:gd name="T3" fmla="*/ 688 h 688"/>
              <a:gd name="T4" fmla="*/ 1346 w 1346"/>
              <a:gd name="T5" fmla="*/ 618 h 688"/>
              <a:gd name="T6" fmla="*/ 1346 w 1346"/>
              <a:gd name="T7" fmla="*/ 71 h 688"/>
              <a:gd name="T8" fmla="*/ 1276 w 1346"/>
              <a:gd name="T9" fmla="*/ 0 h 688"/>
              <a:gd name="T10" fmla="*/ 0 w 1346"/>
              <a:gd name="T11" fmla="*/ 0 h 688"/>
              <a:gd name="connsiteX0" fmla="*/ 9877 w 10657"/>
              <a:gd name="connsiteY0" fmla="*/ 10000 h 10000"/>
              <a:gd name="connsiteX1" fmla="*/ 10137 w 10657"/>
              <a:gd name="connsiteY1" fmla="*/ 10000 h 10000"/>
              <a:gd name="connsiteX2" fmla="*/ 10657 w 10657"/>
              <a:gd name="connsiteY2" fmla="*/ 8983 h 10000"/>
              <a:gd name="connsiteX3" fmla="*/ 10657 w 10657"/>
              <a:gd name="connsiteY3" fmla="*/ 1032 h 10000"/>
              <a:gd name="connsiteX4" fmla="*/ 10137 w 10657"/>
              <a:gd name="connsiteY4" fmla="*/ 0 h 10000"/>
              <a:gd name="connsiteX5" fmla="*/ 0 w 10657"/>
              <a:gd name="connsiteY5" fmla="*/ 43 h 10000"/>
              <a:gd name="connsiteX0" fmla="*/ 9077 w 9857"/>
              <a:gd name="connsiteY0" fmla="*/ 10002 h 10002"/>
              <a:gd name="connsiteX1" fmla="*/ 9337 w 9857"/>
              <a:gd name="connsiteY1" fmla="*/ 10002 h 10002"/>
              <a:gd name="connsiteX2" fmla="*/ 9857 w 9857"/>
              <a:gd name="connsiteY2" fmla="*/ 8985 h 10002"/>
              <a:gd name="connsiteX3" fmla="*/ 9857 w 9857"/>
              <a:gd name="connsiteY3" fmla="*/ 1034 h 10002"/>
              <a:gd name="connsiteX4" fmla="*/ 9337 w 9857"/>
              <a:gd name="connsiteY4" fmla="*/ 2 h 10002"/>
              <a:gd name="connsiteX5" fmla="*/ 0 w 9857"/>
              <a:gd name="connsiteY5" fmla="*/ 0 h 10002"/>
              <a:gd name="connsiteX0" fmla="*/ 9265 w 10056"/>
              <a:gd name="connsiteY0" fmla="*/ 9998 h 9998"/>
              <a:gd name="connsiteX1" fmla="*/ 9528 w 10056"/>
              <a:gd name="connsiteY1" fmla="*/ 9998 h 9998"/>
              <a:gd name="connsiteX2" fmla="*/ 10056 w 10056"/>
              <a:gd name="connsiteY2" fmla="*/ 8981 h 9998"/>
              <a:gd name="connsiteX3" fmla="*/ 10056 w 10056"/>
              <a:gd name="connsiteY3" fmla="*/ 1032 h 9998"/>
              <a:gd name="connsiteX4" fmla="*/ 9528 w 10056"/>
              <a:gd name="connsiteY4" fmla="*/ 0 h 9998"/>
              <a:gd name="connsiteX5" fmla="*/ 0 w 10056"/>
              <a:gd name="connsiteY5" fmla="*/ 43 h 9998"/>
              <a:gd name="connsiteX0" fmla="*/ 9202 w 9989"/>
              <a:gd name="connsiteY0" fmla="*/ 10065 h 10065"/>
              <a:gd name="connsiteX1" fmla="*/ 9464 w 9989"/>
              <a:gd name="connsiteY1" fmla="*/ 10065 h 10065"/>
              <a:gd name="connsiteX2" fmla="*/ 9989 w 9989"/>
              <a:gd name="connsiteY2" fmla="*/ 9048 h 10065"/>
              <a:gd name="connsiteX3" fmla="*/ 9989 w 9989"/>
              <a:gd name="connsiteY3" fmla="*/ 1097 h 10065"/>
              <a:gd name="connsiteX4" fmla="*/ 9464 w 9989"/>
              <a:gd name="connsiteY4" fmla="*/ 65 h 10065"/>
              <a:gd name="connsiteX5" fmla="*/ 0 w 9989"/>
              <a:gd name="connsiteY5" fmla="*/ 0 h 10065"/>
              <a:gd name="connsiteX0" fmla="*/ 9212 w 10000"/>
              <a:gd name="connsiteY0" fmla="*/ 10000 h 10000"/>
              <a:gd name="connsiteX1" fmla="*/ 9474 w 10000"/>
              <a:gd name="connsiteY1" fmla="*/ 10000 h 10000"/>
              <a:gd name="connsiteX2" fmla="*/ 10000 w 10000"/>
              <a:gd name="connsiteY2" fmla="*/ 8990 h 10000"/>
              <a:gd name="connsiteX3" fmla="*/ 10000 w 10000"/>
              <a:gd name="connsiteY3" fmla="*/ 1090 h 10000"/>
              <a:gd name="connsiteX4" fmla="*/ 9474 w 10000"/>
              <a:gd name="connsiteY4" fmla="*/ 65 h 10000"/>
              <a:gd name="connsiteX5" fmla="*/ 0 w 10000"/>
              <a:gd name="connsiteY5" fmla="*/ 0 h 10000"/>
              <a:gd name="connsiteX0" fmla="*/ 9212 w 10000"/>
              <a:gd name="connsiteY0" fmla="*/ 10000 h 10000"/>
              <a:gd name="connsiteX1" fmla="*/ 9474 w 10000"/>
              <a:gd name="connsiteY1" fmla="*/ 10000 h 10000"/>
              <a:gd name="connsiteX2" fmla="*/ 10000 w 10000"/>
              <a:gd name="connsiteY2" fmla="*/ 8990 h 10000"/>
              <a:gd name="connsiteX3" fmla="*/ 10000 w 10000"/>
              <a:gd name="connsiteY3" fmla="*/ 1090 h 10000"/>
              <a:gd name="connsiteX4" fmla="*/ 9474 w 10000"/>
              <a:gd name="connsiteY4" fmla="*/ 65 h 10000"/>
              <a:gd name="connsiteX5" fmla="*/ 0 w 10000"/>
              <a:gd name="connsiteY5" fmla="*/ 0 h 10000"/>
              <a:gd name="connsiteX0" fmla="*/ 9212 w 10000"/>
              <a:gd name="connsiteY0" fmla="*/ 10000 h 10000"/>
              <a:gd name="connsiteX1" fmla="*/ 9474 w 10000"/>
              <a:gd name="connsiteY1" fmla="*/ 10000 h 10000"/>
              <a:gd name="connsiteX2" fmla="*/ 10000 w 10000"/>
              <a:gd name="connsiteY2" fmla="*/ 8990 h 10000"/>
              <a:gd name="connsiteX3" fmla="*/ 10000 w 10000"/>
              <a:gd name="connsiteY3" fmla="*/ 1090 h 10000"/>
              <a:gd name="connsiteX4" fmla="*/ 9474 w 10000"/>
              <a:gd name="connsiteY4" fmla="*/ 65 h 10000"/>
              <a:gd name="connsiteX5" fmla="*/ 0 w 10000"/>
              <a:gd name="connsiteY5" fmla="*/ 0 h 10000"/>
              <a:gd name="connsiteX0" fmla="*/ 9212 w 10000"/>
              <a:gd name="connsiteY0" fmla="*/ 10000 h 10000"/>
              <a:gd name="connsiteX1" fmla="*/ 9474 w 10000"/>
              <a:gd name="connsiteY1" fmla="*/ 10000 h 10000"/>
              <a:gd name="connsiteX2" fmla="*/ 10000 w 10000"/>
              <a:gd name="connsiteY2" fmla="*/ 8990 h 10000"/>
              <a:gd name="connsiteX3" fmla="*/ 10000 w 10000"/>
              <a:gd name="connsiteY3" fmla="*/ 1090 h 10000"/>
              <a:gd name="connsiteX4" fmla="*/ 9474 w 10000"/>
              <a:gd name="connsiteY4" fmla="*/ 65 h 10000"/>
              <a:gd name="connsiteX5" fmla="*/ 0 w 10000"/>
              <a:gd name="connsiteY5" fmla="*/ 0 h 10000"/>
              <a:gd name="connsiteX0" fmla="*/ 9212 w 10000"/>
              <a:gd name="connsiteY0" fmla="*/ 10000 h 10004"/>
              <a:gd name="connsiteX1" fmla="*/ 9474 w 10000"/>
              <a:gd name="connsiteY1" fmla="*/ 10000 h 10004"/>
              <a:gd name="connsiteX2" fmla="*/ 10000 w 10000"/>
              <a:gd name="connsiteY2" fmla="*/ 8990 h 10004"/>
              <a:gd name="connsiteX3" fmla="*/ 10000 w 10000"/>
              <a:gd name="connsiteY3" fmla="*/ 1090 h 10004"/>
              <a:gd name="connsiteX4" fmla="*/ 9474 w 10000"/>
              <a:gd name="connsiteY4" fmla="*/ 65 h 10004"/>
              <a:gd name="connsiteX5" fmla="*/ 0 w 10000"/>
              <a:gd name="connsiteY5" fmla="*/ 0 h 10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4">
                <a:moveTo>
                  <a:pt x="9212" y="10000"/>
                </a:moveTo>
                <a:cubicBezTo>
                  <a:pt x="9299" y="10000"/>
                  <a:pt x="8952" y="10009"/>
                  <a:pt x="9474" y="10000"/>
                </a:cubicBezTo>
                <a:cubicBezTo>
                  <a:pt x="9996" y="9991"/>
                  <a:pt x="10000" y="9552"/>
                  <a:pt x="10000" y="8990"/>
                </a:cubicBezTo>
                <a:lnTo>
                  <a:pt x="10000" y="1090"/>
                </a:lnTo>
                <a:cubicBezTo>
                  <a:pt x="10000" y="527"/>
                  <a:pt x="9988" y="65"/>
                  <a:pt x="9474" y="65"/>
                </a:cubicBezTo>
                <a:lnTo>
                  <a:pt x="0" y="0"/>
                </a:lnTo>
              </a:path>
            </a:pathLst>
          </a:custGeom>
          <a:noFill/>
          <a:ln w="50800" cap="rnd">
            <a:solidFill>
              <a:srgbClr val="29648A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800">
              <a:latin typeface="+mn-lt"/>
            </a:endParaRP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5578F6C8-4310-DE18-A54C-3861F1F40501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585202" y="2355050"/>
            <a:ext cx="4824377" cy="3393339"/>
          </a:xfrm>
          <a:prstGeom prst="roundRect">
            <a:avLst>
              <a:gd name="adj" fmla="val 5992"/>
            </a:avLst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F5F5F5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Icon</a:t>
            </a:r>
            <a:endParaRPr lang="en-IN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7F381660-28CF-7B60-00AE-744F9E32C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C918560-E122-7175-5D23-ABAAD87BF2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2E9CCA"/>
                </a:solidFill>
                <a:latin typeface="Montserrat" panose="00000500000000000000" pitchFamily="2" charset="0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16124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L_Infographic + 3 el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C8F28B-A019-48FE-8FE4-1E359369A454}"/>
              </a:ext>
            </a:extLst>
          </p:cNvPr>
          <p:cNvSpPr txBox="1"/>
          <p:nvPr userDrawn="1"/>
        </p:nvSpPr>
        <p:spPr>
          <a:xfrm>
            <a:off x="0" y="6858000"/>
            <a:ext cx="9387506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</a:t>
            </a:r>
            <a:r>
              <a:rPr lang="fr-FR" sz="1600" b="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Infographic</a:t>
            </a:r>
            <a:r>
              <a:rPr lang="fr-FR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+ 3 </a:t>
            </a:r>
            <a:r>
              <a:rPr lang="fr-FR" sz="1600" b="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elements</a:t>
            </a:r>
            <a:r>
              <a:rPr lang="fr-FR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</a:t>
            </a:r>
            <a:r>
              <a:rPr lang="fr-FR" sz="1600" b="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</a:t>
            </a:r>
            <a:r>
              <a:rPr lang="fr-FR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600" b="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prominent</a:t>
            </a:r>
            <a:r>
              <a:rPr lang="fr-FR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Icons + Label + Text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96AB8482-FB25-4987-BB9E-B39F4105DC3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683508" y="1740733"/>
            <a:ext cx="2145630" cy="2145630"/>
          </a:xfrm>
          <a:prstGeom prst="roundRect">
            <a:avLst>
              <a:gd name="adj" fmla="val 50000"/>
            </a:avLst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0F1626"/>
                </a:solidFill>
                <a:latin typeface="+mn-lt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6F848E25-4674-4375-A332-50C1FA7A819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29744" y="4650770"/>
            <a:ext cx="3053159" cy="1641138"/>
          </a:xfrm>
          <a:prstGeom prst="roundRect">
            <a:avLst>
              <a:gd name="adj" fmla="val 10069"/>
            </a:avLst>
          </a:prstGeom>
        </p:spPr>
        <p:txBody>
          <a:bodyPr anchor="t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25274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Body Copy</a:t>
            </a:r>
            <a:endParaRPr lang="en-IN"/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2ACAB6D1-E764-4AB7-B5AC-58E3E21D9F3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29744" y="4015874"/>
            <a:ext cx="3053159" cy="469554"/>
          </a:xfrm>
          <a:prstGeom prst="roundRect">
            <a:avLst/>
          </a:prstGeom>
        </p:spPr>
        <p:txBody>
          <a:bodyPr wrap="none" lIns="0" tIns="0" rIns="0" bIns="0"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kern="1200" dirty="0" smtClean="0">
                <a:solidFill>
                  <a:srgbClr val="29648A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Heading</a:t>
            </a:r>
            <a:endParaRPr lang="en-IN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7C753D0-518C-7F3D-F2E7-E2CE5F62FC17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4996203" y="1732713"/>
            <a:ext cx="2145630" cy="2145630"/>
          </a:xfrm>
          <a:prstGeom prst="roundRect">
            <a:avLst>
              <a:gd name="adj" fmla="val 50000"/>
            </a:avLst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0F1626"/>
                </a:solidFill>
                <a:latin typeface="+mn-lt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3050A374-EB86-B952-21BC-A3370242220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542439" y="4642750"/>
            <a:ext cx="3053159" cy="1641138"/>
          </a:xfrm>
          <a:prstGeom prst="roundRect">
            <a:avLst>
              <a:gd name="adj" fmla="val 11535"/>
            </a:avLst>
          </a:prstGeom>
        </p:spPr>
        <p:txBody>
          <a:bodyPr anchor="t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25274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Body Copy</a:t>
            </a:r>
            <a:endParaRPr lang="en-IN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CA6FDF36-9463-8336-5562-EC89B5CA371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542439" y="4007854"/>
            <a:ext cx="3053159" cy="469554"/>
          </a:xfrm>
          <a:prstGeom prst="roundRect">
            <a:avLst/>
          </a:prstGeom>
        </p:spPr>
        <p:txBody>
          <a:bodyPr wrap="none" lIns="0" tIns="0" rIns="0" bIns="0"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kern="1200" dirty="0" smtClean="0">
                <a:solidFill>
                  <a:srgbClr val="29648A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Heading</a:t>
            </a:r>
            <a:endParaRPr lang="en-IN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2E94917E-7701-5670-CE7A-DBA60877D7CE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8308898" y="1724693"/>
            <a:ext cx="2145630" cy="2145630"/>
          </a:xfrm>
          <a:prstGeom prst="roundRect">
            <a:avLst>
              <a:gd name="adj" fmla="val 50000"/>
            </a:avLst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0F1626"/>
                </a:solidFill>
                <a:latin typeface="+mn-lt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3C860E80-3CE2-8E7A-CBBB-4FC1F20C1D7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855134" y="4634730"/>
            <a:ext cx="3053159" cy="1641138"/>
          </a:xfrm>
          <a:prstGeom prst="roundRect">
            <a:avLst>
              <a:gd name="adj" fmla="val 10802"/>
            </a:avLst>
          </a:prstGeom>
        </p:spPr>
        <p:txBody>
          <a:bodyPr anchor="t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25274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Body Copy</a:t>
            </a:r>
            <a:endParaRPr lang="en-IN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DE714747-5D79-36F0-007F-C39D1434DCD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855134" y="3999834"/>
            <a:ext cx="3053159" cy="469554"/>
          </a:xfrm>
          <a:prstGeom prst="roundRect">
            <a:avLst/>
          </a:prstGeom>
        </p:spPr>
        <p:txBody>
          <a:bodyPr wrap="none" lIns="0" tIns="0" rIns="0" bIns="0"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kern="1200" dirty="0" smtClean="0">
                <a:solidFill>
                  <a:srgbClr val="29648A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Heading</a:t>
            </a:r>
            <a:endParaRPr lang="en-IN"/>
          </a:p>
        </p:txBody>
      </p:sp>
      <p:sp>
        <p:nvSpPr>
          <p:cNvPr id="15" name="Title 8">
            <a:extLst>
              <a:ext uri="{FF2B5EF4-FFF2-40B4-BE49-F238E27FC236}">
                <a16:creationId xmlns:a16="http://schemas.microsoft.com/office/drawing/2014/main" id="{E96B277F-DB5E-8CB6-384D-F79869E4A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DB22173A-C094-CBAB-B3FF-94CC27C2B6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2E9CCA"/>
                </a:solidFill>
                <a:latin typeface="Montserrat" panose="00000500000000000000" pitchFamily="2" charset="0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8417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T_Image/Table/Graph +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7032DF-35B3-4D86-9108-28F10681EEAF}"/>
              </a:ext>
            </a:extLst>
          </p:cNvPr>
          <p:cNvSpPr txBox="1"/>
          <p:nvPr userDrawn="1"/>
        </p:nvSpPr>
        <p:spPr>
          <a:xfrm>
            <a:off x="0" y="6858000"/>
            <a:ext cx="5448928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Image/Table/Graph + Text</a:t>
            </a:r>
            <a:endParaRPr lang="en-IN" sz="1600" b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97DF777D-0611-43FE-BECC-3696FEE820A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7049" y="4740442"/>
            <a:ext cx="11126235" cy="1589067"/>
          </a:xfrm>
          <a:prstGeom prst="roundRect">
            <a:avLst/>
          </a:prstGeom>
        </p:spPr>
        <p:txBody>
          <a:bodyPr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25274D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Body Copy</a:t>
            </a:r>
            <a:endParaRPr lang="en-IN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032E5F9B-74B0-4E2D-9CB5-0E626C2BEC2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27050" y="1755586"/>
            <a:ext cx="11126234" cy="2852509"/>
          </a:xfrm>
          <a:prstGeom prst="roundRect">
            <a:avLst>
              <a:gd name="adj" fmla="val 9497"/>
            </a:avLst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25274D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endParaRPr lang="en-IN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4E09AE45-AA1F-E32B-E829-34412C3A4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6380944B-A361-4506-0308-8509DFF3C7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2E9CCA"/>
                </a:solidFill>
                <a:latin typeface="Montserrat" panose="00000500000000000000" pitchFamily="2" charset="0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433100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U_Infographic + 3 element + Imag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C8F28B-A019-48FE-8FE4-1E359369A454}"/>
              </a:ext>
            </a:extLst>
          </p:cNvPr>
          <p:cNvSpPr txBox="1"/>
          <p:nvPr userDrawn="1"/>
        </p:nvSpPr>
        <p:spPr>
          <a:xfrm>
            <a:off x="0" y="6858000"/>
            <a:ext cx="8931124" cy="338554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</a:t>
            </a:r>
            <a:r>
              <a:rPr lang="fr-FR" sz="1600" b="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Infographic</a:t>
            </a:r>
            <a:r>
              <a:rPr lang="fr-FR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+ 3 </a:t>
            </a:r>
            <a:r>
              <a:rPr lang="fr-FR" sz="1600" b="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element</a:t>
            </a:r>
            <a:r>
              <a:rPr lang="fr-FR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</a:t>
            </a:r>
            <a:r>
              <a:rPr lang="fr-FR" sz="1600" b="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</a:t>
            </a:r>
            <a:r>
              <a:rPr lang="fr-FR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Image</a:t>
            </a:r>
            <a:endParaRPr lang="en-IN" sz="1600" b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96AB8482-FB25-4987-BB9E-B39F4105DC3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9547" y="1886240"/>
            <a:ext cx="3516716" cy="2203116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25274D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endParaRPr lang="en-IN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6F848E25-4674-4375-A332-50C1FA7A819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7050" y="4215791"/>
            <a:ext cx="3516717" cy="1920313"/>
          </a:xfrm>
          <a:prstGeom prst="roundRect">
            <a:avLst/>
          </a:prstGeom>
        </p:spPr>
        <p:txBody>
          <a:bodyPr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25274D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7F1147B7-9A34-4CB6-B84C-97B9DD46B01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340138" y="1886240"/>
            <a:ext cx="3516716" cy="2203116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25274D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endParaRPr lang="en-IN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3F52F2BB-01C0-40E2-904F-58759FF63DE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37641" y="4215791"/>
            <a:ext cx="3516717" cy="1920313"/>
          </a:xfrm>
          <a:prstGeom prst="roundRect">
            <a:avLst/>
          </a:prstGeom>
        </p:spPr>
        <p:txBody>
          <a:bodyPr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25274D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3A0DD8B2-E007-445B-BFF7-00E6154140D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150729" y="1886240"/>
            <a:ext cx="3516716" cy="2203116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25274D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endParaRPr lang="en-IN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62731027-2452-47F3-BF27-8348362107B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50729" y="4215791"/>
            <a:ext cx="3514220" cy="1920313"/>
          </a:xfrm>
          <a:prstGeom prst="roundRect">
            <a:avLst/>
          </a:prstGeom>
        </p:spPr>
        <p:txBody>
          <a:bodyPr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25274D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F761DBBD-F468-E0A9-7F30-7C112D4DE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54E1A870-B0C0-2A96-FA25-F4059CC7B8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2E9CCA"/>
                </a:solidFill>
                <a:latin typeface="Montserrat" panose="00000500000000000000" pitchFamily="2" charset="0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36284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Y_Infographic + Image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1">
            <a:extLst>
              <a:ext uri="{FF2B5EF4-FFF2-40B4-BE49-F238E27FC236}">
                <a16:creationId xmlns:a16="http://schemas.microsoft.com/office/drawing/2014/main" id="{2C384C08-CECB-4147-8FCD-943A5EC0D6A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49998" y="2099147"/>
            <a:ext cx="5356325" cy="3359679"/>
          </a:xfrm>
          <a:prstGeom prst="roundRect">
            <a:avLst>
              <a:gd name="adj" fmla="val 8788"/>
            </a:avLst>
          </a:prstGeom>
        </p:spPr>
        <p:txBody>
          <a:bodyPr/>
          <a:lstStyle>
            <a:lvl1pPr marL="0" indent="0">
              <a:buNone/>
              <a:defRPr sz="1800">
                <a:solidFill>
                  <a:srgbClr val="25274D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add image here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945602-2ABE-4A5C-8899-AC436D31D3B7}"/>
              </a:ext>
            </a:extLst>
          </p:cNvPr>
          <p:cNvSpPr txBox="1"/>
          <p:nvPr userDrawn="1"/>
        </p:nvSpPr>
        <p:spPr>
          <a:xfrm>
            <a:off x="0" y="6858000"/>
            <a:ext cx="7378943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Infographic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Image with bullets/numbering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108545D0-EBAD-2DFD-80F9-5627F65BBE0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31649" y="2138925"/>
            <a:ext cx="643622" cy="643622"/>
          </a:xfrm>
          <a:prstGeom prst="roundRect">
            <a:avLst>
              <a:gd name="adj" fmla="val 50000"/>
            </a:avLst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rgbClr val="29648A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354AD1BE-85F2-48C8-14A4-501F94204DA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31649" y="3018714"/>
            <a:ext cx="643622" cy="643622"/>
          </a:xfrm>
          <a:prstGeom prst="roundRect">
            <a:avLst>
              <a:gd name="adj" fmla="val 50000"/>
            </a:avLst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rgbClr val="29648A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2</a:t>
            </a:r>
            <a:endParaRPr lang="en-IN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5F89929-CECB-71F8-9B4E-5A71B4434F7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431649" y="3943587"/>
            <a:ext cx="643622" cy="643622"/>
          </a:xfrm>
          <a:prstGeom prst="roundRect">
            <a:avLst>
              <a:gd name="adj" fmla="val 50000"/>
            </a:avLst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rgbClr val="29648A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3</a:t>
            </a:r>
            <a:endParaRPr lang="en-IN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53D46109-1998-FE4D-D8FF-86C70D43C7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203335" y="2099148"/>
            <a:ext cx="4168746" cy="681707"/>
          </a:xfrm>
          <a:prstGeom prst="roundRect">
            <a:avLst/>
          </a:prstGeom>
        </p:spPr>
        <p:txBody>
          <a:bodyPr anchor="ctr"/>
          <a:lstStyle>
            <a:lvl1pPr marL="0" indent="0" algn="ctr">
              <a:buNone/>
              <a:defRPr sz="1800" b="1" baseline="0">
                <a:solidFill>
                  <a:srgbClr val="25274D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marL="0" marR="0" lvl="0" indent="0" algn="ctr" defTabSz="91444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Body Copy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C8E243E3-F07F-53A0-279B-9FD55CCE40B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03335" y="3007883"/>
            <a:ext cx="4168745" cy="660107"/>
          </a:xfrm>
          <a:prstGeom prst="roundRect">
            <a:avLst/>
          </a:prstGeom>
        </p:spPr>
        <p:txBody>
          <a:bodyPr anchor="ctr"/>
          <a:lstStyle>
            <a:lvl1pPr marL="0" indent="0" algn="ctr">
              <a:buNone/>
              <a:defRPr sz="1800" b="1" baseline="0">
                <a:solidFill>
                  <a:srgbClr val="25274D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marL="0" marR="0" lvl="0" indent="0" algn="ctr" defTabSz="91444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Body Copy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31039AE-8E77-94FB-A51A-D8417F57EB8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203335" y="3927210"/>
            <a:ext cx="4168745" cy="659999"/>
          </a:xfrm>
          <a:prstGeom prst="roundRect">
            <a:avLst/>
          </a:prstGeom>
        </p:spPr>
        <p:txBody>
          <a:bodyPr anchor="ctr"/>
          <a:lstStyle>
            <a:lvl1pPr marL="0" indent="0" algn="ctr">
              <a:buNone/>
              <a:defRPr sz="1800" b="1" baseline="0">
                <a:solidFill>
                  <a:srgbClr val="25274D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marL="0" marR="0" lvl="0" indent="0" algn="ctr" defTabSz="91444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Body Copy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F00DD5F-4E80-DC2E-A536-ED4514139E9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431649" y="4811831"/>
            <a:ext cx="643622" cy="643622"/>
          </a:xfrm>
          <a:prstGeom prst="roundRect">
            <a:avLst>
              <a:gd name="adj" fmla="val 50000"/>
            </a:avLst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rgbClr val="29648A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4</a:t>
            </a:r>
            <a:endParaRPr lang="en-IN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ABF62E0-0E71-35F1-6616-0CDD2C90D28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208683" y="4798828"/>
            <a:ext cx="4168745" cy="659999"/>
          </a:xfrm>
          <a:prstGeom prst="roundRect">
            <a:avLst/>
          </a:prstGeom>
        </p:spPr>
        <p:txBody>
          <a:bodyPr anchor="ctr"/>
          <a:lstStyle>
            <a:lvl1pPr marL="0" indent="0" algn="ctr">
              <a:buNone/>
              <a:defRPr sz="1800" b="1" baseline="0">
                <a:solidFill>
                  <a:srgbClr val="25274D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marL="0" marR="0" lvl="0" indent="0" algn="ctr" defTabSz="91444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Body Copy</a:t>
            </a:r>
          </a:p>
        </p:txBody>
      </p:sp>
      <p:sp>
        <p:nvSpPr>
          <p:cNvPr id="15" name="Title 8">
            <a:extLst>
              <a:ext uri="{FF2B5EF4-FFF2-40B4-BE49-F238E27FC236}">
                <a16:creationId xmlns:a16="http://schemas.microsoft.com/office/drawing/2014/main" id="{6623636B-28ED-7A89-7359-4021F0CF5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9F707444-1D10-2217-B45E-EDAE8E8635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2E9CCA"/>
                </a:solidFill>
                <a:latin typeface="Montserrat" panose="00000500000000000000" pitchFamily="2" charset="0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190807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Z_Comparison +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2452F3D-7620-4EBD-8019-4CC5BF89300E}"/>
              </a:ext>
            </a:extLst>
          </p:cNvPr>
          <p:cNvSpPr txBox="1"/>
          <p:nvPr userDrawn="1"/>
        </p:nvSpPr>
        <p:spPr>
          <a:xfrm>
            <a:off x="0" y="6858000"/>
            <a:ext cx="5160387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Comparison + text only</a:t>
            </a:r>
            <a:endParaRPr lang="en-IN" sz="1600" b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7B1C093A-2F1D-4ED6-8246-B962E0A911E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9998" y="2767262"/>
            <a:ext cx="5069759" cy="2995361"/>
          </a:xfrm>
          <a:prstGeom prst="roundRect">
            <a:avLst>
              <a:gd name="adj" fmla="val 6409"/>
            </a:avLst>
          </a:prstGeom>
        </p:spPr>
        <p:txBody>
          <a:bodyPr anchor="t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>
                <a:srgbClr val="EF7C00"/>
              </a:buClr>
              <a:buFont typeface="Arial" panose="020B0604020202020204" pitchFamily="34" charset="0"/>
              <a:buNone/>
              <a:defRPr lang="en-US" sz="1800" b="0" kern="1200" dirty="0" smtClean="0">
                <a:solidFill>
                  <a:srgbClr val="25274D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Body Copy  </a:t>
            </a:r>
            <a:endParaRPr lang="en-IN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AB3F157C-5874-4B78-B6EB-D34A43307C1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60725" y="2767261"/>
            <a:ext cx="5069760" cy="2995362"/>
          </a:xfrm>
          <a:prstGeom prst="roundRect">
            <a:avLst>
              <a:gd name="adj" fmla="val 6409"/>
            </a:avLst>
          </a:prstGeom>
        </p:spPr>
        <p:txBody>
          <a:bodyPr anchor="t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Clr>
                <a:srgbClr val="EF7C00"/>
              </a:buClr>
              <a:buFont typeface="Arial" panose="020B0604020202020204" pitchFamily="34" charset="0"/>
              <a:buNone/>
              <a:defRPr lang="en-IN" sz="1800" b="0" kern="1200" dirty="0">
                <a:solidFill>
                  <a:srgbClr val="25274D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Body Copy  </a:t>
            </a:r>
            <a:endParaRPr lang="en-IN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3ECBD337-B788-8EBA-2112-0DAB7E5195B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61386" y="1901560"/>
            <a:ext cx="5047474" cy="462022"/>
          </a:xfrm>
          <a:prstGeom prst="roundRect">
            <a:avLst>
              <a:gd name="adj" fmla="val 23351"/>
            </a:avLst>
          </a:prstGeom>
        </p:spPr>
        <p:txBody>
          <a:bodyPr wrap="square" anchor="t" anchorCtr="0">
            <a:spAutoFit/>
          </a:bodyPr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lang="en-US" sz="2000" b="1" kern="1200" dirty="0" smtClean="0">
                <a:solidFill>
                  <a:srgbClr val="29648A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CB3F27F6-CCC6-CF7D-A192-CFFC7955AC5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72617" y="1901559"/>
            <a:ext cx="5099464" cy="462022"/>
          </a:xfrm>
          <a:prstGeom prst="roundRect">
            <a:avLst>
              <a:gd name="adj" fmla="val 23351"/>
            </a:avLst>
          </a:prstGeom>
        </p:spPr>
        <p:txBody>
          <a:bodyPr wrap="square" anchor="t" anchorCtr="0">
            <a:spAutoFit/>
          </a:bodyPr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lang="en-US" sz="2000" b="1" kern="1200" dirty="0" smtClean="0">
                <a:solidFill>
                  <a:srgbClr val="29648A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11266D2A-FA51-3F55-77C2-386958E2A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4AB88724-7AC3-5D07-E40B-5ECB81DFFC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2E9CCA"/>
                </a:solidFill>
                <a:latin typeface="Montserrat" panose="00000500000000000000" pitchFamily="2" charset="0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194156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B_Intro-Ou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DDA90D5-45BF-723E-679A-1C51919C9658}"/>
              </a:ext>
            </a:extLst>
          </p:cNvPr>
          <p:cNvSpPr/>
          <p:nvPr userDrawn="1"/>
        </p:nvSpPr>
        <p:spPr>
          <a:xfrm>
            <a:off x="1" y="5709685"/>
            <a:ext cx="3625701" cy="11483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8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2A0986-2A0A-4113-A5C8-083B18CC8085}"/>
              </a:ext>
            </a:extLst>
          </p:cNvPr>
          <p:cNvSpPr txBox="1"/>
          <p:nvPr userDrawn="1"/>
        </p:nvSpPr>
        <p:spPr>
          <a:xfrm>
            <a:off x="0" y="6858000"/>
            <a:ext cx="8865936" cy="338554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INTRO / OUTRO: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Generally white base with the large school logo</a:t>
            </a:r>
            <a:endParaRPr lang="en-IN" sz="1600" b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DB702A6-16B0-A00B-F9FE-698CE23B83B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00912" y="2665256"/>
            <a:ext cx="4590175" cy="1527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2757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C_Image Dark + Text (right, botto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5" descr="People talking in the office">
            <a:extLst>
              <a:ext uri="{FF2B5EF4-FFF2-40B4-BE49-F238E27FC236}">
                <a16:creationId xmlns:a16="http://schemas.microsoft.com/office/drawing/2014/main" id="{99520A56-D72C-4FA3-B7E0-A9002D1E3C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/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A81B57-1484-CED2-DAC9-83D4BB29E9A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73389712-5E56-C483-B5D1-9499446413EB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0" y="1"/>
            <a:ext cx="12192000" cy="685799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6659B45B-1F57-587A-4AFB-83D2465A6139}"/>
              </a:ext>
            </a:extLst>
          </p:cNvPr>
          <p:cNvSpPr/>
          <p:nvPr userDrawn="1"/>
        </p:nvSpPr>
        <p:spPr>
          <a:xfrm>
            <a:off x="-1509823" y="5953446"/>
            <a:ext cx="1509823" cy="735220"/>
          </a:xfrm>
          <a:prstGeom prst="homePlate">
            <a:avLst>
              <a:gd name="adj" fmla="val 46585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/>
              <a:t>For the darkish Bleed image only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4CC15B-7805-3DBE-D0D7-8413FADB8EEF}"/>
              </a:ext>
            </a:extLst>
          </p:cNvPr>
          <p:cNvSpPr txBox="1"/>
          <p:nvPr userDrawn="1"/>
        </p:nvSpPr>
        <p:spPr>
          <a:xfrm>
            <a:off x="-1" y="6864756"/>
            <a:ext cx="8784777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BLEED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BG Image + NO Headers + OST Text (Right, position: as it looks best)</a:t>
            </a:r>
            <a:endParaRPr lang="en-IN" sz="1600" b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00DEFEEC-A0BF-CB45-EFEE-C59A0BBE425C}"/>
              </a:ext>
            </a:extLst>
          </p:cNvPr>
          <p:cNvSpPr/>
          <p:nvPr userDrawn="1"/>
        </p:nvSpPr>
        <p:spPr>
          <a:xfrm rot="16200000" flipH="1">
            <a:off x="8451869" y="2118646"/>
            <a:ext cx="1717411" cy="5762852"/>
          </a:xfrm>
          <a:prstGeom prst="round2SameRect">
            <a:avLst>
              <a:gd name="adj1" fmla="val 15429"/>
              <a:gd name="adj2" fmla="val 0"/>
            </a:avLst>
          </a:prstGeom>
          <a:solidFill>
            <a:srgbClr val="29648A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  <a:latin typeface="Frutiger LT" panose="02000503000000000000"/>
            </a:endParaRP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A5154DCF-C1A8-DECD-A43A-C5D3886285D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07737" y="4254951"/>
            <a:ext cx="4754531" cy="1490241"/>
          </a:xfrm>
          <a:prstGeom prst="roundRect">
            <a:avLst>
              <a:gd name="adj" fmla="val 0"/>
            </a:avLst>
          </a:prstGeom>
          <a:noFill/>
        </p:spPr>
        <p:txBody>
          <a:bodyPr lIns="180000" tIns="180000" rIns="180000" bIns="180000" anchor="ctr" anchorCtr="0">
            <a:noAutofit/>
          </a:bodyPr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  <a:defRPr lang="en-US" sz="1800" b="0" kern="1200" dirty="0" smtClean="0">
                <a:solidFill>
                  <a:schemeClr val="bg1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algn="ctr"/>
            <a:r>
              <a:rPr lang="en-US" sz="1867"/>
              <a:t>Click to edit text.</a:t>
            </a:r>
            <a:endParaRPr lang="en-GB" sz="1867"/>
          </a:p>
        </p:txBody>
      </p:sp>
    </p:spTree>
    <p:extLst>
      <p:ext uri="{BB962C8B-B14F-4D97-AF65-F5344CB8AC3E}">
        <p14:creationId xmlns:p14="http://schemas.microsoft.com/office/powerpoint/2010/main" val="19919801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900B4-5E6F-14A2-BF25-246153FC49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F6DDB0-E5F4-421C-ADAA-95C8F555CE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B9530-C2EF-1056-7DF8-82F17E3A5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0AF43-761F-4BE9-9FF0-F88EC1CECCD6}" type="datetimeFigureOut">
              <a:rPr lang="en-GB" smtClean="0"/>
              <a:t>12/09/2026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10BF2-2594-7964-3997-82F0CE8DA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8CF26-54DC-4DFE-4D0F-FFC038DDB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481A-8EEB-463D-A96E-0B72A832C35F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80680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BF937-6CFE-7ECD-F503-8A0A89230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DB4C3-EA93-7A44-3C24-BC4177E4D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4628C-0D2A-BFF5-C0B2-34EFB62EE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0AF43-761F-4BE9-9FF0-F88EC1CECCD6}" type="datetimeFigureOut">
              <a:rPr lang="en-GB" smtClean="0"/>
              <a:t>12/09/2026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A65F8-4B95-D9E4-5C5B-45E0535FB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0959A-5507-B681-95E8-DE44089FF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481A-8EEB-463D-A96E-0B72A832C35F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464172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0EBB5-1CF1-2428-7E7B-384C0AAD2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ECFA9-356C-A479-0613-BD05124C2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10412-318B-D774-B004-08DDD7E50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0AF43-761F-4BE9-9FF0-F88EC1CECCD6}" type="datetimeFigureOut">
              <a:rPr lang="en-GB" smtClean="0"/>
              <a:t>12/09/2026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6B31C-C393-CFA7-FAC4-ACC70073F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5A4B3-F114-96D4-D600-9CEAD8C74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481A-8EEB-463D-A96E-0B72A832C35F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02837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58ACE-471A-5A89-C6BC-F292D184B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45E5F-10DE-D07D-49C8-D273F0092E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DDBC5E-2220-94F0-90EC-23E0CCF554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7C7CBD-CCE3-52B4-26CB-67E889F44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0AF43-761F-4BE9-9FF0-F88EC1CECCD6}" type="datetimeFigureOut">
              <a:rPr lang="en-GB" smtClean="0"/>
              <a:t>12/09/2026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DC5BE-A42C-F8F8-1EF6-4D1564B8C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37ACB9-5694-49D9-FEF2-441928604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481A-8EEB-463D-A96E-0B72A832C35F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98406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974E4-04D2-3F6A-1BEC-EB830A29F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E3A65-228A-1ABB-9EEA-E2D06170E2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34F685-4B16-C2A0-F21F-B7E1CA7876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82717C-1DDE-CD9B-1226-B6F239D8C2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B4C793-EDAB-4163-A56B-B16EF021E7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C7503A-06B0-C246-3DC3-A8940A679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0AF43-761F-4BE9-9FF0-F88EC1CECCD6}" type="datetimeFigureOut">
              <a:rPr lang="en-GB" smtClean="0"/>
              <a:t>12/09/2026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871093-686E-B5F6-4189-2AD33A65F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40BEE-E45C-3214-C176-7E5547956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481A-8EEB-463D-A96E-0B72A832C35F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29659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5424E-BFDB-32FF-9FFA-88C80FE03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5D1286-977B-7233-8337-12170C304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0AF43-761F-4BE9-9FF0-F88EC1CECCD6}" type="datetimeFigureOut">
              <a:rPr lang="en-GB" smtClean="0"/>
              <a:t>12/09/2026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9115CE-4F9B-9656-D65E-F9AFCAC78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53AE08-1FBD-8059-D999-BEC05C74B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481A-8EEB-463D-A96E-0B72A832C35F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094538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9C8527-CBD2-E44E-7743-3CA3004A6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0AF43-761F-4BE9-9FF0-F88EC1CECCD6}" type="datetimeFigureOut">
              <a:rPr lang="en-GB" smtClean="0"/>
              <a:t>12/09/2026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2E9BFB-22EE-CF97-AD49-444A9B24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293C8F-5F0F-9FFD-7AB0-8D894ACE4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481A-8EEB-463D-A96E-0B72A832C35F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922704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0687F-7662-3CC4-7E7E-EE2BDB250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4E6BA-8F24-0DDF-B8F7-B6A3D30E3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6F8DF0-E575-C351-3797-7AC06B0F79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B4AB3A-04DE-C459-613F-2BBCDF48E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0AF43-761F-4BE9-9FF0-F88EC1CECCD6}" type="datetimeFigureOut">
              <a:rPr lang="en-GB" smtClean="0"/>
              <a:t>12/09/2026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4320E1-E10E-64DE-5CC0-0456013F9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F83036-95C2-770F-F985-4C277A5F2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481A-8EEB-463D-A96E-0B72A832C35F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9206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9C9ED-6379-C983-9B83-233658AFD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96C851-7B65-60C5-2951-0079631C7C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982C19-B4A9-D57B-2E22-95A4AF302C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A9C890-13E1-D6F0-7CCA-FAE15C017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0AF43-761F-4BE9-9FF0-F88EC1CECCD6}" type="datetimeFigureOut">
              <a:rPr lang="en-GB" smtClean="0"/>
              <a:t>12/09/2026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55EE5D-5B16-B27B-493B-1E672E83F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7C38EC-34A3-4231-D7F7-2F31DEE6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481A-8EEB-463D-A96E-0B72A832C35F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677569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AE9B7-52E4-A7E9-E35E-667E2F533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AD2613-11D0-EFBD-BA7D-3AC3B79B03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8E25F-B53B-29D5-2323-AF8C5864A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0AF43-761F-4BE9-9FF0-F88EC1CECCD6}" type="datetimeFigureOut">
              <a:rPr lang="en-GB" smtClean="0"/>
              <a:t>12/09/2026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51A964-48C5-B257-F5D5-8BABC4B1F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EA311-216C-7E01-814D-D3AC06D3E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481A-8EEB-463D-A96E-0B72A832C35F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80704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20C281-382C-61DF-CF0C-3D7D4C1E66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4BB8B6-1855-D555-2E25-03EF96E707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88325-0534-6F15-8F17-44B65AD2E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0AF43-761F-4BE9-9FF0-F88EC1CECCD6}" type="datetimeFigureOut">
              <a:rPr lang="en-GB" smtClean="0"/>
              <a:t>12/09/2026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8CD0A-8588-3446-DDC2-C7554DC3B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36F0D-947E-6CE4-7044-E42E1B378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481A-8EEB-463D-A96E-0B72A832C35F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58735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C_Vide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3246B9A-5732-5C1E-5597-8D4099C8942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6" r="1087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B2A0986-2A0A-4113-A5C8-083B18CC8085}"/>
              </a:ext>
            </a:extLst>
          </p:cNvPr>
          <p:cNvSpPr txBox="1"/>
          <p:nvPr userDrawn="1"/>
        </p:nvSpPr>
        <p:spPr>
          <a:xfrm>
            <a:off x="-1" y="6858000"/>
            <a:ext cx="11376837" cy="338554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Video Title Screen: </a:t>
            </a:r>
            <a:r>
              <a: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BG image/pattern screen </a:t>
            </a:r>
            <a:r>
              <a:rPr lang="en-US" sz="1600" b="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(pre-defined) </a:t>
            </a:r>
            <a:r>
              <a: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 smaller school logo </a:t>
            </a:r>
            <a:r>
              <a:rPr lang="en-US" sz="1600" b="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(as per approved design)</a:t>
            </a:r>
            <a:endParaRPr lang="en-IN" sz="1600" b="0" i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5563DF6-6E14-4C8D-85E7-1155F8C29F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9999" y="2482074"/>
            <a:ext cx="5346000" cy="189385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3200" b="1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009BDB"/>
                </a:solidFill>
              </a:defRPr>
            </a:lvl2pPr>
            <a:lvl3pPr>
              <a:defRPr>
                <a:solidFill>
                  <a:srgbClr val="009BDB"/>
                </a:solidFill>
              </a:defRPr>
            </a:lvl3pPr>
            <a:lvl4pPr>
              <a:defRPr>
                <a:solidFill>
                  <a:srgbClr val="009BDB"/>
                </a:solidFill>
              </a:defRPr>
            </a:lvl4pPr>
            <a:lvl5pPr>
              <a:defRPr>
                <a:solidFill>
                  <a:srgbClr val="009BDB"/>
                </a:solidFill>
              </a:defRPr>
            </a:lvl5pPr>
          </a:lstStyle>
          <a:p>
            <a:pPr lvl="0"/>
            <a:r>
              <a:rPr lang="en-US"/>
              <a:t>Video title will come here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041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23">
          <p15:clr>
            <a:srgbClr val="FBAE40"/>
          </p15:clr>
        </p15:guide>
        <p15:guide id="3" orient="horz" pos="1737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A_Title +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B9010A5-3E72-49FB-A931-C6B57ACEC48A}"/>
              </a:ext>
            </a:extLst>
          </p:cNvPr>
          <p:cNvSpPr txBox="1"/>
          <p:nvPr userDrawn="1"/>
        </p:nvSpPr>
        <p:spPr>
          <a:xfrm>
            <a:off x="0" y="6858000"/>
            <a:ext cx="3934090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Blank Slide</a:t>
            </a:r>
            <a:endParaRPr lang="en-IN" sz="16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BC3AC56D-CB69-C2DC-7682-91B7D5AF1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1EE1CA9B-2D8D-90CD-1B73-D84F85AD5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2E9CCA"/>
                </a:solidFill>
                <a:latin typeface="Montserrat" panose="00000500000000000000" pitchFamily="2" charset="0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390392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B_Overview/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B9010A5-3E72-49FB-A931-C6B57ACEC48A}"/>
              </a:ext>
            </a:extLst>
          </p:cNvPr>
          <p:cNvSpPr txBox="1"/>
          <p:nvPr userDrawn="1"/>
        </p:nvSpPr>
        <p:spPr>
          <a:xfrm>
            <a:off x="0" y="6858000"/>
            <a:ext cx="4929555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Overview/Summary</a:t>
            </a:r>
            <a:endParaRPr lang="en-IN" sz="16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19DFBD23-183C-4149-B5B8-BC548723B46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9999" y="3512600"/>
            <a:ext cx="2544726" cy="2452265"/>
          </a:xfrm>
          <a:prstGeom prst="roundRect">
            <a:avLst>
              <a:gd name="adj" fmla="val 7729"/>
            </a:avLst>
          </a:prstGeom>
        </p:spPr>
        <p:txBody>
          <a:bodyPr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25274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6E324BEF-3F9B-4119-8F1F-7F8499707455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49999" y="1900053"/>
            <a:ext cx="2544726" cy="1440000"/>
          </a:xfrm>
          <a:prstGeom prst="roundRect">
            <a:avLst>
              <a:gd name="adj" fmla="val 11498"/>
            </a:avLst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25274D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Icon/image</a:t>
            </a:r>
            <a:endParaRPr lang="en-IN" dirty="0"/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CBA0ECFF-18FB-5D92-0819-6C2AE9965DF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43581" y="3512600"/>
            <a:ext cx="2544726" cy="2452265"/>
          </a:xfrm>
          <a:prstGeom prst="roundRect">
            <a:avLst>
              <a:gd name="adj" fmla="val 9140"/>
            </a:avLst>
          </a:prstGeom>
        </p:spPr>
        <p:txBody>
          <a:bodyPr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25274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37FFFF63-ABF2-DAAF-F848-D2F6DB2C94C8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443581" y="1900053"/>
            <a:ext cx="2544726" cy="1440000"/>
          </a:xfrm>
          <a:prstGeom prst="roundRect">
            <a:avLst>
              <a:gd name="adj" fmla="val 12237"/>
            </a:avLst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25274D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Icon/image</a:t>
            </a:r>
            <a:endParaRPr lang="en-IN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CBA86CAD-AD88-DDB2-4C51-DEB4A240BC0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37163" y="3512600"/>
            <a:ext cx="2544726" cy="2452265"/>
          </a:xfrm>
          <a:prstGeom prst="roundRect">
            <a:avLst>
              <a:gd name="adj" fmla="val 9140"/>
            </a:avLst>
          </a:prstGeom>
        </p:spPr>
        <p:txBody>
          <a:bodyPr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25274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22" name="Picture Placeholder 4">
            <a:extLst>
              <a:ext uri="{FF2B5EF4-FFF2-40B4-BE49-F238E27FC236}">
                <a16:creationId xmlns:a16="http://schemas.microsoft.com/office/drawing/2014/main" id="{787993C6-EE85-57A4-5C4E-65099FBCBFA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137163" y="1900053"/>
            <a:ext cx="2544726" cy="1440000"/>
          </a:xfrm>
          <a:prstGeom prst="roundRect">
            <a:avLst>
              <a:gd name="adj" fmla="val 11498"/>
            </a:avLst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25274D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Icon/image</a:t>
            </a:r>
            <a:endParaRPr lang="en-IN" dirty="0"/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57F99002-B870-B0B6-59C2-52A062BF780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27355" y="3512600"/>
            <a:ext cx="2544726" cy="2452265"/>
          </a:xfrm>
          <a:prstGeom prst="roundRect">
            <a:avLst>
              <a:gd name="adj" fmla="val 9140"/>
            </a:avLst>
          </a:prstGeom>
        </p:spPr>
        <p:txBody>
          <a:bodyPr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25274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24" name="Picture Placeholder 4">
            <a:extLst>
              <a:ext uri="{FF2B5EF4-FFF2-40B4-BE49-F238E27FC236}">
                <a16:creationId xmlns:a16="http://schemas.microsoft.com/office/drawing/2014/main" id="{1EDAA4B0-ACFF-0278-ABBD-BECC87076AA6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827355" y="1900053"/>
            <a:ext cx="2544726" cy="1440000"/>
          </a:xfrm>
          <a:prstGeom prst="roundRect">
            <a:avLst>
              <a:gd name="adj" fmla="val 12237"/>
            </a:avLst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25274D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Icon/image</a:t>
            </a:r>
            <a:endParaRPr lang="en-IN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EA707556-DCF5-FB76-8D0C-444D780DD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AD18A2C6-8544-B1DE-CC9A-8FDB6A47E2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2E9CCA"/>
                </a:solidFill>
                <a:latin typeface="Montserrat" panose="00000500000000000000" pitchFamily="2" charset="0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8105489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C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C8F28B-A019-48FE-8FE4-1E359369A454}"/>
              </a:ext>
            </a:extLst>
          </p:cNvPr>
          <p:cNvSpPr txBox="1"/>
          <p:nvPr userDrawn="1"/>
        </p:nvSpPr>
        <p:spPr>
          <a:xfrm>
            <a:off x="0" y="6858000"/>
            <a:ext cx="3531736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</a:t>
            </a:r>
            <a:r>
              <a:rPr lang="en-IN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Quotes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1E2F8585-3C89-2D09-DC6F-B0E1F451EA7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71371" y="2528435"/>
            <a:ext cx="4805966" cy="2318328"/>
          </a:xfrm>
          <a:prstGeom prst="rect">
            <a:avLst/>
          </a:prstGeom>
        </p:spPr>
        <p:txBody>
          <a:bodyPr/>
          <a:lstStyle>
            <a:lvl1pPr marL="228611" indent="-228611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2E9CCA"/>
              </a:buClr>
              <a:buSzPct val="125000"/>
              <a:defRPr lang="en-US" sz="1800" b="0" kern="1200" dirty="0" smtClean="0">
                <a:solidFill>
                  <a:srgbClr val="25274D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  <a:lvl2pPr marL="474157" indent="-23178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0000"/>
              <a:buFont typeface="Arial" panose="020B0604020202020204" pitchFamily="34" charset="0"/>
              <a:buChar char="○"/>
              <a:defRPr sz="1867">
                <a:solidFill>
                  <a:schemeClr val="tx1"/>
                </a:solidFill>
                <a:latin typeface="+mn-lt"/>
              </a:defRPr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</a:lstStyle>
          <a:p>
            <a:pPr marL="242371" lvl="0" indent="-242371" algn="l" defTabSz="914446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/>
              <a:t>Quote</a:t>
            </a:r>
            <a:endParaRPr lang="en-IN"/>
          </a:p>
        </p:txBody>
      </p:sp>
      <p:grpSp>
        <p:nvGrpSpPr>
          <p:cNvPr id="17" name="Group 29">
            <a:extLst>
              <a:ext uri="{FF2B5EF4-FFF2-40B4-BE49-F238E27FC236}">
                <a16:creationId xmlns:a16="http://schemas.microsoft.com/office/drawing/2014/main" id="{D758CE2F-C77D-D143-9C32-F8BC30F19D7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6084333" y="2058194"/>
            <a:ext cx="5357668" cy="3637916"/>
            <a:chOff x="676" y="1349"/>
            <a:chExt cx="3564" cy="2420"/>
          </a:xfrm>
        </p:grpSpPr>
        <p:sp>
          <p:nvSpPr>
            <p:cNvPr id="18" name="Freeform 30">
              <a:extLst>
                <a:ext uri="{FF2B5EF4-FFF2-40B4-BE49-F238E27FC236}">
                  <a16:creationId xmlns:a16="http://schemas.microsoft.com/office/drawing/2014/main" id="{9D790D4B-DE54-77DC-E54D-0489BF7C3A64}"/>
                </a:ext>
              </a:extLst>
            </p:cNvPr>
            <p:cNvSpPr>
              <a:spLocks/>
            </p:cNvSpPr>
            <p:nvPr/>
          </p:nvSpPr>
          <p:spPr bwMode="auto">
            <a:xfrm>
              <a:off x="938" y="1349"/>
              <a:ext cx="169" cy="226"/>
            </a:xfrm>
            <a:custGeom>
              <a:avLst/>
              <a:gdLst>
                <a:gd name="T0" fmla="*/ 82 w 119"/>
                <a:gd name="T1" fmla="*/ 0 h 174"/>
                <a:gd name="T2" fmla="*/ 13 w 119"/>
                <a:gd name="T3" fmla="*/ 96 h 174"/>
                <a:gd name="T4" fmla="*/ 41 w 119"/>
                <a:gd name="T5" fmla="*/ 162 h 174"/>
                <a:gd name="T6" fmla="*/ 101 w 119"/>
                <a:gd name="T7" fmla="*/ 132 h 174"/>
                <a:gd name="T8" fmla="*/ 70 w 119"/>
                <a:gd name="T9" fmla="*/ 70 h 174"/>
                <a:gd name="T10" fmla="*/ 110 w 119"/>
                <a:gd name="T11" fmla="*/ 1 h 174"/>
                <a:gd name="T12" fmla="*/ 82 w 119"/>
                <a:gd name="T13" fmla="*/ 0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174">
                  <a:moveTo>
                    <a:pt x="82" y="0"/>
                  </a:moveTo>
                  <a:cubicBezTo>
                    <a:pt x="82" y="0"/>
                    <a:pt x="21" y="44"/>
                    <a:pt x="13" y="96"/>
                  </a:cubicBezTo>
                  <a:cubicBezTo>
                    <a:pt x="0" y="146"/>
                    <a:pt x="41" y="162"/>
                    <a:pt x="41" y="162"/>
                  </a:cubicBezTo>
                  <a:cubicBezTo>
                    <a:pt x="41" y="162"/>
                    <a:pt x="87" y="174"/>
                    <a:pt x="101" y="132"/>
                  </a:cubicBezTo>
                  <a:cubicBezTo>
                    <a:pt x="101" y="132"/>
                    <a:pt x="119" y="87"/>
                    <a:pt x="70" y="70"/>
                  </a:cubicBezTo>
                  <a:cubicBezTo>
                    <a:pt x="110" y="1"/>
                    <a:pt x="110" y="1"/>
                    <a:pt x="110" y="1"/>
                  </a:cubicBezTo>
                  <a:lnTo>
                    <a:pt x="82" y="0"/>
                  </a:lnTo>
                  <a:close/>
                </a:path>
              </a:pathLst>
            </a:custGeom>
            <a:solidFill>
              <a:srgbClr val="29648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>
                <a:latin typeface="Montserrat" panose="00000500000000000000" pitchFamily="2" charset="0"/>
              </a:endParaRPr>
            </a:p>
          </p:txBody>
        </p:sp>
        <p:sp>
          <p:nvSpPr>
            <p:cNvPr id="23" name="Freeform 31">
              <a:extLst>
                <a:ext uri="{FF2B5EF4-FFF2-40B4-BE49-F238E27FC236}">
                  <a16:creationId xmlns:a16="http://schemas.microsoft.com/office/drawing/2014/main" id="{EB81B1C5-838B-BCF0-F57E-6DF1D2B7B5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8" y="1349"/>
              <a:ext cx="170" cy="226"/>
            </a:xfrm>
            <a:custGeom>
              <a:avLst/>
              <a:gdLst>
                <a:gd name="T0" fmla="*/ 81 w 119"/>
                <a:gd name="T1" fmla="*/ 0 h 174"/>
                <a:gd name="T2" fmla="*/ 12 w 119"/>
                <a:gd name="T3" fmla="*/ 96 h 174"/>
                <a:gd name="T4" fmla="*/ 41 w 119"/>
                <a:gd name="T5" fmla="*/ 162 h 174"/>
                <a:gd name="T6" fmla="*/ 101 w 119"/>
                <a:gd name="T7" fmla="*/ 132 h 174"/>
                <a:gd name="T8" fmla="*/ 69 w 119"/>
                <a:gd name="T9" fmla="*/ 70 h 174"/>
                <a:gd name="T10" fmla="*/ 110 w 119"/>
                <a:gd name="T11" fmla="*/ 1 h 174"/>
                <a:gd name="T12" fmla="*/ 81 w 119"/>
                <a:gd name="T13" fmla="*/ 0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174">
                  <a:moveTo>
                    <a:pt x="81" y="0"/>
                  </a:moveTo>
                  <a:cubicBezTo>
                    <a:pt x="81" y="0"/>
                    <a:pt x="21" y="44"/>
                    <a:pt x="12" y="96"/>
                  </a:cubicBezTo>
                  <a:cubicBezTo>
                    <a:pt x="0" y="146"/>
                    <a:pt x="41" y="162"/>
                    <a:pt x="41" y="162"/>
                  </a:cubicBezTo>
                  <a:cubicBezTo>
                    <a:pt x="41" y="162"/>
                    <a:pt x="86" y="174"/>
                    <a:pt x="101" y="132"/>
                  </a:cubicBezTo>
                  <a:cubicBezTo>
                    <a:pt x="101" y="132"/>
                    <a:pt x="119" y="87"/>
                    <a:pt x="69" y="70"/>
                  </a:cubicBezTo>
                  <a:cubicBezTo>
                    <a:pt x="110" y="1"/>
                    <a:pt x="110" y="1"/>
                    <a:pt x="110" y="1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rgbClr val="29648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>
                <a:latin typeface="Montserrat" panose="00000500000000000000" pitchFamily="2" charset="0"/>
              </a:endParaRPr>
            </a:p>
          </p:txBody>
        </p:sp>
        <p:sp>
          <p:nvSpPr>
            <p:cNvPr id="24" name="Freeform 32">
              <a:extLst>
                <a:ext uri="{FF2B5EF4-FFF2-40B4-BE49-F238E27FC236}">
                  <a16:creationId xmlns:a16="http://schemas.microsoft.com/office/drawing/2014/main" id="{95DEF166-CFBF-C8EF-BD84-B354505C65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7" y="3301"/>
              <a:ext cx="169" cy="226"/>
            </a:xfrm>
            <a:custGeom>
              <a:avLst/>
              <a:gdLst>
                <a:gd name="T0" fmla="*/ 37 w 119"/>
                <a:gd name="T1" fmla="*/ 174 h 174"/>
                <a:gd name="T2" fmla="*/ 106 w 119"/>
                <a:gd name="T3" fmla="*/ 77 h 174"/>
                <a:gd name="T4" fmla="*/ 77 w 119"/>
                <a:gd name="T5" fmla="*/ 12 h 174"/>
                <a:gd name="T6" fmla="*/ 17 w 119"/>
                <a:gd name="T7" fmla="*/ 42 h 174"/>
                <a:gd name="T8" fmla="*/ 49 w 119"/>
                <a:gd name="T9" fmla="*/ 103 h 174"/>
                <a:gd name="T10" fmla="*/ 9 w 119"/>
                <a:gd name="T11" fmla="*/ 173 h 174"/>
                <a:gd name="T12" fmla="*/ 37 w 119"/>
                <a:gd name="T1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174">
                  <a:moveTo>
                    <a:pt x="37" y="174"/>
                  </a:moveTo>
                  <a:cubicBezTo>
                    <a:pt x="37" y="174"/>
                    <a:pt x="98" y="130"/>
                    <a:pt x="106" y="77"/>
                  </a:cubicBezTo>
                  <a:cubicBezTo>
                    <a:pt x="119" y="28"/>
                    <a:pt x="77" y="12"/>
                    <a:pt x="77" y="12"/>
                  </a:cubicBezTo>
                  <a:cubicBezTo>
                    <a:pt x="77" y="12"/>
                    <a:pt x="32" y="0"/>
                    <a:pt x="17" y="42"/>
                  </a:cubicBezTo>
                  <a:cubicBezTo>
                    <a:pt x="17" y="42"/>
                    <a:pt x="0" y="86"/>
                    <a:pt x="49" y="103"/>
                  </a:cubicBezTo>
                  <a:cubicBezTo>
                    <a:pt x="9" y="173"/>
                    <a:pt x="9" y="173"/>
                    <a:pt x="9" y="173"/>
                  </a:cubicBezTo>
                  <a:lnTo>
                    <a:pt x="37" y="174"/>
                  </a:lnTo>
                  <a:close/>
                </a:path>
              </a:pathLst>
            </a:custGeom>
            <a:solidFill>
              <a:srgbClr val="29648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>
                <a:latin typeface="Montserrat" panose="00000500000000000000" pitchFamily="2" charset="0"/>
              </a:endParaRPr>
            </a:p>
          </p:txBody>
        </p:sp>
        <p:sp>
          <p:nvSpPr>
            <p:cNvPr id="26" name="Freeform 33">
              <a:extLst>
                <a:ext uri="{FF2B5EF4-FFF2-40B4-BE49-F238E27FC236}">
                  <a16:creationId xmlns:a16="http://schemas.microsoft.com/office/drawing/2014/main" id="{7ED025E3-3D59-1316-4BCD-D428DEBA09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8" y="3301"/>
              <a:ext cx="170" cy="226"/>
            </a:xfrm>
            <a:custGeom>
              <a:avLst/>
              <a:gdLst>
                <a:gd name="T0" fmla="*/ 38 w 119"/>
                <a:gd name="T1" fmla="*/ 174 h 174"/>
                <a:gd name="T2" fmla="*/ 106 w 119"/>
                <a:gd name="T3" fmla="*/ 77 h 174"/>
                <a:gd name="T4" fmla="*/ 78 w 119"/>
                <a:gd name="T5" fmla="*/ 12 h 174"/>
                <a:gd name="T6" fmla="*/ 18 w 119"/>
                <a:gd name="T7" fmla="*/ 42 h 174"/>
                <a:gd name="T8" fmla="*/ 50 w 119"/>
                <a:gd name="T9" fmla="*/ 103 h 174"/>
                <a:gd name="T10" fmla="*/ 9 w 119"/>
                <a:gd name="T11" fmla="*/ 173 h 174"/>
                <a:gd name="T12" fmla="*/ 38 w 119"/>
                <a:gd name="T1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174">
                  <a:moveTo>
                    <a:pt x="38" y="174"/>
                  </a:moveTo>
                  <a:cubicBezTo>
                    <a:pt x="38" y="174"/>
                    <a:pt x="98" y="130"/>
                    <a:pt x="106" y="77"/>
                  </a:cubicBezTo>
                  <a:cubicBezTo>
                    <a:pt x="119" y="28"/>
                    <a:pt x="78" y="12"/>
                    <a:pt x="78" y="12"/>
                  </a:cubicBezTo>
                  <a:cubicBezTo>
                    <a:pt x="78" y="12"/>
                    <a:pt x="32" y="0"/>
                    <a:pt x="18" y="42"/>
                  </a:cubicBezTo>
                  <a:cubicBezTo>
                    <a:pt x="18" y="42"/>
                    <a:pt x="0" y="86"/>
                    <a:pt x="50" y="103"/>
                  </a:cubicBezTo>
                  <a:cubicBezTo>
                    <a:pt x="9" y="173"/>
                    <a:pt x="9" y="173"/>
                    <a:pt x="9" y="173"/>
                  </a:cubicBezTo>
                  <a:lnTo>
                    <a:pt x="38" y="174"/>
                  </a:lnTo>
                  <a:close/>
                </a:path>
              </a:pathLst>
            </a:custGeom>
            <a:solidFill>
              <a:srgbClr val="29648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>
                <a:latin typeface="Montserrat" panose="00000500000000000000" pitchFamily="2" charset="0"/>
              </a:endParaRPr>
            </a:p>
          </p:txBody>
        </p:sp>
        <p:sp>
          <p:nvSpPr>
            <p:cNvPr id="29" name="Freeform 34">
              <a:extLst>
                <a:ext uri="{FF2B5EF4-FFF2-40B4-BE49-F238E27FC236}">
                  <a16:creationId xmlns:a16="http://schemas.microsoft.com/office/drawing/2014/main" id="{97BDFF65-79B8-A2EE-F19B-7541ABA75E6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" y="1475"/>
              <a:ext cx="2924" cy="2294"/>
            </a:xfrm>
            <a:custGeom>
              <a:avLst/>
              <a:gdLst>
                <a:gd name="T0" fmla="*/ 122 w 1359"/>
                <a:gd name="T1" fmla="*/ 0 h 1414"/>
                <a:gd name="T2" fmla="*/ 70 w 1359"/>
                <a:gd name="T3" fmla="*/ 0 h 1414"/>
                <a:gd name="T4" fmla="*/ 0 w 1359"/>
                <a:gd name="T5" fmla="*/ 71 h 1414"/>
                <a:gd name="T6" fmla="*/ 0 w 1359"/>
                <a:gd name="T7" fmla="*/ 1062 h 1414"/>
                <a:gd name="T8" fmla="*/ 70 w 1359"/>
                <a:gd name="T9" fmla="*/ 1132 h 1414"/>
                <a:gd name="T10" fmla="*/ 393 w 1359"/>
                <a:gd name="T11" fmla="*/ 1132 h 1414"/>
                <a:gd name="T12" fmla="*/ 239 w 1359"/>
                <a:gd name="T13" fmla="*/ 1414 h 1414"/>
                <a:gd name="T14" fmla="*/ 652 w 1359"/>
                <a:gd name="T15" fmla="*/ 1132 h 1414"/>
                <a:gd name="T16" fmla="*/ 1359 w 1359"/>
                <a:gd name="T17" fmla="*/ 1132 h 1414"/>
                <a:gd name="connsiteX0" fmla="*/ 898 w 12453"/>
                <a:gd name="connsiteY0" fmla="*/ 0 h 10000"/>
                <a:gd name="connsiteX1" fmla="*/ 515 w 12453"/>
                <a:gd name="connsiteY1" fmla="*/ 0 h 10000"/>
                <a:gd name="connsiteX2" fmla="*/ 0 w 12453"/>
                <a:gd name="connsiteY2" fmla="*/ 502 h 10000"/>
                <a:gd name="connsiteX3" fmla="*/ 0 w 12453"/>
                <a:gd name="connsiteY3" fmla="*/ 7511 h 10000"/>
                <a:gd name="connsiteX4" fmla="*/ 515 w 12453"/>
                <a:gd name="connsiteY4" fmla="*/ 8006 h 10000"/>
                <a:gd name="connsiteX5" fmla="*/ 2892 w 12453"/>
                <a:gd name="connsiteY5" fmla="*/ 8006 h 10000"/>
                <a:gd name="connsiteX6" fmla="*/ 1759 w 12453"/>
                <a:gd name="connsiteY6" fmla="*/ 10000 h 10000"/>
                <a:gd name="connsiteX7" fmla="*/ 4798 w 12453"/>
                <a:gd name="connsiteY7" fmla="*/ 8006 h 10000"/>
                <a:gd name="connsiteX8" fmla="*/ 12453 w 12453"/>
                <a:gd name="connsiteY8" fmla="*/ 8006 h 10000"/>
                <a:gd name="connsiteX0" fmla="*/ 898 w 12453"/>
                <a:gd name="connsiteY0" fmla="*/ 0 h 9394"/>
                <a:gd name="connsiteX1" fmla="*/ 515 w 12453"/>
                <a:gd name="connsiteY1" fmla="*/ 0 h 9394"/>
                <a:gd name="connsiteX2" fmla="*/ 0 w 12453"/>
                <a:gd name="connsiteY2" fmla="*/ 502 h 9394"/>
                <a:gd name="connsiteX3" fmla="*/ 0 w 12453"/>
                <a:gd name="connsiteY3" fmla="*/ 7511 h 9394"/>
                <a:gd name="connsiteX4" fmla="*/ 515 w 12453"/>
                <a:gd name="connsiteY4" fmla="*/ 8006 h 9394"/>
                <a:gd name="connsiteX5" fmla="*/ 2892 w 12453"/>
                <a:gd name="connsiteY5" fmla="*/ 8006 h 9394"/>
                <a:gd name="connsiteX6" fmla="*/ 2364 w 12453"/>
                <a:gd name="connsiteY6" fmla="*/ 9394 h 9394"/>
                <a:gd name="connsiteX7" fmla="*/ 4798 w 12453"/>
                <a:gd name="connsiteY7" fmla="*/ 8006 h 9394"/>
                <a:gd name="connsiteX8" fmla="*/ 12453 w 12453"/>
                <a:gd name="connsiteY8" fmla="*/ 8006 h 9394"/>
                <a:gd name="connsiteX0" fmla="*/ 721 w 10000"/>
                <a:gd name="connsiteY0" fmla="*/ 0 h 10000"/>
                <a:gd name="connsiteX1" fmla="*/ 414 w 10000"/>
                <a:gd name="connsiteY1" fmla="*/ 0 h 10000"/>
                <a:gd name="connsiteX2" fmla="*/ 0 w 10000"/>
                <a:gd name="connsiteY2" fmla="*/ 534 h 10000"/>
                <a:gd name="connsiteX3" fmla="*/ 0 w 10000"/>
                <a:gd name="connsiteY3" fmla="*/ 7996 h 10000"/>
                <a:gd name="connsiteX4" fmla="*/ 414 w 10000"/>
                <a:gd name="connsiteY4" fmla="*/ 8522 h 10000"/>
                <a:gd name="connsiteX5" fmla="*/ 2322 w 10000"/>
                <a:gd name="connsiteY5" fmla="*/ 8522 h 10000"/>
                <a:gd name="connsiteX6" fmla="*/ 1898 w 10000"/>
                <a:gd name="connsiteY6" fmla="*/ 10000 h 10000"/>
                <a:gd name="connsiteX7" fmla="*/ 3853 w 10000"/>
                <a:gd name="connsiteY7" fmla="*/ 8522 h 10000"/>
                <a:gd name="connsiteX8" fmla="*/ 10000 w 10000"/>
                <a:gd name="connsiteY8" fmla="*/ 8522 h 10000"/>
                <a:gd name="connsiteX0" fmla="*/ 721 w 10000"/>
                <a:gd name="connsiteY0" fmla="*/ 0 h 10000"/>
                <a:gd name="connsiteX1" fmla="*/ 414 w 10000"/>
                <a:gd name="connsiteY1" fmla="*/ 0 h 10000"/>
                <a:gd name="connsiteX2" fmla="*/ 0 w 10000"/>
                <a:gd name="connsiteY2" fmla="*/ 534 h 10000"/>
                <a:gd name="connsiteX3" fmla="*/ 0 w 10000"/>
                <a:gd name="connsiteY3" fmla="*/ 7996 h 10000"/>
                <a:gd name="connsiteX4" fmla="*/ 414 w 10000"/>
                <a:gd name="connsiteY4" fmla="*/ 8522 h 10000"/>
                <a:gd name="connsiteX5" fmla="*/ 2322 w 10000"/>
                <a:gd name="connsiteY5" fmla="*/ 8522 h 10000"/>
                <a:gd name="connsiteX6" fmla="*/ 1898 w 10000"/>
                <a:gd name="connsiteY6" fmla="*/ 10000 h 10000"/>
                <a:gd name="connsiteX7" fmla="*/ 3853 w 10000"/>
                <a:gd name="connsiteY7" fmla="*/ 8522 h 10000"/>
                <a:gd name="connsiteX8" fmla="*/ 10000 w 10000"/>
                <a:gd name="connsiteY8" fmla="*/ 8522 h 10000"/>
                <a:gd name="connsiteX0" fmla="*/ 721 w 10000"/>
                <a:gd name="connsiteY0" fmla="*/ 0 h 10000"/>
                <a:gd name="connsiteX1" fmla="*/ 414 w 10000"/>
                <a:gd name="connsiteY1" fmla="*/ 0 h 10000"/>
                <a:gd name="connsiteX2" fmla="*/ 0 w 10000"/>
                <a:gd name="connsiteY2" fmla="*/ 534 h 10000"/>
                <a:gd name="connsiteX3" fmla="*/ 0 w 10000"/>
                <a:gd name="connsiteY3" fmla="*/ 7996 h 10000"/>
                <a:gd name="connsiteX4" fmla="*/ 414 w 10000"/>
                <a:gd name="connsiteY4" fmla="*/ 8522 h 10000"/>
                <a:gd name="connsiteX5" fmla="*/ 2322 w 10000"/>
                <a:gd name="connsiteY5" fmla="*/ 8522 h 10000"/>
                <a:gd name="connsiteX6" fmla="*/ 1898 w 10000"/>
                <a:gd name="connsiteY6" fmla="*/ 10000 h 10000"/>
                <a:gd name="connsiteX7" fmla="*/ 3853 w 10000"/>
                <a:gd name="connsiteY7" fmla="*/ 8522 h 10000"/>
                <a:gd name="connsiteX8" fmla="*/ 10000 w 10000"/>
                <a:gd name="connsiteY8" fmla="*/ 8522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000" h="10000">
                  <a:moveTo>
                    <a:pt x="721" y="0"/>
                  </a:moveTo>
                  <a:lnTo>
                    <a:pt x="414" y="0"/>
                  </a:lnTo>
                  <a:cubicBezTo>
                    <a:pt x="183" y="0"/>
                    <a:pt x="0" y="241"/>
                    <a:pt x="0" y="534"/>
                  </a:cubicBezTo>
                  <a:lnTo>
                    <a:pt x="0" y="7996"/>
                  </a:lnTo>
                  <a:cubicBezTo>
                    <a:pt x="0" y="8288"/>
                    <a:pt x="183" y="8522"/>
                    <a:pt x="414" y="8522"/>
                  </a:cubicBezTo>
                  <a:lnTo>
                    <a:pt x="2322" y="8522"/>
                  </a:lnTo>
                  <a:cubicBezTo>
                    <a:pt x="2323" y="8523"/>
                    <a:pt x="2040" y="9507"/>
                    <a:pt x="1898" y="10000"/>
                  </a:cubicBezTo>
                  <a:lnTo>
                    <a:pt x="3853" y="8522"/>
                  </a:lnTo>
                  <a:lnTo>
                    <a:pt x="10000" y="8522"/>
                  </a:lnTo>
                </a:path>
              </a:pathLst>
            </a:custGeom>
            <a:noFill/>
            <a:ln w="50800" cap="rnd">
              <a:solidFill>
                <a:srgbClr val="29648A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>
                <a:solidFill>
                  <a:srgbClr val="2E9CCA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30" name="Freeform 35">
              <a:extLst>
                <a:ext uri="{FF2B5EF4-FFF2-40B4-BE49-F238E27FC236}">
                  <a16:creationId xmlns:a16="http://schemas.microsoft.com/office/drawing/2014/main" id="{7CEE3CFF-CA47-F64E-71C6-B8B1054C34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0" y="1475"/>
              <a:ext cx="2880" cy="1955"/>
            </a:xfrm>
            <a:custGeom>
              <a:avLst/>
              <a:gdLst>
                <a:gd name="T0" fmla="*/ 1241 w 1346"/>
                <a:gd name="T1" fmla="*/ 1132 h 1132"/>
                <a:gd name="T2" fmla="*/ 1276 w 1346"/>
                <a:gd name="T3" fmla="*/ 1132 h 1132"/>
                <a:gd name="T4" fmla="*/ 1346 w 1346"/>
                <a:gd name="T5" fmla="*/ 1062 h 1132"/>
                <a:gd name="T6" fmla="*/ 1346 w 1346"/>
                <a:gd name="T7" fmla="*/ 71 h 1132"/>
                <a:gd name="T8" fmla="*/ 1276 w 1346"/>
                <a:gd name="T9" fmla="*/ 0 h 1132"/>
                <a:gd name="T10" fmla="*/ 0 w 1346"/>
                <a:gd name="T11" fmla="*/ 0 h 1132"/>
                <a:gd name="connsiteX0" fmla="*/ 11343 w 12123"/>
                <a:gd name="connsiteY0" fmla="*/ 10000 h 10000"/>
                <a:gd name="connsiteX1" fmla="*/ 11603 w 12123"/>
                <a:gd name="connsiteY1" fmla="*/ 10000 h 10000"/>
                <a:gd name="connsiteX2" fmla="*/ 12123 w 12123"/>
                <a:gd name="connsiteY2" fmla="*/ 9382 h 10000"/>
                <a:gd name="connsiteX3" fmla="*/ 12123 w 12123"/>
                <a:gd name="connsiteY3" fmla="*/ 627 h 10000"/>
                <a:gd name="connsiteX4" fmla="*/ 11603 w 12123"/>
                <a:gd name="connsiteY4" fmla="*/ 0 h 10000"/>
                <a:gd name="connsiteX5" fmla="*/ 0 w 12123"/>
                <a:gd name="connsiteY5" fmla="*/ 47 h 10000"/>
                <a:gd name="connsiteX0" fmla="*/ 11601 w 12381"/>
                <a:gd name="connsiteY0" fmla="*/ 10000 h 10000"/>
                <a:gd name="connsiteX1" fmla="*/ 11861 w 12381"/>
                <a:gd name="connsiteY1" fmla="*/ 10000 h 10000"/>
                <a:gd name="connsiteX2" fmla="*/ 12381 w 12381"/>
                <a:gd name="connsiteY2" fmla="*/ 9382 h 10000"/>
                <a:gd name="connsiteX3" fmla="*/ 12381 w 12381"/>
                <a:gd name="connsiteY3" fmla="*/ 627 h 10000"/>
                <a:gd name="connsiteX4" fmla="*/ 11861 w 12381"/>
                <a:gd name="connsiteY4" fmla="*/ 0 h 10000"/>
                <a:gd name="connsiteX5" fmla="*/ 0 w 12381"/>
                <a:gd name="connsiteY5" fmla="*/ 47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381" h="10000">
                  <a:moveTo>
                    <a:pt x="11601" y="10000"/>
                  </a:moveTo>
                  <a:lnTo>
                    <a:pt x="11861" y="10000"/>
                  </a:lnTo>
                  <a:cubicBezTo>
                    <a:pt x="12151" y="10000"/>
                    <a:pt x="12381" y="9726"/>
                    <a:pt x="12381" y="9382"/>
                  </a:cubicBezTo>
                  <a:lnTo>
                    <a:pt x="12381" y="627"/>
                  </a:lnTo>
                  <a:cubicBezTo>
                    <a:pt x="12381" y="283"/>
                    <a:pt x="12151" y="0"/>
                    <a:pt x="11861" y="0"/>
                  </a:cubicBezTo>
                  <a:lnTo>
                    <a:pt x="0" y="47"/>
                  </a:lnTo>
                </a:path>
              </a:pathLst>
            </a:custGeom>
            <a:noFill/>
            <a:ln w="50800" cap="rnd">
              <a:solidFill>
                <a:srgbClr val="29648A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>
                <a:latin typeface="Montserrat" panose="00000500000000000000" pitchFamily="2" charset="0"/>
              </a:endParaRPr>
            </a:p>
          </p:txBody>
        </p:sp>
      </p:grp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EB2D5514-68FA-24AF-514D-C592D9134038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49998" y="2058192"/>
            <a:ext cx="4948279" cy="3690197"/>
          </a:xfrm>
          <a:prstGeom prst="roundRect">
            <a:avLst>
              <a:gd name="adj" fmla="val 5992"/>
            </a:avLst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F5F5F5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Icon</a:t>
            </a:r>
            <a:endParaRPr lang="en-IN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A83EFF81-2112-4C73-5B0A-99C942195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AA90C228-7093-437C-77C5-030C276720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2E9CCA"/>
                </a:solidFill>
                <a:latin typeface="Montserrat" panose="00000500000000000000" pitchFamily="2" charset="0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6481744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D_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C8F28B-A019-48FE-8FE4-1E359369A454}"/>
              </a:ext>
            </a:extLst>
          </p:cNvPr>
          <p:cNvSpPr txBox="1"/>
          <p:nvPr userDrawn="1"/>
        </p:nvSpPr>
        <p:spPr>
          <a:xfrm>
            <a:off x="0" y="6858000"/>
            <a:ext cx="3725700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</a:t>
            </a:r>
            <a:r>
              <a:rPr lang="en-IN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Question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01E354DD-8A2B-99EF-4EDA-AD332F4AD26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909263" y="2669460"/>
            <a:ext cx="4034337" cy="280490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aseline="0">
                <a:solidFill>
                  <a:srgbClr val="25274D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marL="0" marR="0" lvl="0" indent="0" algn="ctr" defTabSz="91444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Question?</a:t>
            </a:r>
          </a:p>
        </p:txBody>
      </p:sp>
      <p:pic>
        <p:nvPicPr>
          <p:cNvPr id="6" name="Graphic 5" descr="Badge Question Mark with solid fill">
            <a:extLst>
              <a:ext uri="{FF2B5EF4-FFF2-40B4-BE49-F238E27FC236}">
                <a16:creationId xmlns:a16="http://schemas.microsoft.com/office/drawing/2014/main" id="{EFA3CD5E-5B5C-AECB-72F3-CE5CFE94E6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1648" y="3548481"/>
            <a:ext cx="991202" cy="991202"/>
          </a:xfrm>
          <a:prstGeom prst="rect">
            <a:avLst/>
          </a:prstGeom>
        </p:spPr>
      </p:pic>
      <p:sp>
        <p:nvSpPr>
          <p:cNvPr id="19" name="Freeform 14">
            <a:extLst>
              <a:ext uri="{FF2B5EF4-FFF2-40B4-BE49-F238E27FC236}">
                <a16:creationId xmlns:a16="http://schemas.microsoft.com/office/drawing/2014/main" id="{0DBE1CC4-09E1-32FD-535A-AF86B95AFE7A}"/>
              </a:ext>
            </a:extLst>
          </p:cNvPr>
          <p:cNvSpPr>
            <a:spLocks/>
          </p:cNvSpPr>
          <p:nvPr userDrawn="1"/>
        </p:nvSpPr>
        <p:spPr bwMode="auto">
          <a:xfrm>
            <a:off x="1283436" y="2192572"/>
            <a:ext cx="217049" cy="324244"/>
          </a:xfrm>
          <a:custGeom>
            <a:avLst/>
            <a:gdLst>
              <a:gd name="T0" fmla="*/ 82 w 119"/>
              <a:gd name="T1" fmla="*/ 0 h 174"/>
              <a:gd name="T2" fmla="*/ 13 w 119"/>
              <a:gd name="T3" fmla="*/ 96 h 174"/>
              <a:gd name="T4" fmla="*/ 41 w 119"/>
              <a:gd name="T5" fmla="*/ 162 h 174"/>
              <a:gd name="T6" fmla="*/ 101 w 119"/>
              <a:gd name="T7" fmla="*/ 132 h 174"/>
              <a:gd name="T8" fmla="*/ 70 w 119"/>
              <a:gd name="T9" fmla="*/ 70 h 174"/>
              <a:gd name="T10" fmla="*/ 110 w 119"/>
              <a:gd name="T11" fmla="*/ 1 h 174"/>
              <a:gd name="T12" fmla="*/ 82 w 119"/>
              <a:gd name="T13" fmla="*/ 0 h 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9" h="174">
                <a:moveTo>
                  <a:pt x="82" y="0"/>
                </a:moveTo>
                <a:cubicBezTo>
                  <a:pt x="82" y="0"/>
                  <a:pt x="21" y="44"/>
                  <a:pt x="13" y="96"/>
                </a:cubicBezTo>
                <a:cubicBezTo>
                  <a:pt x="0" y="146"/>
                  <a:pt x="41" y="162"/>
                  <a:pt x="41" y="162"/>
                </a:cubicBezTo>
                <a:cubicBezTo>
                  <a:pt x="41" y="162"/>
                  <a:pt x="87" y="174"/>
                  <a:pt x="101" y="132"/>
                </a:cubicBezTo>
                <a:cubicBezTo>
                  <a:pt x="101" y="132"/>
                  <a:pt x="119" y="87"/>
                  <a:pt x="70" y="70"/>
                </a:cubicBezTo>
                <a:cubicBezTo>
                  <a:pt x="110" y="1"/>
                  <a:pt x="110" y="1"/>
                  <a:pt x="110" y="1"/>
                </a:cubicBezTo>
                <a:lnTo>
                  <a:pt x="82" y="0"/>
                </a:lnTo>
                <a:close/>
              </a:path>
            </a:pathLst>
          </a:custGeom>
          <a:solidFill>
            <a:srgbClr val="29648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800" dirty="0">
              <a:latin typeface="+mn-lt"/>
            </a:endParaRPr>
          </a:p>
        </p:txBody>
      </p:sp>
      <p:sp>
        <p:nvSpPr>
          <p:cNvPr id="29" name="Freeform 15">
            <a:extLst>
              <a:ext uri="{FF2B5EF4-FFF2-40B4-BE49-F238E27FC236}">
                <a16:creationId xmlns:a16="http://schemas.microsoft.com/office/drawing/2014/main" id="{E8C27CE6-8334-C262-E3B9-3DD363F7DCE1}"/>
              </a:ext>
            </a:extLst>
          </p:cNvPr>
          <p:cNvSpPr>
            <a:spLocks/>
          </p:cNvSpPr>
          <p:nvPr userDrawn="1"/>
        </p:nvSpPr>
        <p:spPr bwMode="auto">
          <a:xfrm>
            <a:off x="1546898" y="2192572"/>
            <a:ext cx="217049" cy="324244"/>
          </a:xfrm>
          <a:custGeom>
            <a:avLst/>
            <a:gdLst>
              <a:gd name="T0" fmla="*/ 81 w 119"/>
              <a:gd name="T1" fmla="*/ 0 h 174"/>
              <a:gd name="T2" fmla="*/ 12 w 119"/>
              <a:gd name="T3" fmla="*/ 96 h 174"/>
              <a:gd name="T4" fmla="*/ 41 w 119"/>
              <a:gd name="T5" fmla="*/ 162 h 174"/>
              <a:gd name="T6" fmla="*/ 101 w 119"/>
              <a:gd name="T7" fmla="*/ 132 h 174"/>
              <a:gd name="T8" fmla="*/ 69 w 119"/>
              <a:gd name="T9" fmla="*/ 70 h 174"/>
              <a:gd name="T10" fmla="*/ 110 w 119"/>
              <a:gd name="T11" fmla="*/ 1 h 174"/>
              <a:gd name="T12" fmla="*/ 81 w 119"/>
              <a:gd name="T13" fmla="*/ 0 h 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9" h="174">
                <a:moveTo>
                  <a:pt x="81" y="0"/>
                </a:moveTo>
                <a:cubicBezTo>
                  <a:pt x="81" y="0"/>
                  <a:pt x="21" y="44"/>
                  <a:pt x="12" y="96"/>
                </a:cubicBezTo>
                <a:cubicBezTo>
                  <a:pt x="0" y="146"/>
                  <a:pt x="41" y="162"/>
                  <a:pt x="41" y="162"/>
                </a:cubicBezTo>
                <a:cubicBezTo>
                  <a:pt x="41" y="162"/>
                  <a:pt x="86" y="174"/>
                  <a:pt x="101" y="132"/>
                </a:cubicBezTo>
                <a:cubicBezTo>
                  <a:pt x="101" y="132"/>
                  <a:pt x="119" y="87"/>
                  <a:pt x="69" y="70"/>
                </a:cubicBezTo>
                <a:cubicBezTo>
                  <a:pt x="110" y="1"/>
                  <a:pt x="110" y="1"/>
                  <a:pt x="110" y="1"/>
                </a:cubicBezTo>
                <a:lnTo>
                  <a:pt x="81" y="0"/>
                </a:lnTo>
                <a:close/>
              </a:path>
            </a:pathLst>
          </a:custGeom>
          <a:solidFill>
            <a:srgbClr val="29648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800" dirty="0">
              <a:latin typeface="+mn-lt"/>
            </a:endParaRPr>
          </a:p>
        </p:txBody>
      </p:sp>
      <p:sp>
        <p:nvSpPr>
          <p:cNvPr id="30" name="Freeform 16">
            <a:extLst>
              <a:ext uri="{FF2B5EF4-FFF2-40B4-BE49-F238E27FC236}">
                <a16:creationId xmlns:a16="http://schemas.microsoft.com/office/drawing/2014/main" id="{8206DC8F-522B-C21C-B37E-46DAACABE952}"/>
              </a:ext>
            </a:extLst>
          </p:cNvPr>
          <p:cNvSpPr>
            <a:spLocks/>
          </p:cNvSpPr>
          <p:nvPr userDrawn="1"/>
        </p:nvSpPr>
        <p:spPr bwMode="auto">
          <a:xfrm>
            <a:off x="5527379" y="5586267"/>
            <a:ext cx="218414" cy="324244"/>
          </a:xfrm>
          <a:custGeom>
            <a:avLst/>
            <a:gdLst>
              <a:gd name="T0" fmla="*/ 37 w 119"/>
              <a:gd name="T1" fmla="*/ 174 h 174"/>
              <a:gd name="T2" fmla="*/ 106 w 119"/>
              <a:gd name="T3" fmla="*/ 77 h 174"/>
              <a:gd name="T4" fmla="*/ 77 w 119"/>
              <a:gd name="T5" fmla="*/ 12 h 174"/>
              <a:gd name="T6" fmla="*/ 17 w 119"/>
              <a:gd name="T7" fmla="*/ 42 h 174"/>
              <a:gd name="T8" fmla="*/ 49 w 119"/>
              <a:gd name="T9" fmla="*/ 103 h 174"/>
              <a:gd name="T10" fmla="*/ 9 w 119"/>
              <a:gd name="T11" fmla="*/ 173 h 174"/>
              <a:gd name="T12" fmla="*/ 37 w 119"/>
              <a:gd name="T13" fmla="*/ 174 h 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9" h="174">
                <a:moveTo>
                  <a:pt x="37" y="174"/>
                </a:moveTo>
                <a:cubicBezTo>
                  <a:pt x="37" y="174"/>
                  <a:pt x="98" y="130"/>
                  <a:pt x="106" y="77"/>
                </a:cubicBezTo>
                <a:cubicBezTo>
                  <a:pt x="119" y="28"/>
                  <a:pt x="77" y="12"/>
                  <a:pt x="77" y="12"/>
                </a:cubicBezTo>
                <a:cubicBezTo>
                  <a:pt x="77" y="12"/>
                  <a:pt x="32" y="0"/>
                  <a:pt x="17" y="42"/>
                </a:cubicBezTo>
                <a:cubicBezTo>
                  <a:pt x="17" y="42"/>
                  <a:pt x="0" y="86"/>
                  <a:pt x="49" y="103"/>
                </a:cubicBezTo>
                <a:cubicBezTo>
                  <a:pt x="9" y="173"/>
                  <a:pt x="9" y="173"/>
                  <a:pt x="9" y="173"/>
                </a:cubicBezTo>
                <a:lnTo>
                  <a:pt x="37" y="174"/>
                </a:lnTo>
                <a:close/>
              </a:path>
            </a:pathLst>
          </a:custGeom>
          <a:solidFill>
            <a:srgbClr val="29648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800" dirty="0">
              <a:latin typeface="+mn-lt"/>
            </a:endParaRPr>
          </a:p>
        </p:txBody>
      </p:sp>
      <p:sp>
        <p:nvSpPr>
          <p:cNvPr id="31" name="Freeform 17">
            <a:extLst>
              <a:ext uri="{FF2B5EF4-FFF2-40B4-BE49-F238E27FC236}">
                <a16:creationId xmlns:a16="http://schemas.microsoft.com/office/drawing/2014/main" id="{EF08CA49-199C-9351-24B0-9986F600C17E}"/>
              </a:ext>
            </a:extLst>
          </p:cNvPr>
          <p:cNvSpPr>
            <a:spLocks/>
          </p:cNvSpPr>
          <p:nvPr userDrawn="1"/>
        </p:nvSpPr>
        <p:spPr bwMode="auto">
          <a:xfrm>
            <a:off x="5265282" y="5586267"/>
            <a:ext cx="217049" cy="324244"/>
          </a:xfrm>
          <a:custGeom>
            <a:avLst/>
            <a:gdLst>
              <a:gd name="T0" fmla="*/ 38 w 119"/>
              <a:gd name="T1" fmla="*/ 174 h 174"/>
              <a:gd name="T2" fmla="*/ 106 w 119"/>
              <a:gd name="T3" fmla="*/ 77 h 174"/>
              <a:gd name="T4" fmla="*/ 78 w 119"/>
              <a:gd name="T5" fmla="*/ 12 h 174"/>
              <a:gd name="T6" fmla="*/ 18 w 119"/>
              <a:gd name="T7" fmla="*/ 42 h 174"/>
              <a:gd name="T8" fmla="*/ 50 w 119"/>
              <a:gd name="T9" fmla="*/ 103 h 174"/>
              <a:gd name="T10" fmla="*/ 9 w 119"/>
              <a:gd name="T11" fmla="*/ 173 h 174"/>
              <a:gd name="T12" fmla="*/ 38 w 119"/>
              <a:gd name="T13" fmla="*/ 174 h 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9" h="174">
                <a:moveTo>
                  <a:pt x="38" y="174"/>
                </a:moveTo>
                <a:cubicBezTo>
                  <a:pt x="38" y="174"/>
                  <a:pt x="98" y="130"/>
                  <a:pt x="106" y="77"/>
                </a:cubicBezTo>
                <a:cubicBezTo>
                  <a:pt x="119" y="28"/>
                  <a:pt x="78" y="12"/>
                  <a:pt x="78" y="12"/>
                </a:cubicBezTo>
                <a:cubicBezTo>
                  <a:pt x="78" y="12"/>
                  <a:pt x="32" y="0"/>
                  <a:pt x="18" y="42"/>
                </a:cubicBezTo>
                <a:cubicBezTo>
                  <a:pt x="18" y="42"/>
                  <a:pt x="0" y="86"/>
                  <a:pt x="50" y="103"/>
                </a:cubicBezTo>
                <a:cubicBezTo>
                  <a:pt x="9" y="173"/>
                  <a:pt x="9" y="173"/>
                  <a:pt x="9" y="173"/>
                </a:cubicBezTo>
                <a:lnTo>
                  <a:pt x="38" y="174"/>
                </a:lnTo>
                <a:close/>
              </a:path>
            </a:pathLst>
          </a:custGeom>
          <a:solidFill>
            <a:srgbClr val="29648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800" dirty="0">
              <a:latin typeface="+mn-lt"/>
            </a:endParaRPr>
          </a:p>
        </p:txBody>
      </p:sp>
      <p:sp>
        <p:nvSpPr>
          <p:cNvPr id="32" name="Freeform 18">
            <a:extLst>
              <a:ext uri="{FF2B5EF4-FFF2-40B4-BE49-F238E27FC236}">
                <a16:creationId xmlns:a16="http://schemas.microsoft.com/office/drawing/2014/main" id="{AF0AA9F3-A914-7E75-AAC1-8066A7FC7BF6}"/>
              </a:ext>
            </a:extLst>
          </p:cNvPr>
          <p:cNvSpPr>
            <a:spLocks/>
          </p:cNvSpPr>
          <p:nvPr userDrawn="1"/>
        </p:nvSpPr>
        <p:spPr bwMode="auto">
          <a:xfrm>
            <a:off x="782421" y="2355050"/>
            <a:ext cx="4337545" cy="3393339"/>
          </a:xfrm>
          <a:custGeom>
            <a:avLst/>
            <a:gdLst>
              <a:gd name="T0" fmla="*/ 122 w 1359"/>
              <a:gd name="T1" fmla="*/ 0 h 688"/>
              <a:gd name="T2" fmla="*/ 70 w 1359"/>
              <a:gd name="T3" fmla="*/ 0 h 688"/>
              <a:gd name="T4" fmla="*/ 0 w 1359"/>
              <a:gd name="T5" fmla="*/ 71 h 688"/>
              <a:gd name="T6" fmla="*/ 0 w 1359"/>
              <a:gd name="T7" fmla="*/ 618 h 688"/>
              <a:gd name="T8" fmla="*/ 70 w 1359"/>
              <a:gd name="T9" fmla="*/ 688 h 688"/>
              <a:gd name="T10" fmla="*/ 393 w 1359"/>
              <a:gd name="T11" fmla="*/ 688 h 688"/>
              <a:gd name="T12" fmla="*/ 652 w 1359"/>
              <a:gd name="T13" fmla="*/ 688 h 688"/>
              <a:gd name="T14" fmla="*/ 1359 w 1359"/>
              <a:gd name="T15" fmla="*/ 688 h 688"/>
              <a:gd name="connsiteX0" fmla="*/ 898 w 10520"/>
              <a:gd name="connsiteY0" fmla="*/ 0 h 10000"/>
              <a:gd name="connsiteX1" fmla="*/ 515 w 10520"/>
              <a:gd name="connsiteY1" fmla="*/ 0 h 10000"/>
              <a:gd name="connsiteX2" fmla="*/ 0 w 10520"/>
              <a:gd name="connsiteY2" fmla="*/ 1032 h 10000"/>
              <a:gd name="connsiteX3" fmla="*/ 0 w 10520"/>
              <a:gd name="connsiteY3" fmla="*/ 8983 h 10000"/>
              <a:gd name="connsiteX4" fmla="*/ 515 w 10520"/>
              <a:gd name="connsiteY4" fmla="*/ 10000 h 10000"/>
              <a:gd name="connsiteX5" fmla="*/ 2892 w 10520"/>
              <a:gd name="connsiteY5" fmla="*/ 10000 h 10000"/>
              <a:gd name="connsiteX6" fmla="*/ 4798 w 10520"/>
              <a:gd name="connsiteY6" fmla="*/ 10000 h 10000"/>
              <a:gd name="connsiteX7" fmla="*/ 10520 w 10520"/>
              <a:gd name="connsiteY7" fmla="*/ 10000 h 10000"/>
              <a:gd name="connsiteX0" fmla="*/ 898 w 4798"/>
              <a:gd name="connsiteY0" fmla="*/ 0 h 10000"/>
              <a:gd name="connsiteX1" fmla="*/ 515 w 4798"/>
              <a:gd name="connsiteY1" fmla="*/ 0 h 10000"/>
              <a:gd name="connsiteX2" fmla="*/ 0 w 4798"/>
              <a:gd name="connsiteY2" fmla="*/ 1032 h 10000"/>
              <a:gd name="connsiteX3" fmla="*/ 0 w 4798"/>
              <a:gd name="connsiteY3" fmla="*/ 8983 h 10000"/>
              <a:gd name="connsiteX4" fmla="*/ 515 w 4798"/>
              <a:gd name="connsiteY4" fmla="*/ 10000 h 10000"/>
              <a:gd name="connsiteX5" fmla="*/ 2892 w 4798"/>
              <a:gd name="connsiteY5" fmla="*/ 10000 h 10000"/>
              <a:gd name="connsiteX6" fmla="*/ 4798 w 4798"/>
              <a:gd name="connsiteY6" fmla="*/ 10000 h 10000"/>
              <a:gd name="connsiteX0" fmla="*/ 1872 w 20575"/>
              <a:gd name="connsiteY0" fmla="*/ 0 h 10000"/>
              <a:gd name="connsiteX1" fmla="*/ 1073 w 20575"/>
              <a:gd name="connsiteY1" fmla="*/ 0 h 10000"/>
              <a:gd name="connsiteX2" fmla="*/ 0 w 20575"/>
              <a:gd name="connsiteY2" fmla="*/ 1032 h 10000"/>
              <a:gd name="connsiteX3" fmla="*/ 0 w 20575"/>
              <a:gd name="connsiteY3" fmla="*/ 8983 h 10000"/>
              <a:gd name="connsiteX4" fmla="*/ 1073 w 20575"/>
              <a:gd name="connsiteY4" fmla="*/ 10000 h 10000"/>
              <a:gd name="connsiteX5" fmla="*/ 6028 w 20575"/>
              <a:gd name="connsiteY5" fmla="*/ 10000 h 10000"/>
              <a:gd name="connsiteX6" fmla="*/ 20575 w 20575"/>
              <a:gd name="connsiteY6" fmla="*/ 9952 h 10000"/>
              <a:gd name="connsiteX0" fmla="*/ 1872 w 20575"/>
              <a:gd name="connsiteY0" fmla="*/ 0 h 10096"/>
              <a:gd name="connsiteX1" fmla="*/ 1073 w 20575"/>
              <a:gd name="connsiteY1" fmla="*/ 0 h 10096"/>
              <a:gd name="connsiteX2" fmla="*/ 0 w 20575"/>
              <a:gd name="connsiteY2" fmla="*/ 1032 h 10096"/>
              <a:gd name="connsiteX3" fmla="*/ 0 w 20575"/>
              <a:gd name="connsiteY3" fmla="*/ 8983 h 10096"/>
              <a:gd name="connsiteX4" fmla="*/ 1073 w 20575"/>
              <a:gd name="connsiteY4" fmla="*/ 10000 h 10096"/>
              <a:gd name="connsiteX5" fmla="*/ 6028 w 20575"/>
              <a:gd name="connsiteY5" fmla="*/ 10000 h 10096"/>
              <a:gd name="connsiteX6" fmla="*/ 20575 w 20575"/>
              <a:gd name="connsiteY6" fmla="*/ 10096 h 10096"/>
              <a:gd name="connsiteX0" fmla="*/ 1872 w 20575"/>
              <a:gd name="connsiteY0" fmla="*/ 0 h 10000"/>
              <a:gd name="connsiteX1" fmla="*/ 1073 w 20575"/>
              <a:gd name="connsiteY1" fmla="*/ 0 h 10000"/>
              <a:gd name="connsiteX2" fmla="*/ 0 w 20575"/>
              <a:gd name="connsiteY2" fmla="*/ 1032 h 10000"/>
              <a:gd name="connsiteX3" fmla="*/ 0 w 20575"/>
              <a:gd name="connsiteY3" fmla="*/ 8983 h 10000"/>
              <a:gd name="connsiteX4" fmla="*/ 1073 w 20575"/>
              <a:gd name="connsiteY4" fmla="*/ 10000 h 10000"/>
              <a:gd name="connsiteX5" fmla="*/ 6028 w 20575"/>
              <a:gd name="connsiteY5" fmla="*/ 10000 h 10000"/>
              <a:gd name="connsiteX6" fmla="*/ 20575 w 20575"/>
              <a:gd name="connsiteY6" fmla="*/ 9905 h 10000"/>
              <a:gd name="connsiteX0" fmla="*/ 1872 w 20635"/>
              <a:gd name="connsiteY0" fmla="*/ 0 h 10049"/>
              <a:gd name="connsiteX1" fmla="*/ 1073 w 20635"/>
              <a:gd name="connsiteY1" fmla="*/ 0 h 10049"/>
              <a:gd name="connsiteX2" fmla="*/ 0 w 20635"/>
              <a:gd name="connsiteY2" fmla="*/ 1032 h 10049"/>
              <a:gd name="connsiteX3" fmla="*/ 0 w 20635"/>
              <a:gd name="connsiteY3" fmla="*/ 8983 h 10049"/>
              <a:gd name="connsiteX4" fmla="*/ 1073 w 20635"/>
              <a:gd name="connsiteY4" fmla="*/ 10000 h 10049"/>
              <a:gd name="connsiteX5" fmla="*/ 6028 w 20635"/>
              <a:gd name="connsiteY5" fmla="*/ 10000 h 10049"/>
              <a:gd name="connsiteX6" fmla="*/ 20635 w 20635"/>
              <a:gd name="connsiteY6" fmla="*/ 10049 h 10049"/>
              <a:gd name="connsiteX0" fmla="*/ 1872 w 20515"/>
              <a:gd name="connsiteY0" fmla="*/ 0 h 10001"/>
              <a:gd name="connsiteX1" fmla="*/ 1073 w 20515"/>
              <a:gd name="connsiteY1" fmla="*/ 0 h 10001"/>
              <a:gd name="connsiteX2" fmla="*/ 0 w 20515"/>
              <a:gd name="connsiteY2" fmla="*/ 1032 h 10001"/>
              <a:gd name="connsiteX3" fmla="*/ 0 w 20515"/>
              <a:gd name="connsiteY3" fmla="*/ 8983 h 10001"/>
              <a:gd name="connsiteX4" fmla="*/ 1073 w 20515"/>
              <a:gd name="connsiteY4" fmla="*/ 10000 h 10001"/>
              <a:gd name="connsiteX5" fmla="*/ 6028 w 20515"/>
              <a:gd name="connsiteY5" fmla="*/ 10000 h 10001"/>
              <a:gd name="connsiteX6" fmla="*/ 20515 w 20515"/>
              <a:gd name="connsiteY6" fmla="*/ 10001 h 10001"/>
              <a:gd name="connsiteX0" fmla="*/ 1872 w 20515"/>
              <a:gd name="connsiteY0" fmla="*/ 0 h 10001"/>
              <a:gd name="connsiteX1" fmla="*/ 1073 w 20515"/>
              <a:gd name="connsiteY1" fmla="*/ 0 h 10001"/>
              <a:gd name="connsiteX2" fmla="*/ 0 w 20515"/>
              <a:gd name="connsiteY2" fmla="*/ 1032 h 10001"/>
              <a:gd name="connsiteX3" fmla="*/ 0 w 20515"/>
              <a:gd name="connsiteY3" fmla="*/ 8983 h 10001"/>
              <a:gd name="connsiteX4" fmla="*/ 1073 w 20515"/>
              <a:gd name="connsiteY4" fmla="*/ 10000 h 10001"/>
              <a:gd name="connsiteX5" fmla="*/ 6028 w 20515"/>
              <a:gd name="connsiteY5" fmla="*/ 10000 h 10001"/>
              <a:gd name="connsiteX6" fmla="*/ 20515 w 20515"/>
              <a:gd name="connsiteY6" fmla="*/ 10001 h 10001"/>
              <a:gd name="connsiteX0" fmla="*/ 1872 w 20515"/>
              <a:gd name="connsiteY0" fmla="*/ 0 h 10001"/>
              <a:gd name="connsiteX1" fmla="*/ 1073 w 20515"/>
              <a:gd name="connsiteY1" fmla="*/ 0 h 10001"/>
              <a:gd name="connsiteX2" fmla="*/ 0 w 20515"/>
              <a:gd name="connsiteY2" fmla="*/ 1032 h 10001"/>
              <a:gd name="connsiteX3" fmla="*/ 0 w 20515"/>
              <a:gd name="connsiteY3" fmla="*/ 8983 h 10001"/>
              <a:gd name="connsiteX4" fmla="*/ 1073 w 20515"/>
              <a:gd name="connsiteY4" fmla="*/ 10000 h 10001"/>
              <a:gd name="connsiteX5" fmla="*/ 6028 w 20515"/>
              <a:gd name="connsiteY5" fmla="*/ 10000 h 10001"/>
              <a:gd name="connsiteX6" fmla="*/ 20515 w 20515"/>
              <a:gd name="connsiteY6" fmla="*/ 10001 h 10001"/>
              <a:gd name="connsiteX0" fmla="*/ 1878 w 20521"/>
              <a:gd name="connsiteY0" fmla="*/ 0 h 10001"/>
              <a:gd name="connsiteX1" fmla="*/ 1079 w 20521"/>
              <a:gd name="connsiteY1" fmla="*/ 0 h 10001"/>
              <a:gd name="connsiteX2" fmla="*/ 6 w 20521"/>
              <a:gd name="connsiteY2" fmla="*/ 1032 h 10001"/>
              <a:gd name="connsiteX3" fmla="*/ 6 w 20521"/>
              <a:gd name="connsiteY3" fmla="*/ 8983 h 10001"/>
              <a:gd name="connsiteX4" fmla="*/ 1079 w 20521"/>
              <a:gd name="connsiteY4" fmla="*/ 10000 h 10001"/>
              <a:gd name="connsiteX5" fmla="*/ 6034 w 20521"/>
              <a:gd name="connsiteY5" fmla="*/ 10000 h 10001"/>
              <a:gd name="connsiteX6" fmla="*/ 20521 w 20521"/>
              <a:gd name="connsiteY6" fmla="*/ 10001 h 10001"/>
              <a:gd name="connsiteX0" fmla="*/ 1878 w 20521"/>
              <a:gd name="connsiteY0" fmla="*/ 0 h 10001"/>
              <a:gd name="connsiteX1" fmla="*/ 1079 w 20521"/>
              <a:gd name="connsiteY1" fmla="*/ 0 h 10001"/>
              <a:gd name="connsiteX2" fmla="*/ 6 w 20521"/>
              <a:gd name="connsiteY2" fmla="*/ 1032 h 10001"/>
              <a:gd name="connsiteX3" fmla="*/ 6 w 20521"/>
              <a:gd name="connsiteY3" fmla="*/ 8983 h 10001"/>
              <a:gd name="connsiteX4" fmla="*/ 1079 w 20521"/>
              <a:gd name="connsiteY4" fmla="*/ 10000 h 10001"/>
              <a:gd name="connsiteX5" fmla="*/ 6034 w 20521"/>
              <a:gd name="connsiteY5" fmla="*/ 10000 h 10001"/>
              <a:gd name="connsiteX6" fmla="*/ 20521 w 20521"/>
              <a:gd name="connsiteY6" fmla="*/ 10001 h 1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521" h="10001">
                <a:moveTo>
                  <a:pt x="1878" y="0"/>
                </a:moveTo>
                <a:lnTo>
                  <a:pt x="1079" y="0"/>
                </a:lnTo>
                <a:cubicBezTo>
                  <a:pt x="106" y="0"/>
                  <a:pt x="6" y="465"/>
                  <a:pt x="6" y="1032"/>
                </a:cubicBezTo>
                <a:cubicBezTo>
                  <a:pt x="6" y="3682"/>
                  <a:pt x="-9" y="8492"/>
                  <a:pt x="6" y="8983"/>
                </a:cubicBezTo>
                <a:cubicBezTo>
                  <a:pt x="21" y="9474"/>
                  <a:pt x="75" y="10000"/>
                  <a:pt x="1079" y="10000"/>
                </a:cubicBezTo>
                <a:lnTo>
                  <a:pt x="6034" y="10000"/>
                </a:lnTo>
                <a:lnTo>
                  <a:pt x="20521" y="10001"/>
                </a:lnTo>
              </a:path>
            </a:pathLst>
          </a:custGeom>
          <a:noFill/>
          <a:ln w="50800" cap="rnd">
            <a:solidFill>
              <a:srgbClr val="29648A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800" dirty="0">
              <a:latin typeface="+mn-lt"/>
            </a:endParaRPr>
          </a:p>
        </p:txBody>
      </p:sp>
      <p:sp>
        <p:nvSpPr>
          <p:cNvPr id="33" name="Freeform 19">
            <a:extLst>
              <a:ext uri="{FF2B5EF4-FFF2-40B4-BE49-F238E27FC236}">
                <a16:creationId xmlns:a16="http://schemas.microsoft.com/office/drawing/2014/main" id="{6489714B-499B-F31E-B796-D85C3A79E053}"/>
              </a:ext>
            </a:extLst>
          </p:cNvPr>
          <p:cNvSpPr>
            <a:spLocks/>
          </p:cNvSpPr>
          <p:nvPr userDrawn="1"/>
        </p:nvSpPr>
        <p:spPr bwMode="auto">
          <a:xfrm>
            <a:off x="1882588" y="2355051"/>
            <a:ext cx="4320511" cy="3378063"/>
          </a:xfrm>
          <a:custGeom>
            <a:avLst/>
            <a:gdLst>
              <a:gd name="T0" fmla="*/ 1241 w 1346"/>
              <a:gd name="T1" fmla="*/ 688 h 688"/>
              <a:gd name="T2" fmla="*/ 1276 w 1346"/>
              <a:gd name="T3" fmla="*/ 688 h 688"/>
              <a:gd name="T4" fmla="*/ 1346 w 1346"/>
              <a:gd name="T5" fmla="*/ 618 h 688"/>
              <a:gd name="T6" fmla="*/ 1346 w 1346"/>
              <a:gd name="T7" fmla="*/ 71 h 688"/>
              <a:gd name="T8" fmla="*/ 1276 w 1346"/>
              <a:gd name="T9" fmla="*/ 0 h 688"/>
              <a:gd name="T10" fmla="*/ 0 w 1346"/>
              <a:gd name="T11" fmla="*/ 0 h 688"/>
              <a:gd name="connsiteX0" fmla="*/ 9877 w 10657"/>
              <a:gd name="connsiteY0" fmla="*/ 10000 h 10000"/>
              <a:gd name="connsiteX1" fmla="*/ 10137 w 10657"/>
              <a:gd name="connsiteY1" fmla="*/ 10000 h 10000"/>
              <a:gd name="connsiteX2" fmla="*/ 10657 w 10657"/>
              <a:gd name="connsiteY2" fmla="*/ 8983 h 10000"/>
              <a:gd name="connsiteX3" fmla="*/ 10657 w 10657"/>
              <a:gd name="connsiteY3" fmla="*/ 1032 h 10000"/>
              <a:gd name="connsiteX4" fmla="*/ 10137 w 10657"/>
              <a:gd name="connsiteY4" fmla="*/ 0 h 10000"/>
              <a:gd name="connsiteX5" fmla="*/ 0 w 10657"/>
              <a:gd name="connsiteY5" fmla="*/ 43 h 10000"/>
              <a:gd name="connsiteX0" fmla="*/ 9077 w 9857"/>
              <a:gd name="connsiteY0" fmla="*/ 10002 h 10002"/>
              <a:gd name="connsiteX1" fmla="*/ 9337 w 9857"/>
              <a:gd name="connsiteY1" fmla="*/ 10002 h 10002"/>
              <a:gd name="connsiteX2" fmla="*/ 9857 w 9857"/>
              <a:gd name="connsiteY2" fmla="*/ 8985 h 10002"/>
              <a:gd name="connsiteX3" fmla="*/ 9857 w 9857"/>
              <a:gd name="connsiteY3" fmla="*/ 1034 h 10002"/>
              <a:gd name="connsiteX4" fmla="*/ 9337 w 9857"/>
              <a:gd name="connsiteY4" fmla="*/ 2 h 10002"/>
              <a:gd name="connsiteX5" fmla="*/ 0 w 9857"/>
              <a:gd name="connsiteY5" fmla="*/ 0 h 10002"/>
              <a:gd name="connsiteX0" fmla="*/ 9265 w 10056"/>
              <a:gd name="connsiteY0" fmla="*/ 9998 h 9998"/>
              <a:gd name="connsiteX1" fmla="*/ 9528 w 10056"/>
              <a:gd name="connsiteY1" fmla="*/ 9998 h 9998"/>
              <a:gd name="connsiteX2" fmla="*/ 10056 w 10056"/>
              <a:gd name="connsiteY2" fmla="*/ 8981 h 9998"/>
              <a:gd name="connsiteX3" fmla="*/ 10056 w 10056"/>
              <a:gd name="connsiteY3" fmla="*/ 1032 h 9998"/>
              <a:gd name="connsiteX4" fmla="*/ 9528 w 10056"/>
              <a:gd name="connsiteY4" fmla="*/ 0 h 9998"/>
              <a:gd name="connsiteX5" fmla="*/ 0 w 10056"/>
              <a:gd name="connsiteY5" fmla="*/ 43 h 9998"/>
              <a:gd name="connsiteX0" fmla="*/ 9202 w 9989"/>
              <a:gd name="connsiteY0" fmla="*/ 10065 h 10065"/>
              <a:gd name="connsiteX1" fmla="*/ 9464 w 9989"/>
              <a:gd name="connsiteY1" fmla="*/ 10065 h 10065"/>
              <a:gd name="connsiteX2" fmla="*/ 9989 w 9989"/>
              <a:gd name="connsiteY2" fmla="*/ 9048 h 10065"/>
              <a:gd name="connsiteX3" fmla="*/ 9989 w 9989"/>
              <a:gd name="connsiteY3" fmla="*/ 1097 h 10065"/>
              <a:gd name="connsiteX4" fmla="*/ 9464 w 9989"/>
              <a:gd name="connsiteY4" fmla="*/ 65 h 10065"/>
              <a:gd name="connsiteX5" fmla="*/ 0 w 9989"/>
              <a:gd name="connsiteY5" fmla="*/ 0 h 10065"/>
              <a:gd name="connsiteX0" fmla="*/ 9212 w 10000"/>
              <a:gd name="connsiteY0" fmla="*/ 10000 h 10000"/>
              <a:gd name="connsiteX1" fmla="*/ 9474 w 10000"/>
              <a:gd name="connsiteY1" fmla="*/ 10000 h 10000"/>
              <a:gd name="connsiteX2" fmla="*/ 10000 w 10000"/>
              <a:gd name="connsiteY2" fmla="*/ 8990 h 10000"/>
              <a:gd name="connsiteX3" fmla="*/ 10000 w 10000"/>
              <a:gd name="connsiteY3" fmla="*/ 1090 h 10000"/>
              <a:gd name="connsiteX4" fmla="*/ 9474 w 10000"/>
              <a:gd name="connsiteY4" fmla="*/ 65 h 10000"/>
              <a:gd name="connsiteX5" fmla="*/ 0 w 10000"/>
              <a:gd name="connsiteY5" fmla="*/ 0 h 10000"/>
              <a:gd name="connsiteX0" fmla="*/ 9212 w 10000"/>
              <a:gd name="connsiteY0" fmla="*/ 10000 h 10000"/>
              <a:gd name="connsiteX1" fmla="*/ 9474 w 10000"/>
              <a:gd name="connsiteY1" fmla="*/ 10000 h 10000"/>
              <a:gd name="connsiteX2" fmla="*/ 10000 w 10000"/>
              <a:gd name="connsiteY2" fmla="*/ 8990 h 10000"/>
              <a:gd name="connsiteX3" fmla="*/ 10000 w 10000"/>
              <a:gd name="connsiteY3" fmla="*/ 1090 h 10000"/>
              <a:gd name="connsiteX4" fmla="*/ 9474 w 10000"/>
              <a:gd name="connsiteY4" fmla="*/ 65 h 10000"/>
              <a:gd name="connsiteX5" fmla="*/ 0 w 10000"/>
              <a:gd name="connsiteY5" fmla="*/ 0 h 10000"/>
              <a:gd name="connsiteX0" fmla="*/ 9212 w 10000"/>
              <a:gd name="connsiteY0" fmla="*/ 10000 h 10000"/>
              <a:gd name="connsiteX1" fmla="*/ 9474 w 10000"/>
              <a:gd name="connsiteY1" fmla="*/ 10000 h 10000"/>
              <a:gd name="connsiteX2" fmla="*/ 10000 w 10000"/>
              <a:gd name="connsiteY2" fmla="*/ 8990 h 10000"/>
              <a:gd name="connsiteX3" fmla="*/ 10000 w 10000"/>
              <a:gd name="connsiteY3" fmla="*/ 1090 h 10000"/>
              <a:gd name="connsiteX4" fmla="*/ 9474 w 10000"/>
              <a:gd name="connsiteY4" fmla="*/ 65 h 10000"/>
              <a:gd name="connsiteX5" fmla="*/ 0 w 10000"/>
              <a:gd name="connsiteY5" fmla="*/ 0 h 10000"/>
              <a:gd name="connsiteX0" fmla="*/ 9212 w 10000"/>
              <a:gd name="connsiteY0" fmla="*/ 10000 h 10000"/>
              <a:gd name="connsiteX1" fmla="*/ 9474 w 10000"/>
              <a:gd name="connsiteY1" fmla="*/ 10000 h 10000"/>
              <a:gd name="connsiteX2" fmla="*/ 10000 w 10000"/>
              <a:gd name="connsiteY2" fmla="*/ 8990 h 10000"/>
              <a:gd name="connsiteX3" fmla="*/ 10000 w 10000"/>
              <a:gd name="connsiteY3" fmla="*/ 1090 h 10000"/>
              <a:gd name="connsiteX4" fmla="*/ 9474 w 10000"/>
              <a:gd name="connsiteY4" fmla="*/ 65 h 10000"/>
              <a:gd name="connsiteX5" fmla="*/ 0 w 10000"/>
              <a:gd name="connsiteY5" fmla="*/ 0 h 10000"/>
              <a:gd name="connsiteX0" fmla="*/ 9212 w 10000"/>
              <a:gd name="connsiteY0" fmla="*/ 10000 h 10004"/>
              <a:gd name="connsiteX1" fmla="*/ 9474 w 10000"/>
              <a:gd name="connsiteY1" fmla="*/ 10000 h 10004"/>
              <a:gd name="connsiteX2" fmla="*/ 10000 w 10000"/>
              <a:gd name="connsiteY2" fmla="*/ 8990 h 10004"/>
              <a:gd name="connsiteX3" fmla="*/ 10000 w 10000"/>
              <a:gd name="connsiteY3" fmla="*/ 1090 h 10004"/>
              <a:gd name="connsiteX4" fmla="*/ 9474 w 10000"/>
              <a:gd name="connsiteY4" fmla="*/ 65 h 10004"/>
              <a:gd name="connsiteX5" fmla="*/ 0 w 10000"/>
              <a:gd name="connsiteY5" fmla="*/ 0 h 10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4">
                <a:moveTo>
                  <a:pt x="9212" y="10000"/>
                </a:moveTo>
                <a:cubicBezTo>
                  <a:pt x="9299" y="10000"/>
                  <a:pt x="8952" y="10009"/>
                  <a:pt x="9474" y="10000"/>
                </a:cubicBezTo>
                <a:cubicBezTo>
                  <a:pt x="9996" y="9991"/>
                  <a:pt x="10000" y="9552"/>
                  <a:pt x="10000" y="8990"/>
                </a:cubicBezTo>
                <a:lnTo>
                  <a:pt x="10000" y="1090"/>
                </a:lnTo>
                <a:cubicBezTo>
                  <a:pt x="10000" y="527"/>
                  <a:pt x="9988" y="65"/>
                  <a:pt x="9474" y="65"/>
                </a:cubicBezTo>
                <a:lnTo>
                  <a:pt x="0" y="0"/>
                </a:lnTo>
              </a:path>
            </a:pathLst>
          </a:custGeom>
          <a:noFill/>
          <a:ln w="50800" cap="rnd">
            <a:solidFill>
              <a:srgbClr val="29648A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800" dirty="0">
              <a:latin typeface="+mn-lt"/>
            </a:endParaRP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5578F6C8-4310-DE18-A54C-3861F1F40501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585202" y="2355050"/>
            <a:ext cx="4824377" cy="3393339"/>
          </a:xfrm>
          <a:prstGeom prst="roundRect">
            <a:avLst>
              <a:gd name="adj" fmla="val 5992"/>
            </a:avLst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F5F5F5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Icon</a:t>
            </a:r>
            <a:endParaRPr lang="en-IN" dirty="0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7F381660-28CF-7B60-00AE-744F9E32C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C918560-E122-7175-5D23-ABAAD87BF2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2E9CCA"/>
                </a:solidFill>
                <a:latin typeface="Montserrat" panose="00000500000000000000" pitchFamily="2" charset="0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7290961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E_Check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C8F28B-A019-48FE-8FE4-1E359369A454}"/>
              </a:ext>
            </a:extLst>
          </p:cNvPr>
          <p:cNvSpPr txBox="1"/>
          <p:nvPr userDrawn="1"/>
        </p:nvSpPr>
        <p:spPr>
          <a:xfrm>
            <a:off x="0" y="6858000"/>
            <a:ext cx="3728906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</a:t>
            </a:r>
            <a:r>
              <a:rPr lang="en-IN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Checklist</a:t>
            </a: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5E33EDF2-B26D-50FE-F05A-D9A137E3474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82555" y="1886101"/>
            <a:ext cx="4165829" cy="871200"/>
          </a:xfrm>
          <a:prstGeom prst="round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 smtClean="0">
                <a:solidFill>
                  <a:srgbClr val="25274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99F893E4-4CAA-13E5-087E-6AD5ED21947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682555" y="2838847"/>
            <a:ext cx="4165829" cy="871200"/>
          </a:xfrm>
          <a:prstGeom prst="round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 smtClean="0">
                <a:solidFill>
                  <a:srgbClr val="25274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B8981D9-E0E4-13A8-9B00-8145A097E3A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268150" y="1886100"/>
            <a:ext cx="4165829" cy="871200"/>
          </a:xfrm>
          <a:prstGeom prst="round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 smtClean="0">
                <a:solidFill>
                  <a:srgbClr val="25274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46E6F6BC-4CF2-B8C6-059C-34756205C28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268150" y="2838847"/>
            <a:ext cx="4165829" cy="871200"/>
          </a:xfrm>
          <a:prstGeom prst="round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 smtClean="0">
                <a:solidFill>
                  <a:srgbClr val="25274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990BABEC-28BC-417C-B69F-C6074932CDF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690577" y="3819176"/>
            <a:ext cx="4165829" cy="871200"/>
          </a:xfrm>
          <a:prstGeom prst="round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 smtClean="0">
                <a:solidFill>
                  <a:srgbClr val="25274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D850764-05C6-4034-6C0A-E9FF1083C09F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690577" y="4771922"/>
            <a:ext cx="4165829" cy="871200"/>
          </a:xfrm>
          <a:prstGeom prst="round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 smtClean="0">
                <a:solidFill>
                  <a:srgbClr val="25274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9E9FE559-9F5C-CD86-37EB-4CDE667BC10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276172" y="3819175"/>
            <a:ext cx="4165829" cy="871200"/>
          </a:xfrm>
          <a:prstGeom prst="round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 smtClean="0">
                <a:solidFill>
                  <a:srgbClr val="25274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78A8580F-C393-9852-EC4C-5BD28EBEEEF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276172" y="4771922"/>
            <a:ext cx="4165829" cy="871200"/>
          </a:xfrm>
          <a:prstGeom prst="round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 smtClean="0">
                <a:solidFill>
                  <a:srgbClr val="25274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7BD176CA-1A88-C1A7-DED1-044F8833CE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04323" y="1934325"/>
            <a:ext cx="720000" cy="720000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0F1626"/>
                </a:solidFill>
                <a:latin typeface="+mn-lt"/>
              </a:defRPr>
            </a:lvl1pPr>
          </a:lstStyle>
          <a:p>
            <a:r>
              <a:rPr lang="en-IN" dirty="0"/>
              <a:t>Icon</a:t>
            </a:r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86D3EDAB-3D38-1D8C-E9A2-BAB3B9836CDE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804323" y="2906263"/>
            <a:ext cx="720000" cy="720000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0F1626"/>
                </a:solidFill>
                <a:latin typeface="+mn-lt"/>
              </a:defRPr>
            </a:lvl1pPr>
          </a:lstStyle>
          <a:p>
            <a:r>
              <a:rPr lang="en-IN" dirty="0"/>
              <a:t>Icon</a:t>
            </a:r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25C7E817-AA9D-49F6-E4EB-E6BFAE9606C5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812345" y="3867398"/>
            <a:ext cx="720000" cy="720000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0F1626"/>
                </a:solidFill>
                <a:latin typeface="+mn-lt"/>
              </a:defRPr>
            </a:lvl1pPr>
          </a:lstStyle>
          <a:p>
            <a:r>
              <a:rPr lang="en-IN" dirty="0"/>
              <a:t>Icon</a:t>
            </a:r>
          </a:p>
        </p:txBody>
      </p:sp>
      <p:sp>
        <p:nvSpPr>
          <p:cNvPr id="25" name="Picture Placeholder 4">
            <a:extLst>
              <a:ext uri="{FF2B5EF4-FFF2-40B4-BE49-F238E27FC236}">
                <a16:creationId xmlns:a16="http://schemas.microsoft.com/office/drawing/2014/main" id="{0248AD29-2DF7-299F-3ACF-C9CE5F977534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812345" y="4839336"/>
            <a:ext cx="720000" cy="720000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0F1626"/>
                </a:solidFill>
                <a:latin typeface="+mn-lt"/>
              </a:defRPr>
            </a:lvl1pPr>
          </a:lstStyle>
          <a:p>
            <a:r>
              <a:rPr lang="en-IN" dirty="0"/>
              <a:t>Icon</a:t>
            </a:r>
          </a:p>
        </p:txBody>
      </p:sp>
      <p:sp>
        <p:nvSpPr>
          <p:cNvPr id="26" name="Picture Placeholder 4">
            <a:extLst>
              <a:ext uri="{FF2B5EF4-FFF2-40B4-BE49-F238E27FC236}">
                <a16:creationId xmlns:a16="http://schemas.microsoft.com/office/drawing/2014/main" id="{57B07EBB-8FF3-C141-3147-93BC95FF907A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6399609" y="1945536"/>
            <a:ext cx="720000" cy="720000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0F1626"/>
                </a:solidFill>
                <a:latin typeface="+mn-lt"/>
              </a:defRPr>
            </a:lvl1pPr>
          </a:lstStyle>
          <a:p>
            <a:r>
              <a:rPr lang="en-IN" dirty="0"/>
              <a:t>Icon</a:t>
            </a:r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B6847BD5-D80D-026D-157E-3C12F04F155D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6399609" y="2917474"/>
            <a:ext cx="720000" cy="720000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0F1626"/>
                </a:solidFill>
                <a:latin typeface="+mn-lt"/>
              </a:defRPr>
            </a:lvl1pPr>
          </a:lstStyle>
          <a:p>
            <a:r>
              <a:rPr lang="en-IN" dirty="0"/>
              <a:t>Icon</a:t>
            </a:r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E0EC7AF2-F1E8-2054-94B0-231B7304E42E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407631" y="3878609"/>
            <a:ext cx="720000" cy="720000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0F1626"/>
                </a:solidFill>
                <a:latin typeface="+mn-lt"/>
              </a:defRPr>
            </a:lvl1pPr>
          </a:lstStyle>
          <a:p>
            <a:r>
              <a:rPr lang="en-IN" dirty="0"/>
              <a:t>Icon</a:t>
            </a:r>
          </a:p>
        </p:txBody>
      </p:sp>
      <p:sp>
        <p:nvSpPr>
          <p:cNvPr id="34" name="Picture Placeholder 4">
            <a:extLst>
              <a:ext uri="{FF2B5EF4-FFF2-40B4-BE49-F238E27FC236}">
                <a16:creationId xmlns:a16="http://schemas.microsoft.com/office/drawing/2014/main" id="{945FF0DB-2BD6-18E6-92BE-16DD80EF0296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6407631" y="4850547"/>
            <a:ext cx="720000" cy="720000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0F1626"/>
                </a:solidFill>
                <a:latin typeface="+mn-lt"/>
              </a:defRPr>
            </a:lvl1pPr>
          </a:lstStyle>
          <a:p>
            <a:r>
              <a:rPr lang="en-IN" dirty="0"/>
              <a:t>Icon</a:t>
            </a:r>
          </a:p>
        </p:txBody>
      </p:sp>
      <p:sp>
        <p:nvSpPr>
          <p:cNvPr id="15" name="Title 8">
            <a:extLst>
              <a:ext uri="{FF2B5EF4-FFF2-40B4-BE49-F238E27FC236}">
                <a16:creationId xmlns:a16="http://schemas.microsoft.com/office/drawing/2014/main" id="{B94D2C22-C390-0A30-5FEB-D5DDFA5AC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88684332-C22A-038B-9369-5C158470E0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2E9CCA"/>
                </a:solidFill>
                <a:latin typeface="Montserrat" panose="00000500000000000000" pitchFamily="2" charset="0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821122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F_Do's and Don'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C8F28B-A019-48FE-8FE4-1E359369A454}"/>
              </a:ext>
            </a:extLst>
          </p:cNvPr>
          <p:cNvSpPr txBox="1"/>
          <p:nvPr userDrawn="1"/>
        </p:nvSpPr>
        <p:spPr>
          <a:xfrm>
            <a:off x="0" y="6858000"/>
            <a:ext cx="4403770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</a:t>
            </a:r>
            <a:r>
              <a:rPr lang="en-IN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Do’s and Don’ts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FB151B44-709B-D174-C48C-05B99B887FC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03780" y="2560265"/>
            <a:ext cx="4105142" cy="871200"/>
          </a:xfrm>
          <a:prstGeom prst="roundRect">
            <a:avLst/>
          </a:prstGeom>
          <a:solidFill>
            <a:srgbClr val="29648A">
              <a:alpha val="80000"/>
            </a:srgbClr>
          </a:solidFill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F5F5F5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3CD50FD3-CB49-86D0-9090-80FFC0F597A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703780" y="3590425"/>
            <a:ext cx="4105142" cy="871200"/>
          </a:xfrm>
          <a:prstGeom prst="roundRect">
            <a:avLst/>
          </a:prstGeom>
          <a:solidFill>
            <a:srgbClr val="29648A">
              <a:alpha val="80000"/>
            </a:srgbClr>
          </a:solidFill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F5F5F5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1EC00AC5-44A0-78C0-CEFC-0ABD81032A5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45086" y="2641476"/>
            <a:ext cx="720000" cy="720000"/>
          </a:xfrm>
          <a:prstGeom prst="ellipse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Frutiger LT" panose="02000503000000000000"/>
              </a:defRPr>
            </a:lvl1pPr>
          </a:lstStyle>
          <a:p>
            <a:r>
              <a:rPr lang="en-IN" dirty="0"/>
              <a:t>Icon</a:t>
            </a:r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05F04733-476B-B5C6-7180-E6C06779E685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745086" y="3666025"/>
            <a:ext cx="720000" cy="720000"/>
          </a:xfrm>
          <a:prstGeom prst="ellipse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Frutiger LT" panose="02000503000000000000"/>
              </a:defRPr>
            </a:lvl1pPr>
          </a:lstStyle>
          <a:p>
            <a:r>
              <a:rPr lang="en-IN" dirty="0"/>
              <a:t>Icon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63D366B7-FB04-7B0E-04C7-1359EF0CB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703780" y="4614974"/>
            <a:ext cx="4105142" cy="871200"/>
          </a:xfrm>
          <a:prstGeom prst="roundRect">
            <a:avLst/>
          </a:prstGeom>
          <a:solidFill>
            <a:srgbClr val="29648A">
              <a:alpha val="80000"/>
            </a:srgbClr>
          </a:solidFill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F5F5F5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313E8A72-8268-5CE3-55C8-4AC5683CBBE9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745086" y="4690574"/>
            <a:ext cx="720000" cy="720000"/>
          </a:xfrm>
          <a:prstGeom prst="ellipse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Frutiger LT" panose="02000503000000000000"/>
              </a:defRPr>
            </a:lvl1pPr>
          </a:lstStyle>
          <a:p>
            <a:r>
              <a:rPr lang="en-IN" dirty="0"/>
              <a:t>Icon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104544A4-AC62-F1B1-F246-F165915D05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266939" y="2557800"/>
            <a:ext cx="4105142" cy="871200"/>
          </a:xfrm>
          <a:prstGeom prst="roundRect">
            <a:avLst/>
          </a:prstGeom>
          <a:solidFill>
            <a:srgbClr val="29648A">
              <a:alpha val="80000"/>
            </a:srgbClr>
          </a:solidFill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F5F5F5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4CCF00E-F8CA-E01C-F81D-392748BDB28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266939" y="3587960"/>
            <a:ext cx="4105142" cy="871200"/>
          </a:xfrm>
          <a:prstGeom prst="roundRect">
            <a:avLst/>
          </a:prstGeom>
          <a:solidFill>
            <a:srgbClr val="29648A">
              <a:alpha val="80000"/>
            </a:srgbClr>
          </a:solidFill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F5F5F5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C6AF16DA-0D85-85B3-0ABB-2DB4B78A5A20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6308245" y="2639011"/>
            <a:ext cx="720000" cy="720000"/>
          </a:xfrm>
          <a:prstGeom prst="ellipse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Frutiger LT" panose="02000503000000000000"/>
              </a:defRPr>
            </a:lvl1pPr>
          </a:lstStyle>
          <a:p>
            <a:r>
              <a:rPr lang="en-IN" dirty="0"/>
              <a:t>Icon</a:t>
            </a:r>
          </a:p>
        </p:txBody>
      </p:sp>
      <p:sp>
        <p:nvSpPr>
          <p:cNvPr id="22" name="Picture Placeholder 4">
            <a:extLst>
              <a:ext uri="{FF2B5EF4-FFF2-40B4-BE49-F238E27FC236}">
                <a16:creationId xmlns:a16="http://schemas.microsoft.com/office/drawing/2014/main" id="{DE3A8C21-14CC-4AC6-9798-F5E0C5550CE3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6308245" y="3663560"/>
            <a:ext cx="720000" cy="720000"/>
          </a:xfrm>
          <a:prstGeom prst="ellipse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Frutiger LT" panose="02000503000000000000"/>
              </a:defRPr>
            </a:lvl1pPr>
          </a:lstStyle>
          <a:p>
            <a:r>
              <a:rPr lang="en-IN" dirty="0"/>
              <a:t>Icon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A2EB109-7638-99E6-ECFD-1D14FCEEE40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266939" y="4612509"/>
            <a:ext cx="4105142" cy="871200"/>
          </a:xfrm>
          <a:prstGeom prst="roundRect">
            <a:avLst/>
          </a:prstGeom>
          <a:solidFill>
            <a:srgbClr val="29648A">
              <a:alpha val="80000"/>
            </a:srgbClr>
          </a:solidFill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F5F5F5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24" name="Picture Placeholder 4">
            <a:extLst>
              <a:ext uri="{FF2B5EF4-FFF2-40B4-BE49-F238E27FC236}">
                <a16:creationId xmlns:a16="http://schemas.microsoft.com/office/drawing/2014/main" id="{8C73FDD4-4C28-A426-7150-385F63CB8FC8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6308245" y="4688109"/>
            <a:ext cx="720000" cy="720000"/>
          </a:xfrm>
          <a:prstGeom prst="ellipse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Frutiger LT" panose="02000503000000000000"/>
              </a:defRPr>
            </a:lvl1pPr>
          </a:lstStyle>
          <a:p>
            <a:r>
              <a:rPr lang="en-IN" dirty="0"/>
              <a:t>Icon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95F085C-CB37-99E1-8EC0-8ED7DE851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B75D158-50C7-A197-0F28-8D25E2E5D9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2E9CCA"/>
                </a:solidFill>
                <a:latin typeface="Montserrat" panose="00000500000000000000" pitchFamily="2" charset="0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3272231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I_Image+ Tex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C8F28B-A019-48FE-8FE4-1E359369A454}"/>
              </a:ext>
            </a:extLst>
          </p:cNvPr>
          <p:cNvSpPr txBox="1"/>
          <p:nvPr userDrawn="1"/>
        </p:nvSpPr>
        <p:spPr>
          <a:xfrm>
            <a:off x="0" y="6858000"/>
            <a:ext cx="4895892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</a:t>
            </a:r>
            <a:r>
              <a:rPr lang="en-IN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Image + Text Callout</a:t>
            </a:r>
          </a:p>
        </p:txBody>
      </p:sp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0AD28906-D698-45A7-1092-CB08835869F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7050" y="2192124"/>
            <a:ext cx="4817439" cy="3326174"/>
          </a:xfrm>
          <a:prstGeom prst="roundRect">
            <a:avLst>
              <a:gd name="adj" fmla="val 8675"/>
            </a:avLst>
          </a:prstGeom>
        </p:spPr>
        <p:txBody>
          <a:bodyPr anchor="ctr"/>
          <a:lstStyle>
            <a:lvl1pPr>
              <a:defRPr lang="en-IN" dirty="0" smtClean="0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pPr marL="0" marR="0" lvl="0" indent="0" algn="ctr" defTabSz="91444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IN" dirty="0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A71DE17B-F33A-3668-ACB4-48C33E20A99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172048" y="2192124"/>
            <a:ext cx="4817439" cy="3326171"/>
          </a:xfrm>
          <a:prstGeom prst="roundRect">
            <a:avLst>
              <a:gd name="adj" fmla="val 7716"/>
            </a:avLst>
          </a:prstGeom>
        </p:spPr>
        <p:txBody>
          <a:bodyPr anchor="ctr"/>
          <a:lstStyle>
            <a:lvl1pPr>
              <a:defRPr lang="en-IN" dirty="0" smtClean="0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pPr marL="0" marR="0" lvl="0" indent="0" algn="ctr" defTabSz="91444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IN" dirty="0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4BEE814C-BAE5-E935-922C-090D861318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982495" y="1785234"/>
            <a:ext cx="2113505" cy="871200"/>
          </a:xfrm>
          <a:prstGeom prst="wedgeRoundRectCallout">
            <a:avLst>
              <a:gd name="adj1" fmla="val -40761"/>
              <a:gd name="adj2" fmla="val 88129"/>
              <a:gd name="adj3" fmla="val 16667"/>
            </a:avLst>
          </a:prstGeom>
          <a:solidFill>
            <a:srgbClr val="29648A">
              <a:alpha val="80000"/>
            </a:srgbClr>
          </a:solidFill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dirty="0" smtClean="0">
                <a:solidFill>
                  <a:schemeClr val="bg1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FDEB69A-EB23-4DB0-517A-9B1A1FF3790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794792" y="1785234"/>
            <a:ext cx="2113505" cy="871200"/>
          </a:xfrm>
          <a:prstGeom prst="wedgeRoundRectCallout">
            <a:avLst>
              <a:gd name="adj1" fmla="val -40761"/>
              <a:gd name="adj2" fmla="val 88129"/>
              <a:gd name="adj3" fmla="val 16667"/>
            </a:avLst>
          </a:prstGeom>
          <a:solidFill>
            <a:srgbClr val="29648A">
              <a:alpha val="80000"/>
            </a:srgbClr>
          </a:solidFill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dirty="0" smtClean="0">
                <a:solidFill>
                  <a:schemeClr val="bg1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36DAA010-9D5B-A0EC-CBDD-C54C4921D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4A50068-F412-FB2A-EBCA-E6FF7B8783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2E9CCA"/>
                </a:solidFill>
                <a:latin typeface="Montserrat" panose="00000500000000000000" pitchFamily="2" charset="0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5096215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J_Flow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C8F28B-A019-48FE-8FE4-1E359369A454}"/>
              </a:ext>
            </a:extLst>
          </p:cNvPr>
          <p:cNvSpPr txBox="1"/>
          <p:nvPr userDrawn="1"/>
        </p:nvSpPr>
        <p:spPr>
          <a:xfrm>
            <a:off x="0" y="6858000"/>
            <a:ext cx="3821880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</a:t>
            </a:r>
            <a:r>
              <a:rPr lang="en-IN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Flowchart</a:t>
            </a:r>
          </a:p>
        </p:txBody>
      </p:sp>
      <p:sp>
        <p:nvSpPr>
          <p:cNvPr id="5" name="SmartArt Placeholder 3">
            <a:extLst>
              <a:ext uri="{FF2B5EF4-FFF2-40B4-BE49-F238E27FC236}">
                <a16:creationId xmlns:a16="http://schemas.microsoft.com/office/drawing/2014/main" id="{2E4806C9-AAFF-1D7B-CC25-FD15325A1343}"/>
              </a:ext>
            </a:extLst>
          </p:cNvPr>
          <p:cNvSpPr>
            <a:spLocks noGrp="1"/>
          </p:cNvSpPr>
          <p:nvPr>
            <p:ph type="dgm" sz="quarter" idx="34"/>
          </p:nvPr>
        </p:nvSpPr>
        <p:spPr>
          <a:xfrm>
            <a:off x="725486" y="2213561"/>
            <a:ext cx="4968875" cy="3363912"/>
          </a:xfrm>
          <a:prstGeom prst="roundRect">
            <a:avLst>
              <a:gd name="adj" fmla="val 8765"/>
            </a:avLst>
          </a:prstGeom>
        </p:spPr>
        <p:txBody>
          <a:bodyPr/>
          <a:lstStyle>
            <a:lvl1pPr>
              <a:defRPr sz="1800">
                <a:solidFill>
                  <a:srgbClr val="25274D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7" name="SmartArt Placeholder 3">
            <a:extLst>
              <a:ext uri="{FF2B5EF4-FFF2-40B4-BE49-F238E27FC236}">
                <a16:creationId xmlns:a16="http://schemas.microsoft.com/office/drawing/2014/main" id="{5593586E-8ED3-0CA1-8A20-1A50B02B8E66}"/>
              </a:ext>
            </a:extLst>
          </p:cNvPr>
          <p:cNvSpPr>
            <a:spLocks noGrp="1"/>
          </p:cNvSpPr>
          <p:nvPr>
            <p:ph type="dgm" sz="quarter" idx="36"/>
          </p:nvPr>
        </p:nvSpPr>
        <p:spPr>
          <a:xfrm>
            <a:off x="6508659" y="2205541"/>
            <a:ext cx="4968875" cy="3363912"/>
          </a:xfrm>
          <a:prstGeom prst="roundRect">
            <a:avLst>
              <a:gd name="adj" fmla="val 8449"/>
            </a:avLst>
          </a:prstGeom>
        </p:spPr>
        <p:txBody>
          <a:bodyPr/>
          <a:lstStyle>
            <a:lvl1pPr>
              <a:defRPr sz="1800">
                <a:solidFill>
                  <a:srgbClr val="25274D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7055FAF-C5A4-A267-D082-DC0B432F8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774E3F2B-A5B6-A21E-1C67-865CAEB490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2E9CCA"/>
                </a:solidFill>
                <a:latin typeface="Montserrat" panose="00000500000000000000" pitchFamily="2" charset="0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9503086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K_Hotsp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C8F28B-A019-48FE-8FE4-1E359369A454}"/>
              </a:ext>
            </a:extLst>
          </p:cNvPr>
          <p:cNvSpPr txBox="1"/>
          <p:nvPr userDrawn="1"/>
        </p:nvSpPr>
        <p:spPr>
          <a:xfrm>
            <a:off x="0" y="6858000"/>
            <a:ext cx="3889206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</a:t>
            </a:r>
            <a:r>
              <a:rPr lang="en-IN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 Hotspots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6E8F2312-97F1-1941-CB5B-085DA554087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27051" y="2890628"/>
            <a:ext cx="5504933" cy="2871997"/>
          </a:xfrm>
          <a:prstGeom prst="roundRect">
            <a:avLst>
              <a:gd name="adj" fmla="val 6194"/>
            </a:avLst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Insert thumbnail</a:t>
            </a:r>
            <a:endParaRPr lang="en-IN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7A9164FB-9657-3E66-CF5F-330CCAE9244E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160019" y="2886889"/>
            <a:ext cx="5504930" cy="2871997"/>
          </a:xfrm>
          <a:prstGeom prst="roundRect">
            <a:avLst>
              <a:gd name="adj" fmla="val 7032"/>
            </a:avLst>
          </a:prstGeom>
        </p:spPr>
        <p:txBody>
          <a:bodyPr anchor="ctr" anchorCtr="0">
            <a:normAutofit/>
          </a:bodyPr>
          <a:lstStyle>
            <a:lvl1pPr>
              <a:defRPr lang="en-IN" sz="2000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Insert thumbnail</a:t>
            </a:r>
            <a:endParaRPr lang="en-IN" dirty="0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37C00707-1923-3FC0-163F-4FBD2B0A445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7049" y="1940453"/>
            <a:ext cx="5504933" cy="843537"/>
          </a:xfrm>
          <a:prstGeom prst="roundRect">
            <a:avLst>
              <a:gd name="adj" fmla="val 20946"/>
            </a:avLst>
          </a:prstGeom>
        </p:spPr>
        <p:txBody>
          <a:bodyPr anchor="t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25274D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Add the button text here</a:t>
            </a:r>
            <a:endParaRPr lang="en-IN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8669180A-63EE-591F-11CC-3CC72809BD6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160019" y="1940453"/>
            <a:ext cx="5504929" cy="843537"/>
          </a:xfrm>
          <a:prstGeom prst="roundRect">
            <a:avLst>
              <a:gd name="adj" fmla="val 20946"/>
            </a:avLst>
          </a:prstGeom>
        </p:spPr>
        <p:txBody>
          <a:bodyPr anchor="t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25274D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Add the button text here</a:t>
            </a:r>
            <a:endParaRPr lang="en-IN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33BB8E1-CFB9-E904-24D3-273FF1A19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26A9316E-EC8E-9345-83E4-B44E739517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2E9CCA"/>
                </a:solidFill>
                <a:latin typeface="Montserrat" panose="00000500000000000000" pitchFamily="2" charset="0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549001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L_Infographic + 3 el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C8F28B-A019-48FE-8FE4-1E359369A454}"/>
              </a:ext>
            </a:extLst>
          </p:cNvPr>
          <p:cNvSpPr txBox="1"/>
          <p:nvPr userDrawn="1"/>
        </p:nvSpPr>
        <p:spPr>
          <a:xfrm>
            <a:off x="0" y="6858000"/>
            <a:ext cx="9387506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</a:t>
            </a:r>
            <a:r>
              <a:rPr lang="fr-FR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Infographic + 3 elements + Text prominent + </a:t>
            </a:r>
            <a:r>
              <a:rPr lang="en-IN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Icons + Label + Text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96AB8482-FB25-4987-BB9E-B39F4105DC3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683508" y="1740733"/>
            <a:ext cx="2145630" cy="2145630"/>
          </a:xfrm>
          <a:prstGeom prst="roundRect">
            <a:avLst>
              <a:gd name="adj" fmla="val 50000"/>
            </a:avLst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0F1626"/>
                </a:solidFill>
                <a:latin typeface="+mn-lt"/>
              </a:defRPr>
            </a:lvl1pPr>
          </a:lstStyle>
          <a:p>
            <a:r>
              <a:rPr lang="en-IN" dirty="0"/>
              <a:t>Icon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6F848E25-4674-4375-A332-50C1FA7A819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29744" y="4650770"/>
            <a:ext cx="3053159" cy="1641138"/>
          </a:xfrm>
          <a:prstGeom prst="roundRect">
            <a:avLst>
              <a:gd name="adj" fmla="val 10069"/>
            </a:avLst>
          </a:prstGeom>
        </p:spPr>
        <p:txBody>
          <a:bodyPr anchor="t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25274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Body Copy</a:t>
            </a:r>
            <a:endParaRPr lang="en-IN"/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2ACAB6D1-E764-4AB7-B5AC-58E3E21D9F3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29744" y="4015874"/>
            <a:ext cx="3053159" cy="469554"/>
          </a:xfrm>
          <a:prstGeom prst="roundRect">
            <a:avLst/>
          </a:prstGeom>
        </p:spPr>
        <p:txBody>
          <a:bodyPr wrap="none" lIns="0" tIns="0" rIns="0" bIns="0"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kern="1200" dirty="0" smtClean="0">
                <a:solidFill>
                  <a:srgbClr val="29648A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Heading</a:t>
            </a:r>
            <a:endParaRPr lang="en-IN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7C753D0-518C-7F3D-F2E7-E2CE5F62FC17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4996203" y="1732713"/>
            <a:ext cx="2145630" cy="2145630"/>
          </a:xfrm>
          <a:prstGeom prst="roundRect">
            <a:avLst>
              <a:gd name="adj" fmla="val 50000"/>
            </a:avLst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0F1626"/>
                </a:solidFill>
                <a:latin typeface="+mn-lt"/>
              </a:defRPr>
            </a:lvl1pPr>
          </a:lstStyle>
          <a:p>
            <a:r>
              <a:rPr lang="en-IN" dirty="0"/>
              <a:t>Icon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3050A374-EB86-B952-21BC-A3370242220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542439" y="4642750"/>
            <a:ext cx="3053159" cy="1641138"/>
          </a:xfrm>
          <a:prstGeom prst="roundRect">
            <a:avLst>
              <a:gd name="adj" fmla="val 11535"/>
            </a:avLst>
          </a:prstGeom>
        </p:spPr>
        <p:txBody>
          <a:bodyPr anchor="t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25274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Body Copy</a:t>
            </a:r>
            <a:endParaRPr lang="en-IN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CA6FDF36-9463-8336-5562-EC89B5CA371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542439" y="4007854"/>
            <a:ext cx="3053159" cy="469554"/>
          </a:xfrm>
          <a:prstGeom prst="roundRect">
            <a:avLst/>
          </a:prstGeom>
        </p:spPr>
        <p:txBody>
          <a:bodyPr wrap="none" lIns="0" tIns="0" rIns="0" bIns="0"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kern="1200" dirty="0" smtClean="0">
                <a:solidFill>
                  <a:srgbClr val="29648A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Heading</a:t>
            </a:r>
            <a:endParaRPr lang="en-IN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2E94917E-7701-5670-CE7A-DBA60877D7CE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8308898" y="1724693"/>
            <a:ext cx="2145630" cy="2145630"/>
          </a:xfrm>
          <a:prstGeom prst="roundRect">
            <a:avLst>
              <a:gd name="adj" fmla="val 50000"/>
            </a:avLst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0F1626"/>
                </a:solidFill>
                <a:latin typeface="+mn-lt"/>
              </a:defRPr>
            </a:lvl1pPr>
          </a:lstStyle>
          <a:p>
            <a:r>
              <a:rPr lang="en-IN" dirty="0"/>
              <a:t>Icon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3C860E80-3CE2-8E7A-CBBB-4FC1F20C1D7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855134" y="4634730"/>
            <a:ext cx="3053159" cy="1641138"/>
          </a:xfrm>
          <a:prstGeom prst="roundRect">
            <a:avLst>
              <a:gd name="adj" fmla="val 10802"/>
            </a:avLst>
          </a:prstGeom>
        </p:spPr>
        <p:txBody>
          <a:bodyPr anchor="t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25274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Body Copy</a:t>
            </a:r>
            <a:endParaRPr lang="en-IN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DE714747-5D79-36F0-007F-C39D1434DCD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855134" y="3999834"/>
            <a:ext cx="3053159" cy="469554"/>
          </a:xfrm>
          <a:prstGeom prst="roundRect">
            <a:avLst/>
          </a:prstGeom>
        </p:spPr>
        <p:txBody>
          <a:bodyPr wrap="none" lIns="0" tIns="0" rIns="0" bIns="0"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kern="1200" dirty="0" smtClean="0">
                <a:solidFill>
                  <a:srgbClr val="29648A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Heading</a:t>
            </a:r>
            <a:endParaRPr lang="en-IN"/>
          </a:p>
        </p:txBody>
      </p:sp>
      <p:sp>
        <p:nvSpPr>
          <p:cNvPr id="15" name="Title 8">
            <a:extLst>
              <a:ext uri="{FF2B5EF4-FFF2-40B4-BE49-F238E27FC236}">
                <a16:creationId xmlns:a16="http://schemas.microsoft.com/office/drawing/2014/main" id="{E96B277F-DB5E-8CB6-384D-F79869E4A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DB22173A-C094-CBAB-B3FF-94CC27C2B6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2E9CCA"/>
                </a:solidFill>
                <a:latin typeface="Montserrat" panose="00000500000000000000" pitchFamily="2" charset="0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627922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O_Infographic + 6 element +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6B4620E-20C9-4149-93AD-82AC14A8106F}"/>
              </a:ext>
            </a:extLst>
          </p:cNvPr>
          <p:cNvSpPr txBox="1"/>
          <p:nvPr userDrawn="1"/>
        </p:nvSpPr>
        <p:spPr>
          <a:xfrm>
            <a:off x="0" y="6858000"/>
            <a:ext cx="6779420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Infographic + 6 element + List only text</a:t>
            </a:r>
            <a:endParaRPr lang="en-IN" sz="16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B1C3736E-99A8-4E9D-9130-EEA3E7A9B90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61343" y="3581344"/>
            <a:ext cx="1688483" cy="2524759"/>
          </a:xfrm>
          <a:prstGeom prst="roundRect">
            <a:avLst/>
          </a:prstGeom>
        </p:spPr>
        <p:txBody>
          <a:bodyPr anchor="ctr"/>
          <a:lstStyle>
            <a:lvl1pPr marL="0" indent="0" algn="ctr">
              <a:buNone/>
              <a:defRPr sz="1800" baseline="0">
                <a:solidFill>
                  <a:srgbClr val="25274D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marL="0" lvl="0" indent="0" algn="ctr" defTabSz="91444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Body Copy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056BFCDA-1B35-44E0-96DD-8FC7357959D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454823" y="1907456"/>
            <a:ext cx="1688483" cy="2659265"/>
          </a:xfrm>
          <a:prstGeom prst="roundRect">
            <a:avLst/>
          </a:prstGeom>
        </p:spPr>
        <p:txBody>
          <a:bodyPr anchor="ctr"/>
          <a:lstStyle>
            <a:lvl1pPr marL="0" indent="0" algn="ctr">
              <a:buNone/>
              <a:defRPr sz="1800" baseline="0">
                <a:solidFill>
                  <a:srgbClr val="25274D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marL="0" lvl="0" indent="0" algn="ctr" defTabSz="91444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Body Copy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E74AACD-D60C-4404-9AF3-9386236E683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41783" y="1904973"/>
            <a:ext cx="1688483" cy="2659265"/>
          </a:xfrm>
          <a:prstGeom prst="roundRect">
            <a:avLst/>
          </a:prstGeom>
        </p:spPr>
        <p:txBody>
          <a:bodyPr anchor="ctr"/>
          <a:lstStyle>
            <a:lvl1pPr marL="0" indent="0" algn="ctr">
              <a:buNone/>
              <a:defRPr sz="1800" baseline="0">
                <a:solidFill>
                  <a:srgbClr val="25274D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marL="0" lvl="0" indent="0" algn="ctr" defTabSz="91444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Body Copy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C7855415-E93B-49D6-8618-26F6611D00A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648303" y="3594044"/>
            <a:ext cx="1688483" cy="2659265"/>
          </a:xfrm>
          <a:prstGeom prst="roundRect">
            <a:avLst/>
          </a:prstGeom>
        </p:spPr>
        <p:txBody>
          <a:bodyPr anchor="ctr"/>
          <a:lstStyle>
            <a:lvl1pPr marL="0" indent="0" algn="ctr">
              <a:buNone/>
              <a:defRPr sz="1800" baseline="0">
                <a:solidFill>
                  <a:srgbClr val="25274D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marL="0" lvl="0" indent="0" algn="ctr" defTabSz="91444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Body Copy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6D2BC763-107B-46E1-B889-22F98022920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067863" y="1919552"/>
            <a:ext cx="1688483" cy="2524759"/>
          </a:xfrm>
          <a:prstGeom prst="roundRect">
            <a:avLst/>
          </a:prstGeom>
        </p:spPr>
        <p:txBody>
          <a:bodyPr anchor="ctr"/>
          <a:lstStyle>
            <a:lvl1pPr marL="0" indent="0" algn="ctr">
              <a:buNone/>
              <a:defRPr sz="1800" baseline="0">
                <a:solidFill>
                  <a:srgbClr val="25274D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marL="0" lvl="0" indent="0" algn="ctr" defTabSz="91444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Body Copy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E409A540-921D-461D-8124-5A9066FF7B8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874384" y="3581344"/>
            <a:ext cx="1688483" cy="2524759"/>
          </a:xfrm>
          <a:prstGeom prst="roundRect">
            <a:avLst/>
          </a:prstGeom>
        </p:spPr>
        <p:txBody>
          <a:bodyPr anchor="ctr"/>
          <a:lstStyle>
            <a:lvl1pPr marL="0" indent="0" algn="ctr">
              <a:buNone/>
              <a:defRPr sz="1800" baseline="0">
                <a:solidFill>
                  <a:srgbClr val="25274D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marL="0" lvl="0" indent="0" algn="ctr" defTabSz="91444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Body Copy</a:t>
            </a:r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BF325636-CE3F-7818-B2C7-AD909A4F4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D14B9504-1402-715B-9A59-D3B2B2C1BA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2E9CCA"/>
                </a:solidFill>
                <a:latin typeface="Montserrat" panose="00000500000000000000" pitchFamily="2" charset="0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8553189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T_Image/Table/Graph +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7032DF-35B3-4D86-9108-28F10681EEAF}"/>
              </a:ext>
            </a:extLst>
          </p:cNvPr>
          <p:cNvSpPr txBox="1"/>
          <p:nvPr userDrawn="1"/>
        </p:nvSpPr>
        <p:spPr>
          <a:xfrm>
            <a:off x="0" y="6858000"/>
            <a:ext cx="5448928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Image/Table/Graph + Text</a:t>
            </a:r>
            <a:endParaRPr lang="en-IN" sz="16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97DF777D-0611-43FE-BECC-3696FEE820A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7049" y="4740442"/>
            <a:ext cx="11126235" cy="1589067"/>
          </a:xfrm>
          <a:prstGeom prst="roundRect">
            <a:avLst/>
          </a:prstGeom>
        </p:spPr>
        <p:txBody>
          <a:bodyPr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25274D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Body Copy</a:t>
            </a:r>
            <a:endParaRPr lang="en-IN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032E5F9B-74B0-4E2D-9CB5-0E626C2BEC2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27050" y="1755586"/>
            <a:ext cx="11126234" cy="2852509"/>
          </a:xfrm>
          <a:prstGeom prst="roundRect">
            <a:avLst>
              <a:gd name="adj" fmla="val 9497"/>
            </a:avLst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25274D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endParaRPr lang="en-IN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4E09AE45-AA1F-E32B-E829-34412C3A4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6380944B-A361-4506-0308-8509DFF3C7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2E9CCA"/>
                </a:solidFill>
                <a:latin typeface="Montserrat" panose="00000500000000000000" pitchFamily="2" charset="0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587018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U_Infographic + 3 element + Imag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C8F28B-A019-48FE-8FE4-1E359369A454}"/>
              </a:ext>
            </a:extLst>
          </p:cNvPr>
          <p:cNvSpPr txBox="1"/>
          <p:nvPr userDrawn="1"/>
        </p:nvSpPr>
        <p:spPr>
          <a:xfrm>
            <a:off x="0" y="6858000"/>
            <a:ext cx="8931124" cy="338554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</a:t>
            </a:r>
            <a:r>
              <a:rPr lang="fr-FR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Infographic + 3 element + Text + Image</a:t>
            </a:r>
            <a:endParaRPr lang="en-IN" sz="16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96AB8482-FB25-4987-BB9E-B39F4105DC3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9547" y="1886240"/>
            <a:ext cx="3516716" cy="2203116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25274D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endParaRPr lang="en-IN" dirty="0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6F848E25-4674-4375-A332-50C1FA7A819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7050" y="4215791"/>
            <a:ext cx="3516717" cy="1920313"/>
          </a:xfrm>
          <a:prstGeom prst="roundRect">
            <a:avLst/>
          </a:prstGeom>
        </p:spPr>
        <p:txBody>
          <a:bodyPr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25274D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7F1147B7-9A34-4CB6-B84C-97B9DD46B01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340138" y="1886240"/>
            <a:ext cx="3516716" cy="2203116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25274D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endParaRPr lang="en-IN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3F52F2BB-01C0-40E2-904F-58759FF63DE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37641" y="4215791"/>
            <a:ext cx="3516717" cy="1920313"/>
          </a:xfrm>
          <a:prstGeom prst="roundRect">
            <a:avLst/>
          </a:prstGeom>
        </p:spPr>
        <p:txBody>
          <a:bodyPr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25274D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3A0DD8B2-E007-445B-BFF7-00E6154140D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150729" y="1886240"/>
            <a:ext cx="3516716" cy="2203116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25274D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endParaRPr lang="en-IN" dirty="0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62731027-2452-47F3-BF27-8348362107B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50729" y="4215791"/>
            <a:ext cx="3514220" cy="1920313"/>
          </a:xfrm>
          <a:prstGeom prst="roundRect">
            <a:avLst/>
          </a:prstGeom>
        </p:spPr>
        <p:txBody>
          <a:bodyPr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25274D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F761DBBD-F468-E0A9-7F30-7C112D4DE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54E1A870-B0C0-2A96-FA25-F4059CC7B8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2E9CCA"/>
                </a:solidFill>
                <a:latin typeface="Montserrat" panose="00000500000000000000" pitchFamily="2" charset="0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732826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Y_Infographic + Image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1">
            <a:extLst>
              <a:ext uri="{FF2B5EF4-FFF2-40B4-BE49-F238E27FC236}">
                <a16:creationId xmlns:a16="http://schemas.microsoft.com/office/drawing/2014/main" id="{2C384C08-CECB-4147-8FCD-943A5EC0D6A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49998" y="2099147"/>
            <a:ext cx="5356325" cy="3359679"/>
          </a:xfrm>
          <a:prstGeom prst="roundRect">
            <a:avLst>
              <a:gd name="adj" fmla="val 8788"/>
            </a:avLst>
          </a:prstGeom>
        </p:spPr>
        <p:txBody>
          <a:bodyPr/>
          <a:lstStyle>
            <a:lvl1pPr marL="0" indent="0">
              <a:buNone/>
              <a:defRPr sz="1800">
                <a:solidFill>
                  <a:srgbClr val="25274D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image here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945602-2ABE-4A5C-8899-AC436D31D3B7}"/>
              </a:ext>
            </a:extLst>
          </p:cNvPr>
          <p:cNvSpPr txBox="1"/>
          <p:nvPr userDrawn="1"/>
        </p:nvSpPr>
        <p:spPr>
          <a:xfrm>
            <a:off x="0" y="6858000"/>
            <a:ext cx="7378943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Infographic + </a:t>
            </a:r>
            <a:r>
              <a:rPr lang="en-IN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Image with bullets/numbering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108545D0-EBAD-2DFD-80F9-5627F65BBE0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31649" y="2138925"/>
            <a:ext cx="643622" cy="643622"/>
          </a:xfrm>
          <a:prstGeom prst="roundRect">
            <a:avLst>
              <a:gd name="adj" fmla="val 50000"/>
            </a:avLst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rgbClr val="29648A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354AD1BE-85F2-48C8-14A4-501F94204DA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31649" y="3018714"/>
            <a:ext cx="643622" cy="643622"/>
          </a:xfrm>
          <a:prstGeom prst="roundRect">
            <a:avLst>
              <a:gd name="adj" fmla="val 50000"/>
            </a:avLst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rgbClr val="29648A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2</a:t>
            </a:r>
            <a:endParaRPr lang="en-IN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5F89929-CECB-71F8-9B4E-5A71B4434F7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431649" y="3943587"/>
            <a:ext cx="643622" cy="643622"/>
          </a:xfrm>
          <a:prstGeom prst="roundRect">
            <a:avLst>
              <a:gd name="adj" fmla="val 50000"/>
            </a:avLst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rgbClr val="29648A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3</a:t>
            </a:r>
            <a:endParaRPr lang="en-IN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53D46109-1998-FE4D-D8FF-86C70D43C7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203335" y="2099148"/>
            <a:ext cx="4168746" cy="681707"/>
          </a:xfrm>
          <a:prstGeom prst="roundRect">
            <a:avLst/>
          </a:prstGeom>
        </p:spPr>
        <p:txBody>
          <a:bodyPr anchor="ctr"/>
          <a:lstStyle>
            <a:lvl1pPr marL="0" indent="0" algn="ctr">
              <a:buNone/>
              <a:defRPr sz="1800" b="1" baseline="0">
                <a:solidFill>
                  <a:srgbClr val="25274D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marL="0" marR="0" lvl="0" indent="0" algn="ctr" defTabSz="91444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Body Copy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C8E243E3-F07F-53A0-279B-9FD55CCE40B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03335" y="3007883"/>
            <a:ext cx="4168745" cy="660107"/>
          </a:xfrm>
          <a:prstGeom prst="roundRect">
            <a:avLst/>
          </a:prstGeom>
        </p:spPr>
        <p:txBody>
          <a:bodyPr anchor="ctr"/>
          <a:lstStyle>
            <a:lvl1pPr marL="0" indent="0" algn="ctr">
              <a:buNone/>
              <a:defRPr sz="1800" b="1" baseline="0">
                <a:solidFill>
                  <a:srgbClr val="25274D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marL="0" marR="0" lvl="0" indent="0" algn="ctr" defTabSz="91444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Body Copy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31039AE-8E77-94FB-A51A-D8417F57EB8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203335" y="3927210"/>
            <a:ext cx="4168745" cy="659999"/>
          </a:xfrm>
          <a:prstGeom prst="roundRect">
            <a:avLst/>
          </a:prstGeom>
        </p:spPr>
        <p:txBody>
          <a:bodyPr anchor="ctr"/>
          <a:lstStyle>
            <a:lvl1pPr marL="0" indent="0" algn="ctr">
              <a:buNone/>
              <a:defRPr sz="1800" b="1" baseline="0">
                <a:solidFill>
                  <a:srgbClr val="25274D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marL="0" marR="0" lvl="0" indent="0" algn="ctr" defTabSz="91444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Body Copy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F00DD5F-4E80-DC2E-A536-ED4514139E9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431649" y="4811831"/>
            <a:ext cx="643622" cy="643622"/>
          </a:xfrm>
          <a:prstGeom prst="roundRect">
            <a:avLst>
              <a:gd name="adj" fmla="val 50000"/>
            </a:avLst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rgbClr val="29648A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4</a:t>
            </a:r>
            <a:endParaRPr lang="en-IN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ABF62E0-0E71-35F1-6616-0CDD2C90D28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208683" y="4798828"/>
            <a:ext cx="4168745" cy="659999"/>
          </a:xfrm>
          <a:prstGeom prst="roundRect">
            <a:avLst/>
          </a:prstGeom>
        </p:spPr>
        <p:txBody>
          <a:bodyPr anchor="ctr"/>
          <a:lstStyle>
            <a:lvl1pPr marL="0" indent="0" algn="ctr">
              <a:buNone/>
              <a:defRPr sz="1800" b="1" baseline="0">
                <a:solidFill>
                  <a:srgbClr val="25274D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marL="0" marR="0" lvl="0" indent="0" algn="ctr" defTabSz="91444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Body Copy</a:t>
            </a:r>
          </a:p>
        </p:txBody>
      </p:sp>
      <p:sp>
        <p:nvSpPr>
          <p:cNvPr id="15" name="Title 8">
            <a:extLst>
              <a:ext uri="{FF2B5EF4-FFF2-40B4-BE49-F238E27FC236}">
                <a16:creationId xmlns:a16="http://schemas.microsoft.com/office/drawing/2014/main" id="{6623636B-28ED-7A89-7359-4021F0CF5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9F707444-1D10-2217-B45E-EDAE8E8635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2E9CCA"/>
                </a:solidFill>
                <a:latin typeface="Montserrat" panose="00000500000000000000" pitchFamily="2" charset="0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1526356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Z_Comparison +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2452F3D-7620-4EBD-8019-4CC5BF89300E}"/>
              </a:ext>
            </a:extLst>
          </p:cNvPr>
          <p:cNvSpPr txBox="1"/>
          <p:nvPr userDrawn="1"/>
        </p:nvSpPr>
        <p:spPr>
          <a:xfrm>
            <a:off x="0" y="6858000"/>
            <a:ext cx="5160387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Comparison + text only</a:t>
            </a:r>
            <a:endParaRPr lang="en-IN" sz="16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7B1C093A-2F1D-4ED6-8246-B962E0A911E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9998" y="2767262"/>
            <a:ext cx="5069759" cy="2995361"/>
          </a:xfrm>
          <a:prstGeom prst="roundRect">
            <a:avLst>
              <a:gd name="adj" fmla="val 6409"/>
            </a:avLst>
          </a:prstGeom>
        </p:spPr>
        <p:txBody>
          <a:bodyPr anchor="t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>
                <a:srgbClr val="EF7C00"/>
              </a:buClr>
              <a:buFont typeface="Arial" panose="020B0604020202020204" pitchFamily="34" charset="0"/>
              <a:buNone/>
              <a:defRPr lang="en-US" sz="1800" b="0" kern="1200" dirty="0" smtClean="0">
                <a:solidFill>
                  <a:srgbClr val="25274D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Body Copy  </a:t>
            </a:r>
            <a:endParaRPr lang="en-IN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AB3F157C-5874-4B78-B6EB-D34A43307C1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60725" y="2767261"/>
            <a:ext cx="5069760" cy="2995362"/>
          </a:xfrm>
          <a:prstGeom prst="roundRect">
            <a:avLst>
              <a:gd name="adj" fmla="val 6409"/>
            </a:avLst>
          </a:prstGeom>
        </p:spPr>
        <p:txBody>
          <a:bodyPr anchor="t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Clr>
                <a:srgbClr val="EF7C00"/>
              </a:buClr>
              <a:buFont typeface="Arial" panose="020B0604020202020204" pitchFamily="34" charset="0"/>
              <a:buNone/>
              <a:defRPr lang="en-IN" sz="1800" b="0" kern="1200" dirty="0">
                <a:solidFill>
                  <a:srgbClr val="25274D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Body Copy  </a:t>
            </a:r>
            <a:endParaRPr lang="en-IN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3ECBD337-B788-8EBA-2112-0DAB7E5195B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61386" y="1901560"/>
            <a:ext cx="5047474" cy="462022"/>
          </a:xfrm>
          <a:prstGeom prst="roundRect">
            <a:avLst>
              <a:gd name="adj" fmla="val 23351"/>
            </a:avLst>
          </a:prstGeom>
        </p:spPr>
        <p:txBody>
          <a:bodyPr wrap="square" anchor="t" anchorCtr="0">
            <a:spAutoFit/>
          </a:bodyPr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lang="en-US" sz="2000" b="1" kern="1200" dirty="0" smtClean="0">
                <a:solidFill>
                  <a:srgbClr val="29648A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CB3F27F6-CCC6-CF7D-A192-CFFC7955AC5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72617" y="1901559"/>
            <a:ext cx="5099464" cy="462022"/>
          </a:xfrm>
          <a:prstGeom prst="roundRect">
            <a:avLst>
              <a:gd name="adj" fmla="val 23351"/>
            </a:avLst>
          </a:prstGeom>
        </p:spPr>
        <p:txBody>
          <a:bodyPr wrap="square" anchor="t" anchorCtr="0">
            <a:spAutoFit/>
          </a:bodyPr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lang="en-US" sz="2000" b="1" kern="1200" dirty="0" smtClean="0">
                <a:solidFill>
                  <a:srgbClr val="29648A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11266D2A-FA51-3F55-77C2-386958E2A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4AB88724-7AC3-5D07-E40B-5ECB81DFFC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2E9CCA"/>
                </a:solidFill>
                <a:latin typeface="Montserrat" panose="00000500000000000000" pitchFamily="2" charset="0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97371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AA_Equation/Formula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26708F3-E016-41F6-9851-D5056D0001FD}"/>
              </a:ext>
            </a:extLst>
          </p:cNvPr>
          <p:cNvSpPr txBox="1"/>
          <p:nvPr userDrawn="1"/>
        </p:nvSpPr>
        <p:spPr>
          <a:xfrm>
            <a:off x="0" y="6858000"/>
            <a:ext cx="5420074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</a:t>
            </a:r>
            <a:r>
              <a:rPr lang="en-IN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Equation/Formulae + text</a:t>
            </a:r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621FF0BE-FEBA-D3A9-5801-06D01145272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49998" y="1849324"/>
            <a:ext cx="10622082" cy="558366"/>
          </a:xfrm>
          <a:prstGeom prst="roundRect">
            <a:avLst/>
          </a:prstGeom>
        </p:spPr>
        <p:txBody>
          <a:bodyPr anchor="ctr"/>
          <a:lstStyle>
            <a:lvl1pPr marL="0" indent="0" algn="ctr">
              <a:buNone/>
              <a:defRPr sz="1800" baseline="0">
                <a:solidFill>
                  <a:srgbClr val="25274D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Click to edit Body Copy</a:t>
            </a:r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E3E35873-B5E3-8E8C-F95F-132E320C198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49998" y="5346801"/>
            <a:ext cx="10622082" cy="638390"/>
          </a:xfrm>
          <a:prstGeom prst="roundRect">
            <a:avLst/>
          </a:prstGeom>
        </p:spPr>
        <p:txBody>
          <a:bodyPr anchor="ctr"/>
          <a:lstStyle>
            <a:lvl1pPr marL="0" indent="0" algn="ctr">
              <a:buNone/>
              <a:defRPr sz="1800" baseline="0">
                <a:solidFill>
                  <a:srgbClr val="25274D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Click to edit Body Copy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936CF57-A9DF-B42A-27B9-09DF643C635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49998" y="2568881"/>
            <a:ext cx="10622082" cy="2616729"/>
          </a:xfrm>
          <a:prstGeom prst="roundRect">
            <a:avLst>
              <a:gd name="adj" fmla="val 8391"/>
            </a:avLst>
          </a:prstGeom>
        </p:spPr>
        <p:txBody>
          <a:bodyPr/>
          <a:lstStyle>
            <a:lvl1pPr marL="0" indent="0">
              <a:buNone/>
              <a:defRPr sz="1800">
                <a:solidFill>
                  <a:srgbClr val="25274D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formula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19FD135B-DA62-F32B-CA68-9A2BD559E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0CC3203A-6271-C85E-5D67-D1120D15CF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2E9CCA"/>
                </a:solidFill>
                <a:latin typeface="Montserrat" panose="00000500000000000000" pitchFamily="2" charset="0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4602822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A_Title +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B9010A5-3E72-49FB-A931-C6B57ACEC48A}"/>
              </a:ext>
            </a:extLst>
          </p:cNvPr>
          <p:cNvSpPr txBox="1"/>
          <p:nvPr userDrawn="1"/>
        </p:nvSpPr>
        <p:spPr>
          <a:xfrm>
            <a:off x="0" y="6858000"/>
            <a:ext cx="3934090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Blank Slide</a:t>
            </a:r>
            <a:endParaRPr lang="en-IN" sz="1600" b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BC3AC56D-CB69-C2DC-7682-91B7D5AF1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1EE1CA9B-2D8D-90CD-1B73-D84F85AD5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2E9CCA"/>
                </a:solidFill>
                <a:latin typeface="Montserrat" panose="00000500000000000000" pitchFamily="2" charset="0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9945744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B_Overview/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B9010A5-3E72-49FB-A931-C6B57ACEC48A}"/>
              </a:ext>
            </a:extLst>
          </p:cNvPr>
          <p:cNvSpPr txBox="1"/>
          <p:nvPr userDrawn="1"/>
        </p:nvSpPr>
        <p:spPr>
          <a:xfrm>
            <a:off x="0" y="6858000"/>
            <a:ext cx="4929555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Overview/Summary</a:t>
            </a:r>
            <a:endParaRPr lang="en-IN" sz="1600" b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19DFBD23-183C-4149-B5B8-BC548723B46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9999" y="3512600"/>
            <a:ext cx="2544726" cy="2452265"/>
          </a:xfrm>
          <a:prstGeom prst="roundRect">
            <a:avLst>
              <a:gd name="adj" fmla="val 7729"/>
            </a:avLst>
          </a:prstGeom>
        </p:spPr>
        <p:txBody>
          <a:bodyPr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25274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6E324BEF-3F9B-4119-8F1F-7F8499707455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49999" y="1900053"/>
            <a:ext cx="2544726" cy="1440000"/>
          </a:xfrm>
          <a:prstGeom prst="roundRect">
            <a:avLst>
              <a:gd name="adj" fmla="val 11498"/>
            </a:avLst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25274D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Icon/image</a:t>
            </a:r>
            <a:endParaRPr lang="en-IN"/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CBA0ECFF-18FB-5D92-0819-6C2AE9965DF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43581" y="3512600"/>
            <a:ext cx="2544726" cy="2452265"/>
          </a:xfrm>
          <a:prstGeom prst="roundRect">
            <a:avLst>
              <a:gd name="adj" fmla="val 9140"/>
            </a:avLst>
          </a:prstGeom>
        </p:spPr>
        <p:txBody>
          <a:bodyPr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25274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37FFFF63-ABF2-DAAF-F848-D2F6DB2C94C8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443581" y="1900053"/>
            <a:ext cx="2544726" cy="1440000"/>
          </a:xfrm>
          <a:prstGeom prst="roundRect">
            <a:avLst>
              <a:gd name="adj" fmla="val 12237"/>
            </a:avLst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25274D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Icon/image</a:t>
            </a:r>
            <a:endParaRPr lang="en-IN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CBA86CAD-AD88-DDB2-4C51-DEB4A240BC0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37163" y="3512600"/>
            <a:ext cx="2544726" cy="2452265"/>
          </a:xfrm>
          <a:prstGeom prst="roundRect">
            <a:avLst>
              <a:gd name="adj" fmla="val 9140"/>
            </a:avLst>
          </a:prstGeom>
        </p:spPr>
        <p:txBody>
          <a:bodyPr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25274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22" name="Picture Placeholder 4">
            <a:extLst>
              <a:ext uri="{FF2B5EF4-FFF2-40B4-BE49-F238E27FC236}">
                <a16:creationId xmlns:a16="http://schemas.microsoft.com/office/drawing/2014/main" id="{787993C6-EE85-57A4-5C4E-65099FBCBFA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137163" y="1900053"/>
            <a:ext cx="2544726" cy="1440000"/>
          </a:xfrm>
          <a:prstGeom prst="roundRect">
            <a:avLst>
              <a:gd name="adj" fmla="val 11498"/>
            </a:avLst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25274D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Icon/image</a:t>
            </a:r>
            <a:endParaRPr lang="en-IN"/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57F99002-B870-B0B6-59C2-52A062BF780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27355" y="3512600"/>
            <a:ext cx="2544726" cy="2452265"/>
          </a:xfrm>
          <a:prstGeom prst="roundRect">
            <a:avLst>
              <a:gd name="adj" fmla="val 9140"/>
            </a:avLst>
          </a:prstGeom>
        </p:spPr>
        <p:txBody>
          <a:bodyPr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25274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24" name="Picture Placeholder 4">
            <a:extLst>
              <a:ext uri="{FF2B5EF4-FFF2-40B4-BE49-F238E27FC236}">
                <a16:creationId xmlns:a16="http://schemas.microsoft.com/office/drawing/2014/main" id="{1EDAA4B0-ACFF-0278-ABBD-BECC87076AA6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827355" y="1900053"/>
            <a:ext cx="2544726" cy="1440000"/>
          </a:xfrm>
          <a:prstGeom prst="roundRect">
            <a:avLst>
              <a:gd name="adj" fmla="val 12237"/>
            </a:avLst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25274D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Icon/image</a:t>
            </a:r>
            <a:endParaRPr lang="en-IN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EA707556-DCF5-FB76-8D0C-444D780DD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AD18A2C6-8544-B1DE-CC9A-8FDB6A47E2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2E9CCA"/>
                </a:solidFill>
                <a:latin typeface="Montserrat" panose="00000500000000000000" pitchFamily="2" charset="0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754862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C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C8F28B-A019-48FE-8FE4-1E359369A454}"/>
              </a:ext>
            </a:extLst>
          </p:cNvPr>
          <p:cNvSpPr txBox="1"/>
          <p:nvPr userDrawn="1"/>
        </p:nvSpPr>
        <p:spPr>
          <a:xfrm>
            <a:off x="0" y="6858000"/>
            <a:ext cx="3531736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Quotes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1E2F8585-3C89-2D09-DC6F-B0E1F451EA7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71371" y="2528435"/>
            <a:ext cx="4805966" cy="2318328"/>
          </a:xfrm>
          <a:prstGeom prst="rect">
            <a:avLst/>
          </a:prstGeom>
        </p:spPr>
        <p:txBody>
          <a:bodyPr/>
          <a:lstStyle>
            <a:lvl1pPr marL="228611" indent="-228611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2E9CCA"/>
              </a:buClr>
              <a:buSzPct val="125000"/>
              <a:defRPr lang="en-US" sz="1800" b="0" kern="1200" dirty="0" smtClean="0">
                <a:solidFill>
                  <a:srgbClr val="25274D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  <a:lvl2pPr marL="474157" indent="-23178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0000"/>
              <a:buFont typeface="Arial" panose="020B0604020202020204" pitchFamily="34" charset="0"/>
              <a:buChar char="○"/>
              <a:defRPr sz="1867">
                <a:solidFill>
                  <a:schemeClr val="tx1"/>
                </a:solidFill>
                <a:latin typeface="+mn-lt"/>
              </a:defRPr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</a:lstStyle>
          <a:p>
            <a:pPr marL="242371" lvl="0" indent="-242371" algn="l" defTabSz="914446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/>
              <a:t>Quote</a:t>
            </a:r>
            <a:endParaRPr lang="en-IN"/>
          </a:p>
        </p:txBody>
      </p:sp>
      <p:grpSp>
        <p:nvGrpSpPr>
          <p:cNvPr id="17" name="Group 29">
            <a:extLst>
              <a:ext uri="{FF2B5EF4-FFF2-40B4-BE49-F238E27FC236}">
                <a16:creationId xmlns:a16="http://schemas.microsoft.com/office/drawing/2014/main" id="{D758CE2F-C77D-D143-9C32-F8BC30F19D7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6084333" y="2058194"/>
            <a:ext cx="5357668" cy="3637916"/>
            <a:chOff x="676" y="1349"/>
            <a:chExt cx="3564" cy="2420"/>
          </a:xfrm>
        </p:grpSpPr>
        <p:sp>
          <p:nvSpPr>
            <p:cNvPr id="18" name="Freeform 30">
              <a:extLst>
                <a:ext uri="{FF2B5EF4-FFF2-40B4-BE49-F238E27FC236}">
                  <a16:creationId xmlns:a16="http://schemas.microsoft.com/office/drawing/2014/main" id="{9D790D4B-DE54-77DC-E54D-0489BF7C3A64}"/>
                </a:ext>
              </a:extLst>
            </p:cNvPr>
            <p:cNvSpPr>
              <a:spLocks/>
            </p:cNvSpPr>
            <p:nvPr/>
          </p:nvSpPr>
          <p:spPr bwMode="auto">
            <a:xfrm>
              <a:off x="938" y="1349"/>
              <a:ext cx="169" cy="226"/>
            </a:xfrm>
            <a:custGeom>
              <a:avLst/>
              <a:gdLst>
                <a:gd name="T0" fmla="*/ 82 w 119"/>
                <a:gd name="T1" fmla="*/ 0 h 174"/>
                <a:gd name="T2" fmla="*/ 13 w 119"/>
                <a:gd name="T3" fmla="*/ 96 h 174"/>
                <a:gd name="T4" fmla="*/ 41 w 119"/>
                <a:gd name="T5" fmla="*/ 162 h 174"/>
                <a:gd name="T6" fmla="*/ 101 w 119"/>
                <a:gd name="T7" fmla="*/ 132 h 174"/>
                <a:gd name="T8" fmla="*/ 70 w 119"/>
                <a:gd name="T9" fmla="*/ 70 h 174"/>
                <a:gd name="T10" fmla="*/ 110 w 119"/>
                <a:gd name="T11" fmla="*/ 1 h 174"/>
                <a:gd name="T12" fmla="*/ 82 w 119"/>
                <a:gd name="T13" fmla="*/ 0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174">
                  <a:moveTo>
                    <a:pt x="82" y="0"/>
                  </a:moveTo>
                  <a:cubicBezTo>
                    <a:pt x="82" y="0"/>
                    <a:pt x="21" y="44"/>
                    <a:pt x="13" y="96"/>
                  </a:cubicBezTo>
                  <a:cubicBezTo>
                    <a:pt x="0" y="146"/>
                    <a:pt x="41" y="162"/>
                    <a:pt x="41" y="162"/>
                  </a:cubicBezTo>
                  <a:cubicBezTo>
                    <a:pt x="41" y="162"/>
                    <a:pt x="87" y="174"/>
                    <a:pt x="101" y="132"/>
                  </a:cubicBezTo>
                  <a:cubicBezTo>
                    <a:pt x="101" y="132"/>
                    <a:pt x="119" y="87"/>
                    <a:pt x="70" y="70"/>
                  </a:cubicBezTo>
                  <a:cubicBezTo>
                    <a:pt x="110" y="1"/>
                    <a:pt x="110" y="1"/>
                    <a:pt x="110" y="1"/>
                  </a:cubicBezTo>
                  <a:lnTo>
                    <a:pt x="82" y="0"/>
                  </a:lnTo>
                  <a:close/>
                </a:path>
              </a:pathLst>
            </a:custGeom>
            <a:solidFill>
              <a:srgbClr val="29648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Montserrat" panose="00000500000000000000" pitchFamily="2" charset="0"/>
              </a:endParaRPr>
            </a:p>
          </p:txBody>
        </p:sp>
        <p:sp>
          <p:nvSpPr>
            <p:cNvPr id="23" name="Freeform 31">
              <a:extLst>
                <a:ext uri="{FF2B5EF4-FFF2-40B4-BE49-F238E27FC236}">
                  <a16:creationId xmlns:a16="http://schemas.microsoft.com/office/drawing/2014/main" id="{EB81B1C5-838B-BCF0-F57E-6DF1D2B7B5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8" y="1349"/>
              <a:ext cx="170" cy="226"/>
            </a:xfrm>
            <a:custGeom>
              <a:avLst/>
              <a:gdLst>
                <a:gd name="T0" fmla="*/ 81 w 119"/>
                <a:gd name="T1" fmla="*/ 0 h 174"/>
                <a:gd name="T2" fmla="*/ 12 w 119"/>
                <a:gd name="T3" fmla="*/ 96 h 174"/>
                <a:gd name="T4" fmla="*/ 41 w 119"/>
                <a:gd name="T5" fmla="*/ 162 h 174"/>
                <a:gd name="T6" fmla="*/ 101 w 119"/>
                <a:gd name="T7" fmla="*/ 132 h 174"/>
                <a:gd name="T8" fmla="*/ 69 w 119"/>
                <a:gd name="T9" fmla="*/ 70 h 174"/>
                <a:gd name="T10" fmla="*/ 110 w 119"/>
                <a:gd name="T11" fmla="*/ 1 h 174"/>
                <a:gd name="T12" fmla="*/ 81 w 119"/>
                <a:gd name="T13" fmla="*/ 0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174">
                  <a:moveTo>
                    <a:pt x="81" y="0"/>
                  </a:moveTo>
                  <a:cubicBezTo>
                    <a:pt x="81" y="0"/>
                    <a:pt x="21" y="44"/>
                    <a:pt x="12" y="96"/>
                  </a:cubicBezTo>
                  <a:cubicBezTo>
                    <a:pt x="0" y="146"/>
                    <a:pt x="41" y="162"/>
                    <a:pt x="41" y="162"/>
                  </a:cubicBezTo>
                  <a:cubicBezTo>
                    <a:pt x="41" y="162"/>
                    <a:pt x="86" y="174"/>
                    <a:pt x="101" y="132"/>
                  </a:cubicBezTo>
                  <a:cubicBezTo>
                    <a:pt x="101" y="132"/>
                    <a:pt x="119" y="87"/>
                    <a:pt x="69" y="70"/>
                  </a:cubicBezTo>
                  <a:cubicBezTo>
                    <a:pt x="110" y="1"/>
                    <a:pt x="110" y="1"/>
                    <a:pt x="110" y="1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rgbClr val="29648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Montserrat" panose="00000500000000000000" pitchFamily="2" charset="0"/>
              </a:endParaRPr>
            </a:p>
          </p:txBody>
        </p:sp>
        <p:sp>
          <p:nvSpPr>
            <p:cNvPr id="24" name="Freeform 32">
              <a:extLst>
                <a:ext uri="{FF2B5EF4-FFF2-40B4-BE49-F238E27FC236}">
                  <a16:creationId xmlns:a16="http://schemas.microsoft.com/office/drawing/2014/main" id="{95DEF166-CFBF-C8EF-BD84-B354505C65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7" y="3301"/>
              <a:ext cx="169" cy="226"/>
            </a:xfrm>
            <a:custGeom>
              <a:avLst/>
              <a:gdLst>
                <a:gd name="T0" fmla="*/ 37 w 119"/>
                <a:gd name="T1" fmla="*/ 174 h 174"/>
                <a:gd name="T2" fmla="*/ 106 w 119"/>
                <a:gd name="T3" fmla="*/ 77 h 174"/>
                <a:gd name="T4" fmla="*/ 77 w 119"/>
                <a:gd name="T5" fmla="*/ 12 h 174"/>
                <a:gd name="T6" fmla="*/ 17 w 119"/>
                <a:gd name="T7" fmla="*/ 42 h 174"/>
                <a:gd name="T8" fmla="*/ 49 w 119"/>
                <a:gd name="T9" fmla="*/ 103 h 174"/>
                <a:gd name="T10" fmla="*/ 9 w 119"/>
                <a:gd name="T11" fmla="*/ 173 h 174"/>
                <a:gd name="T12" fmla="*/ 37 w 119"/>
                <a:gd name="T1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174">
                  <a:moveTo>
                    <a:pt x="37" y="174"/>
                  </a:moveTo>
                  <a:cubicBezTo>
                    <a:pt x="37" y="174"/>
                    <a:pt x="98" y="130"/>
                    <a:pt x="106" y="77"/>
                  </a:cubicBezTo>
                  <a:cubicBezTo>
                    <a:pt x="119" y="28"/>
                    <a:pt x="77" y="12"/>
                    <a:pt x="77" y="12"/>
                  </a:cubicBezTo>
                  <a:cubicBezTo>
                    <a:pt x="77" y="12"/>
                    <a:pt x="32" y="0"/>
                    <a:pt x="17" y="42"/>
                  </a:cubicBezTo>
                  <a:cubicBezTo>
                    <a:pt x="17" y="42"/>
                    <a:pt x="0" y="86"/>
                    <a:pt x="49" y="103"/>
                  </a:cubicBezTo>
                  <a:cubicBezTo>
                    <a:pt x="9" y="173"/>
                    <a:pt x="9" y="173"/>
                    <a:pt x="9" y="173"/>
                  </a:cubicBezTo>
                  <a:lnTo>
                    <a:pt x="37" y="174"/>
                  </a:lnTo>
                  <a:close/>
                </a:path>
              </a:pathLst>
            </a:custGeom>
            <a:solidFill>
              <a:srgbClr val="29648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Montserrat" panose="00000500000000000000" pitchFamily="2" charset="0"/>
              </a:endParaRPr>
            </a:p>
          </p:txBody>
        </p:sp>
        <p:sp>
          <p:nvSpPr>
            <p:cNvPr id="26" name="Freeform 33">
              <a:extLst>
                <a:ext uri="{FF2B5EF4-FFF2-40B4-BE49-F238E27FC236}">
                  <a16:creationId xmlns:a16="http://schemas.microsoft.com/office/drawing/2014/main" id="{7ED025E3-3D59-1316-4BCD-D428DEBA09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8" y="3301"/>
              <a:ext cx="170" cy="226"/>
            </a:xfrm>
            <a:custGeom>
              <a:avLst/>
              <a:gdLst>
                <a:gd name="T0" fmla="*/ 38 w 119"/>
                <a:gd name="T1" fmla="*/ 174 h 174"/>
                <a:gd name="T2" fmla="*/ 106 w 119"/>
                <a:gd name="T3" fmla="*/ 77 h 174"/>
                <a:gd name="T4" fmla="*/ 78 w 119"/>
                <a:gd name="T5" fmla="*/ 12 h 174"/>
                <a:gd name="T6" fmla="*/ 18 w 119"/>
                <a:gd name="T7" fmla="*/ 42 h 174"/>
                <a:gd name="T8" fmla="*/ 50 w 119"/>
                <a:gd name="T9" fmla="*/ 103 h 174"/>
                <a:gd name="T10" fmla="*/ 9 w 119"/>
                <a:gd name="T11" fmla="*/ 173 h 174"/>
                <a:gd name="T12" fmla="*/ 38 w 119"/>
                <a:gd name="T1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174">
                  <a:moveTo>
                    <a:pt x="38" y="174"/>
                  </a:moveTo>
                  <a:cubicBezTo>
                    <a:pt x="38" y="174"/>
                    <a:pt x="98" y="130"/>
                    <a:pt x="106" y="77"/>
                  </a:cubicBezTo>
                  <a:cubicBezTo>
                    <a:pt x="119" y="28"/>
                    <a:pt x="78" y="12"/>
                    <a:pt x="78" y="12"/>
                  </a:cubicBezTo>
                  <a:cubicBezTo>
                    <a:pt x="78" y="12"/>
                    <a:pt x="32" y="0"/>
                    <a:pt x="18" y="42"/>
                  </a:cubicBezTo>
                  <a:cubicBezTo>
                    <a:pt x="18" y="42"/>
                    <a:pt x="0" y="86"/>
                    <a:pt x="50" y="103"/>
                  </a:cubicBezTo>
                  <a:cubicBezTo>
                    <a:pt x="9" y="173"/>
                    <a:pt x="9" y="173"/>
                    <a:pt x="9" y="173"/>
                  </a:cubicBezTo>
                  <a:lnTo>
                    <a:pt x="38" y="174"/>
                  </a:lnTo>
                  <a:close/>
                </a:path>
              </a:pathLst>
            </a:custGeom>
            <a:solidFill>
              <a:srgbClr val="29648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Montserrat" panose="00000500000000000000" pitchFamily="2" charset="0"/>
              </a:endParaRPr>
            </a:p>
          </p:txBody>
        </p:sp>
        <p:sp>
          <p:nvSpPr>
            <p:cNvPr id="29" name="Freeform 34">
              <a:extLst>
                <a:ext uri="{FF2B5EF4-FFF2-40B4-BE49-F238E27FC236}">
                  <a16:creationId xmlns:a16="http://schemas.microsoft.com/office/drawing/2014/main" id="{97BDFF65-79B8-A2EE-F19B-7541ABA75E6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" y="1475"/>
              <a:ext cx="2924" cy="2294"/>
            </a:xfrm>
            <a:custGeom>
              <a:avLst/>
              <a:gdLst>
                <a:gd name="T0" fmla="*/ 122 w 1359"/>
                <a:gd name="T1" fmla="*/ 0 h 1414"/>
                <a:gd name="T2" fmla="*/ 70 w 1359"/>
                <a:gd name="T3" fmla="*/ 0 h 1414"/>
                <a:gd name="T4" fmla="*/ 0 w 1359"/>
                <a:gd name="T5" fmla="*/ 71 h 1414"/>
                <a:gd name="T6" fmla="*/ 0 w 1359"/>
                <a:gd name="T7" fmla="*/ 1062 h 1414"/>
                <a:gd name="T8" fmla="*/ 70 w 1359"/>
                <a:gd name="T9" fmla="*/ 1132 h 1414"/>
                <a:gd name="T10" fmla="*/ 393 w 1359"/>
                <a:gd name="T11" fmla="*/ 1132 h 1414"/>
                <a:gd name="T12" fmla="*/ 239 w 1359"/>
                <a:gd name="T13" fmla="*/ 1414 h 1414"/>
                <a:gd name="T14" fmla="*/ 652 w 1359"/>
                <a:gd name="T15" fmla="*/ 1132 h 1414"/>
                <a:gd name="T16" fmla="*/ 1359 w 1359"/>
                <a:gd name="T17" fmla="*/ 1132 h 1414"/>
                <a:gd name="connsiteX0" fmla="*/ 898 w 12453"/>
                <a:gd name="connsiteY0" fmla="*/ 0 h 10000"/>
                <a:gd name="connsiteX1" fmla="*/ 515 w 12453"/>
                <a:gd name="connsiteY1" fmla="*/ 0 h 10000"/>
                <a:gd name="connsiteX2" fmla="*/ 0 w 12453"/>
                <a:gd name="connsiteY2" fmla="*/ 502 h 10000"/>
                <a:gd name="connsiteX3" fmla="*/ 0 w 12453"/>
                <a:gd name="connsiteY3" fmla="*/ 7511 h 10000"/>
                <a:gd name="connsiteX4" fmla="*/ 515 w 12453"/>
                <a:gd name="connsiteY4" fmla="*/ 8006 h 10000"/>
                <a:gd name="connsiteX5" fmla="*/ 2892 w 12453"/>
                <a:gd name="connsiteY5" fmla="*/ 8006 h 10000"/>
                <a:gd name="connsiteX6" fmla="*/ 1759 w 12453"/>
                <a:gd name="connsiteY6" fmla="*/ 10000 h 10000"/>
                <a:gd name="connsiteX7" fmla="*/ 4798 w 12453"/>
                <a:gd name="connsiteY7" fmla="*/ 8006 h 10000"/>
                <a:gd name="connsiteX8" fmla="*/ 12453 w 12453"/>
                <a:gd name="connsiteY8" fmla="*/ 8006 h 10000"/>
                <a:gd name="connsiteX0" fmla="*/ 898 w 12453"/>
                <a:gd name="connsiteY0" fmla="*/ 0 h 9394"/>
                <a:gd name="connsiteX1" fmla="*/ 515 w 12453"/>
                <a:gd name="connsiteY1" fmla="*/ 0 h 9394"/>
                <a:gd name="connsiteX2" fmla="*/ 0 w 12453"/>
                <a:gd name="connsiteY2" fmla="*/ 502 h 9394"/>
                <a:gd name="connsiteX3" fmla="*/ 0 w 12453"/>
                <a:gd name="connsiteY3" fmla="*/ 7511 h 9394"/>
                <a:gd name="connsiteX4" fmla="*/ 515 w 12453"/>
                <a:gd name="connsiteY4" fmla="*/ 8006 h 9394"/>
                <a:gd name="connsiteX5" fmla="*/ 2892 w 12453"/>
                <a:gd name="connsiteY5" fmla="*/ 8006 h 9394"/>
                <a:gd name="connsiteX6" fmla="*/ 2364 w 12453"/>
                <a:gd name="connsiteY6" fmla="*/ 9394 h 9394"/>
                <a:gd name="connsiteX7" fmla="*/ 4798 w 12453"/>
                <a:gd name="connsiteY7" fmla="*/ 8006 h 9394"/>
                <a:gd name="connsiteX8" fmla="*/ 12453 w 12453"/>
                <a:gd name="connsiteY8" fmla="*/ 8006 h 9394"/>
                <a:gd name="connsiteX0" fmla="*/ 721 w 10000"/>
                <a:gd name="connsiteY0" fmla="*/ 0 h 10000"/>
                <a:gd name="connsiteX1" fmla="*/ 414 w 10000"/>
                <a:gd name="connsiteY1" fmla="*/ 0 h 10000"/>
                <a:gd name="connsiteX2" fmla="*/ 0 w 10000"/>
                <a:gd name="connsiteY2" fmla="*/ 534 h 10000"/>
                <a:gd name="connsiteX3" fmla="*/ 0 w 10000"/>
                <a:gd name="connsiteY3" fmla="*/ 7996 h 10000"/>
                <a:gd name="connsiteX4" fmla="*/ 414 w 10000"/>
                <a:gd name="connsiteY4" fmla="*/ 8522 h 10000"/>
                <a:gd name="connsiteX5" fmla="*/ 2322 w 10000"/>
                <a:gd name="connsiteY5" fmla="*/ 8522 h 10000"/>
                <a:gd name="connsiteX6" fmla="*/ 1898 w 10000"/>
                <a:gd name="connsiteY6" fmla="*/ 10000 h 10000"/>
                <a:gd name="connsiteX7" fmla="*/ 3853 w 10000"/>
                <a:gd name="connsiteY7" fmla="*/ 8522 h 10000"/>
                <a:gd name="connsiteX8" fmla="*/ 10000 w 10000"/>
                <a:gd name="connsiteY8" fmla="*/ 8522 h 10000"/>
                <a:gd name="connsiteX0" fmla="*/ 721 w 10000"/>
                <a:gd name="connsiteY0" fmla="*/ 0 h 10000"/>
                <a:gd name="connsiteX1" fmla="*/ 414 w 10000"/>
                <a:gd name="connsiteY1" fmla="*/ 0 h 10000"/>
                <a:gd name="connsiteX2" fmla="*/ 0 w 10000"/>
                <a:gd name="connsiteY2" fmla="*/ 534 h 10000"/>
                <a:gd name="connsiteX3" fmla="*/ 0 w 10000"/>
                <a:gd name="connsiteY3" fmla="*/ 7996 h 10000"/>
                <a:gd name="connsiteX4" fmla="*/ 414 w 10000"/>
                <a:gd name="connsiteY4" fmla="*/ 8522 h 10000"/>
                <a:gd name="connsiteX5" fmla="*/ 2322 w 10000"/>
                <a:gd name="connsiteY5" fmla="*/ 8522 h 10000"/>
                <a:gd name="connsiteX6" fmla="*/ 1898 w 10000"/>
                <a:gd name="connsiteY6" fmla="*/ 10000 h 10000"/>
                <a:gd name="connsiteX7" fmla="*/ 3853 w 10000"/>
                <a:gd name="connsiteY7" fmla="*/ 8522 h 10000"/>
                <a:gd name="connsiteX8" fmla="*/ 10000 w 10000"/>
                <a:gd name="connsiteY8" fmla="*/ 8522 h 10000"/>
                <a:gd name="connsiteX0" fmla="*/ 721 w 10000"/>
                <a:gd name="connsiteY0" fmla="*/ 0 h 10000"/>
                <a:gd name="connsiteX1" fmla="*/ 414 w 10000"/>
                <a:gd name="connsiteY1" fmla="*/ 0 h 10000"/>
                <a:gd name="connsiteX2" fmla="*/ 0 w 10000"/>
                <a:gd name="connsiteY2" fmla="*/ 534 h 10000"/>
                <a:gd name="connsiteX3" fmla="*/ 0 w 10000"/>
                <a:gd name="connsiteY3" fmla="*/ 7996 h 10000"/>
                <a:gd name="connsiteX4" fmla="*/ 414 w 10000"/>
                <a:gd name="connsiteY4" fmla="*/ 8522 h 10000"/>
                <a:gd name="connsiteX5" fmla="*/ 2322 w 10000"/>
                <a:gd name="connsiteY5" fmla="*/ 8522 h 10000"/>
                <a:gd name="connsiteX6" fmla="*/ 1898 w 10000"/>
                <a:gd name="connsiteY6" fmla="*/ 10000 h 10000"/>
                <a:gd name="connsiteX7" fmla="*/ 3853 w 10000"/>
                <a:gd name="connsiteY7" fmla="*/ 8522 h 10000"/>
                <a:gd name="connsiteX8" fmla="*/ 10000 w 10000"/>
                <a:gd name="connsiteY8" fmla="*/ 8522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000" h="10000">
                  <a:moveTo>
                    <a:pt x="721" y="0"/>
                  </a:moveTo>
                  <a:lnTo>
                    <a:pt x="414" y="0"/>
                  </a:lnTo>
                  <a:cubicBezTo>
                    <a:pt x="183" y="0"/>
                    <a:pt x="0" y="241"/>
                    <a:pt x="0" y="534"/>
                  </a:cubicBezTo>
                  <a:lnTo>
                    <a:pt x="0" y="7996"/>
                  </a:lnTo>
                  <a:cubicBezTo>
                    <a:pt x="0" y="8288"/>
                    <a:pt x="183" y="8522"/>
                    <a:pt x="414" y="8522"/>
                  </a:cubicBezTo>
                  <a:lnTo>
                    <a:pt x="2322" y="8522"/>
                  </a:lnTo>
                  <a:cubicBezTo>
                    <a:pt x="2323" y="8523"/>
                    <a:pt x="2040" y="9507"/>
                    <a:pt x="1898" y="10000"/>
                  </a:cubicBezTo>
                  <a:lnTo>
                    <a:pt x="3853" y="8522"/>
                  </a:lnTo>
                  <a:lnTo>
                    <a:pt x="10000" y="8522"/>
                  </a:lnTo>
                </a:path>
              </a:pathLst>
            </a:custGeom>
            <a:noFill/>
            <a:ln w="50800" cap="rnd">
              <a:solidFill>
                <a:srgbClr val="29648A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rgbClr val="2E9CCA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30" name="Freeform 35">
              <a:extLst>
                <a:ext uri="{FF2B5EF4-FFF2-40B4-BE49-F238E27FC236}">
                  <a16:creationId xmlns:a16="http://schemas.microsoft.com/office/drawing/2014/main" id="{7CEE3CFF-CA47-F64E-71C6-B8B1054C34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0" y="1475"/>
              <a:ext cx="2880" cy="1955"/>
            </a:xfrm>
            <a:custGeom>
              <a:avLst/>
              <a:gdLst>
                <a:gd name="T0" fmla="*/ 1241 w 1346"/>
                <a:gd name="T1" fmla="*/ 1132 h 1132"/>
                <a:gd name="T2" fmla="*/ 1276 w 1346"/>
                <a:gd name="T3" fmla="*/ 1132 h 1132"/>
                <a:gd name="T4" fmla="*/ 1346 w 1346"/>
                <a:gd name="T5" fmla="*/ 1062 h 1132"/>
                <a:gd name="T6" fmla="*/ 1346 w 1346"/>
                <a:gd name="T7" fmla="*/ 71 h 1132"/>
                <a:gd name="T8" fmla="*/ 1276 w 1346"/>
                <a:gd name="T9" fmla="*/ 0 h 1132"/>
                <a:gd name="T10" fmla="*/ 0 w 1346"/>
                <a:gd name="T11" fmla="*/ 0 h 1132"/>
                <a:gd name="connsiteX0" fmla="*/ 11343 w 12123"/>
                <a:gd name="connsiteY0" fmla="*/ 10000 h 10000"/>
                <a:gd name="connsiteX1" fmla="*/ 11603 w 12123"/>
                <a:gd name="connsiteY1" fmla="*/ 10000 h 10000"/>
                <a:gd name="connsiteX2" fmla="*/ 12123 w 12123"/>
                <a:gd name="connsiteY2" fmla="*/ 9382 h 10000"/>
                <a:gd name="connsiteX3" fmla="*/ 12123 w 12123"/>
                <a:gd name="connsiteY3" fmla="*/ 627 h 10000"/>
                <a:gd name="connsiteX4" fmla="*/ 11603 w 12123"/>
                <a:gd name="connsiteY4" fmla="*/ 0 h 10000"/>
                <a:gd name="connsiteX5" fmla="*/ 0 w 12123"/>
                <a:gd name="connsiteY5" fmla="*/ 47 h 10000"/>
                <a:gd name="connsiteX0" fmla="*/ 11601 w 12381"/>
                <a:gd name="connsiteY0" fmla="*/ 10000 h 10000"/>
                <a:gd name="connsiteX1" fmla="*/ 11861 w 12381"/>
                <a:gd name="connsiteY1" fmla="*/ 10000 h 10000"/>
                <a:gd name="connsiteX2" fmla="*/ 12381 w 12381"/>
                <a:gd name="connsiteY2" fmla="*/ 9382 h 10000"/>
                <a:gd name="connsiteX3" fmla="*/ 12381 w 12381"/>
                <a:gd name="connsiteY3" fmla="*/ 627 h 10000"/>
                <a:gd name="connsiteX4" fmla="*/ 11861 w 12381"/>
                <a:gd name="connsiteY4" fmla="*/ 0 h 10000"/>
                <a:gd name="connsiteX5" fmla="*/ 0 w 12381"/>
                <a:gd name="connsiteY5" fmla="*/ 47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381" h="10000">
                  <a:moveTo>
                    <a:pt x="11601" y="10000"/>
                  </a:moveTo>
                  <a:lnTo>
                    <a:pt x="11861" y="10000"/>
                  </a:lnTo>
                  <a:cubicBezTo>
                    <a:pt x="12151" y="10000"/>
                    <a:pt x="12381" y="9726"/>
                    <a:pt x="12381" y="9382"/>
                  </a:cubicBezTo>
                  <a:lnTo>
                    <a:pt x="12381" y="627"/>
                  </a:lnTo>
                  <a:cubicBezTo>
                    <a:pt x="12381" y="283"/>
                    <a:pt x="12151" y="0"/>
                    <a:pt x="11861" y="0"/>
                  </a:cubicBezTo>
                  <a:lnTo>
                    <a:pt x="0" y="47"/>
                  </a:lnTo>
                </a:path>
              </a:pathLst>
            </a:custGeom>
            <a:noFill/>
            <a:ln w="50800" cap="rnd">
              <a:solidFill>
                <a:srgbClr val="29648A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Montserrat" panose="00000500000000000000" pitchFamily="2" charset="0"/>
              </a:endParaRPr>
            </a:p>
          </p:txBody>
        </p:sp>
      </p:grp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EB2D5514-68FA-24AF-514D-C592D9134038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49998" y="2058192"/>
            <a:ext cx="4948279" cy="3690197"/>
          </a:xfrm>
          <a:prstGeom prst="roundRect">
            <a:avLst>
              <a:gd name="adj" fmla="val 5992"/>
            </a:avLst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F5F5F5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Icon</a:t>
            </a:r>
            <a:endParaRPr lang="en-IN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A83EFF81-2112-4C73-5B0A-99C942195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AA90C228-7093-437C-77C5-030C276720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2E9CCA"/>
                </a:solidFill>
                <a:latin typeface="Montserrat" panose="00000500000000000000" pitchFamily="2" charset="0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327109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D_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C8F28B-A019-48FE-8FE4-1E359369A454}"/>
              </a:ext>
            </a:extLst>
          </p:cNvPr>
          <p:cNvSpPr txBox="1"/>
          <p:nvPr userDrawn="1"/>
        </p:nvSpPr>
        <p:spPr>
          <a:xfrm>
            <a:off x="0" y="6858000"/>
            <a:ext cx="3725700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Question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01E354DD-8A2B-99EF-4EDA-AD332F4AD26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909263" y="2669460"/>
            <a:ext cx="4034337" cy="280490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aseline="0">
                <a:solidFill>
                  <a:srgbClr val="25274D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marL="0" marR="0" lvl="0" indent="0" algn="ctr" defTabSz="91444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Question?</a:t>
            </a:r>
          </a:p>
        </p:txBody>
      </p:sp>
      <p:pic>
        <p:nvPicPr>
          <p:cNvPr id="6" name="Graphic 5" descr="Badge Question Mark with solid fill">
            <a:extLst>
              <a:ext uri="{FF2B5EF4-FFF2-40B4-BE49-F238E27FC236}">
                <a16:creationId xmlns:a16="http://schemas.microsoft.com/office/drawing/2014/main" id="{EFA3CD5E-5B5C-AECB-72F3-CE5CFE94E6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1648" y="3548481"/>
            <a:ext cx="991202" cy="991202"/>
          </a:xfrm>
          <a:prstGeom prst="rect">
            <a:avLst/>
          </a:prstGeom>
        </p:spPr>
      </p:pic>
      <p:sp>
        <p:nvSpPr>
          <p:cNvPr id="19" name="Freeform 14">
            <a:extLst>
              <a:ext uri="{FF2B5EF4-FFF2-40B4-BE49-F238E27FC236}">
                <a16:creationId xmlns:a16="http://schemas.microsoft.com/office/drawing/2014/main" id="{0DBE1CC4-09E1-32FD-535A-AF86B95AFE7A}"/>
              </a:ext>
            </a:extLst>
          </p:cNvPr>
          <p:cNvSpPr>
            <a:spLocks/>
          </p:cNvSpPr>
          <p:nvPr userDrawn="1"/>
        </p:nvSpPr>
        <p:spPr bwMode="auto">
          <a:xfrm>
            <a:off x="1283436" y="2192572"/>
            <a:ext cx="217049" cy="324244"/>
          </a:xfrm>
          <a:custGeom>
            <a:avLst/>
            <a:gdLst>
              <a:gd name="T0" fmla="*/ 82 w 119"/>
              <a:gd name="T1" fmla="*/ 0 h 174"/>
              <a:gd name="T2" fmla="*/ 13 w 119"/>
              <a:gd name="T3" fmla="*/ 96 h 174"/>
              <a:gd name="T4" fmla="*/ 41 w 119"/>
              <a:gd name="T5" fmla="*/ 162 h 174"/>
              <a:gd name="T6" fmla="*/ 101 w 119"/>
              <a:gd name="T7" fmla="*/ 132 h 174"/>
              <a:gd name="T8" fmla="*/ 70 w 119"/>
              <a:gd name="T9" fmla="*/ 70 h 174"/>
              <a:gd name="T10" fmla="*/ 110 w 119"/>
              <a:gd name="T11" fmla="*/ 1 h 174"/>
              <a:gd name="T12" fmla="*/ 82 w 119"/>
              <a:gd name="T13" fmla="*/ 0 h 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9" h="174">
                <a:moveTo>
                  <a:pt x="82" y="0"/>
                </a:moveTo>
                <a:cubicBezTo>
                  <a:pt x="82" y="0"/>
                  <a:pt x="21" y="44"/>
                  <a:pt x="13" y="96"/>
                </a:cubicBezTo>
                <a:cubicBezTo>
                  <a:pt x="0" y="146"/>
                  <a:pt x="41" y="162"/>
                  <a:pt x="41" y="162"/>
                </a:cubicBezTo>
                <a:cubicBezTo>
                  <a:pt x="41" y="162"/>
                  <a:pt x="87" y="174"/>
                  <a:pt x="101" y="132"/>
                </a:cubicBezTo>
                <a:cubicBezTo>
                  <a:pt x="101" y="132"/>
                  <a:pt x="119" y="87"/>
                  <a:pt x="70" y="70"/>
                </a:cubicBezTo>
                <a:cubicBezTo>
                  <a:pt x="110" y="1"/>
                  <a:pt x="110" y="1"/>
                  <a:pt x="110" y="1"/>
                </a:cubicBezTo>
                <a:lnTo>
                  <a:pt x="82" y="0"/>
                </a:lnTo>
                <a:close/>
              </a:path>
            </a:pathLst>
          </a:custGeom>
          <a:solidFill>
            <a:srgbClr val="29648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800">
              <a:latin typeface="+mn-lt"/>
            </a:endParaRPr>
          </a:p>
        </p:txBody>
      </p:sp>
      <p:sp>
        <p:nvSpPr>
          <p:cNvPr id="29" name="Freeform 15">
            <a:extLst>
              <a:ext uri="{FF2B5EF4-FFF2-40B4-BE49-F238E27FC236}">
                <a16:creationId xmlns:a16="http://schemas.microsoft.com/office/drawing/2014/main" id="{E8C27CE6-8334-C262-E3B9-3DD363F7DCE1}"/>
              </a:ext>
            </a:extLst>
          </p:cNvPr>
          <p:cNvSpPr>
            <a:spLocks/>
          </p:cNvSpPr>
          <p:nvPr userDrawn="1"/>
        </p:nvSpPr>
        <p:spPr bwMode="auto">
          <a:xfrm>
            <a:off x="1546898" y="2192572"/>
            <a:ext cx="217049" cy="324244"/>
          </a:xfrm>
          <a:custGeom>
            <a:avLst/>
            <a:gdLst>
              <a:gd name="T0" fmla="*/ 81 w 119"/>
              <a:gd name="T1" fmla="*/ 0 h 174"/>
              <a:gd name="T2" fmla="*/ 12 w 119"/>
              <a:gd name="T3" fmla="*/ 96 h 174"/>
              <a:gd name="T4" fmla="*/ 41 w 119"/>
              <a:gd name="T5" fmla="*/ 162 h 174"/>
              <a:gd name="T6" fmla="*/ 101 w 119"/>
              <a:gd name="T7" fmla="*/ 132 h 174"/>
              <a:gd name="T8" fmla="*/ 69 w 119"/>
              <a:gd name="T9" fmla="*/ 70 h 174"/>
              <a:gd name="T10" fmla="*/ 110 w 119"/>
              <a:gd name="T11" fmla="*/ 1 h 174"/>
              <a:gd name="T12" fmla="*/ 81 w 119"/>
              <a:gd name="T13" fmla="*/ 0 h 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9" h="174">
                <a:moveTo>
                  <a:pt x="81" y="0"/>
                </a:moveTo>
                <a:cubicBezTo>
                  <a:pt x="81" y="0"/>
                  <a:pt x="21" y="44"/>
                  <a:pt x="12" y="96"/>
                </a:cubicBezTo>
                <a:cubicBezTo>
                  <a:pt x="0" y="146"/>
                  <a:pt x="41" y="162"/>
                  <a:pt x="41" y="162"/>
                </a:cubicBezTo>
                <a:cubicBezTo>
                  <a:pt x="41" y="162"/>
                  <a:pt x="86" y="174"/>
                  <a:pt x="101" y="132"/>
                </a:cubicBezTo>
                <a:cubicBezTo>
                  <a:pt x="101" y="132"/>
                  <a:pt x="119" y="87"/>
                  <a:pt x="69" y="70"/>
                </a:cubicBezTo>
                <a:cubicBezTo>
                  <a:pt x="110" y="1"/>
                  <a:pt x="110" y="1"/>
                  <a:pt x="110" y="1"/>
                </a:cubicBezTo>
                <a:lnTo>
                  <a:pt x="81" y="0"/>
                </a:lnTo>
                <a:close/>
              </a:path>
            </a:pathLst>
          </a:custGeom>
          <a:solidFill>
            <a:srgbClr val="29648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800">
              <a:latin typeface="+mn-lt"/>
            </a:endParaRPr>
          </a:p>
        </p:txBody>
      </p:sp>
      <p:sp>
        <p:nvSpPr>
          <p:cNvPr id="30" name="Freeform 16">
            <a:extLst>
              <a:ext uri="{FF2B5EF4-FFF2-40B4-BE49-F238E27FC236}">
                <a16:creationId xmlns:a16="http://schemas.microsoft.com/office/drawing/2014/main" id="{8206DC8F-522B-C21C-B37E-46DAACABE952}"/>
              </a:ext>
            </a:extLst>
          </p:cNvPr>
          <p:cNvSpPr>
            <a:spLocks/>
          </p:cNvSpPr>
          <p:nvPr userDrawn="1"/>
        </p:nvSpPr>
        <p:spPr bwMode="auto">
          <a:xfrm>
            <a:off x="5527379" y="5586267"/>
            <a:ext cx="218414" cy="324244"/>
          </a:xfrm>
          <a:custGeom>
            <a:avLst/>
            <a:gdLst>
              <a:gd name="T0" fmla="*/ 37 w 119"/>
              <a:gd name="T1" fmla="*/ 174 h 174"/>
              <a:gd name="T2" fmla="*/ 106 w 119"/>
              <a:gd name="T3" fmla="*/ 77 h 174"/>
              <a:gd name="T4" fmla="*/ 77 w 119"/>
              <a:gd name="T5" fmla="*/ 12 h 174"/>
              <a:gd name="T6" fmla="*/ 17 w 119"/>
              <a:gd name="T7" fmla="*/ 42 h 174"/>
              <a:gd name="T8" fmla="*/ 49 w 119"/>
              <a:gd name="T9" fmla="*/ 103 h 174"/>
              <a:gd name="T10" fmla="*/ 9 w 119"/>
              <a:gd name="T11" fmla="*/ 173 h 174"/>
              <a:gd name="T12" fmla="*/ 37 w 119"/>
              <a:gd name="T13" fmla="*/ 174 h 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9" h="174">
                <a:moveTo>
                  <a:pt x="37" y="174"/>
                </a:moveTo>
                <a:cubicBezTo>
                  <a:pt x="37" y="174"/>
                  <a:pt x="98" y="130"/>
                  <a:pt x="106" y="77"/>
                </a:cubicBezTo>
                <a:cubicBezTo>
                  <a:pt x="119" y="28"/>
                  <a:pt x="77" y="12"/>
                  <a:pt x="77" y="12"/>
                </a:cubicBezTo>
                <a:cubicBezTo>
                  <a:pt x="77" y="12"/>
                  <a:pt x="32" y="0"/>
                  <a:pt x="17" y="42"/>
                </a:cubicBezTo>
                <a:cubicBezTo>
                  <a:pt x="17" y="42"/>
                  <a:pt x="0" y="86"/>
                  <a:pt x="49" y="103"/>
                </a:cubicBezTo>
                <a:cubicBezTo>
                  <a:pt x="9" y="173"/>
                  <a:pt x="9" y="173"/>
                  <a:pt x="9" y="173"/>
                </a:cubicBezTo>
                <a:lnTo>
                  <a:pt x="37" y="174"/>
                </a:lnTo>
                <a:close/>
              </a:path>
            </a:pathLst>
          </a:custGeom>
          <a:solidFill>
            <a:srgbClr val="29648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800">
              <a:latin typeface="+mn-lt"/>
            </a:endParaRPr>
          </a:p>
        </p:txBody>
      </p:sp>
      <p:sp>
        <p:nvSpPr>
          <p:cNvPr id="31" name="Freeform 17">
            <a:extLst>
              <a:ext uri="{FF2B5EF4-FFF2-40B4-BE49-F238E27FC236}">
                <a16:creationId xmlns:a16="http://schemas.microsoft.com/office/drawing/2014/main" id="{EF08CA49-199C-9351-24B0-9986F600C17E}"/>
              </a:ext>
            </a:extLst>
          </p:cNvPr>
          <p:cNvSpPr>
            <a:spLocks/>
          </p:cNvSpPr>
          <p:nvPr userDrawn="1"/>
        </p:nvSpPr>
        <p:spPr bwMode="auto">
          <a:xfrm>
            <a:off x="5265282" y="5586267"/>
            <a:ext cx="217049" cy="324244"/>
          </a:xfrm>
          <a:custGeom>
            <a:avLst/>
            <a:gdLst>
              <a:gd name="T0" fmla="*/ 38 w 119"/>
              <a:gd name="T1" fmla="*/ 174 h 174"/>
              <a:gd name="T2" fmla="*/ 106 w 119"/>
              <a:gd name="T3" fmla="*/ 77 h 174"/>
              <a:gd name="T4" fmla="*/ 78 w 119"/>
              <a:gd name="T5" fmla="*/ 12 h 174"/>
              <a:gd name="T6" fmla="*/ 18 w 119"/>
              <a:gd name="T7" fmla="*/ 42 h 174"/>
              <a:gd name="T8" fmla="*/ 50 w 119"/>
              <a:gd name="T9" fmla="*/ 103 h 174"/>
              <a:gd name="T10" fmla="*/ 9 w 119"/>
              <a:gd name="T11" fmla="*/ 173 h 174"/>
              <a:gd name="T12" fmla="*/ 38 w 119"/>
              <a:gd name="T13" fmla="*/ 174 h 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9" h="174">
                <a:moveTo>
                  <a:pt x="38" y="174"/>
                </a:moveTo>
                <a:cubicBezTo>
                  <a:pt x="38" y="174"/>
                  <a:pt x="98" y="130"/>
                  <a:pt x="106" y="77"/>
                </a:cubicBezTo>
                <a:cubicBezTo>
                  <a:pt x="119" y="28"/>
                  <a:pt x="78" y="12"/>
                  <a:pt x="78" y="12"/>
                </a:cubicBezTo>
                <a:cubicBezTo>
                  <a:pt x="78" y="12"/>
                  <a:pt x="32" y="0"/>
                  <a:pt x="18" y="42"/>
                </a:cubicBezTo>
                <a:cubicBezTo>
                  <a:pt x="18" y="42"/>
                  <a:pt x="0" y="86"/>
                  <a:pt x="50" y="103"/>
                </a:cubicBezTo>
                <a:cubicBezTo>
                  <a:pt x="9" y="173"/>
                  <a:pt x="9" y="173"/>
                  <a:pt x="9" y="173"/>
                </a:cubicBezTo>
                <a:lnTo>
                  <a:pt x="38" y="174"/>
                </a:lnTo>
                <a:close/>
              </a:path>
            </a:pathLst>
          </a:custGeom>
          <a:solidFill>
            <a:srgbClr val="29648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800">
              <a:latin typeface="+mn-lt"/>
            </a:endParaRPr>
          </a:p>
        </p:txBody>
      </p:sp>
      <p:sp>
        <p:nvSpPr>
          <p:cNvPr id="32" name="Freeform 18">
            <a:extLst>
              <a:ext uri="{FF2B5EF4-FFF2-40B4-BE49-F238E27FC236}">
                <a16:creationId xmlns:a16="http://schemas.microsoft.com/office/drawing/2014/main" id="{AF0AA9F3-A914-7E75-AAC1-8066A7FC7BF6}"/>
              </a:ext>
            </a:extLst>
          </p:cNvPr>
          <p:cNvSpPr>
            <a:spLocks/>
          </p:cNvSpPr>
          <p:nvPr userDrawn="1"/>
        </p:nvSpPr>
        <p:spPr bwMode="auto">
          <a:xfrm>
            <a:off x="782421" y="2355050"/>
            <a:ext cx="4337545" cy="3393339"/>
          </a:xfrm>
          <a:custGeom>
            <a:avLst/>
            <a:gdLst>
              <a:gd name="T0" fmla="*/ 122 w 1359"/>
              <a:gd name="T1" fmla="*/ 0 h 688"/>
              <a:gd name="T2" fmla="*/ 70 w 1359"/>
              <a:gd name="T3" fmla="*/ 0 h 688"/>
              <a:gd name="T4" fmla="*/ 0 w 1359"/>
              <a:gd name="T5" fmla="*/ 71 h 688"/>
              <a:gd name="T6" fmla="*/ 0 w 1359"/>
              <a:gd name="T7" fmla="*/ 618 h 688"/>
              <a:gd name="T8" fmla="*/ 70 w 1359"/>
              <a:gd name="T9" fmla="*/ 688 h 688"/>
              <a:gd name="T10" fmla="*/ 393 w 1359"/>
              <a:gd name="T11" fmla="*/ 688 h 688"/>
              <a:gd name="T12" fmla="*/ 652 w 1359"/>
              <a:gd name="T13" fmla="*/ 688 h 688"/>
              <a:gd name="T14" fmla="*/ 1359 w 1359"/>
              <a:gd name="T15" fmla="*/ 688 h 688"/>
              <a:gd name="connsiteX0" fmla="*/ 898 w 10520"/>
              <a:gd name="connsiteY0" fmla="*/ 0 h 10000"/>
              <a:gd name="connsiteX1" fmla="*/ 515 w 10520"/>
              <a:gd name="connsiteY1" fmla="*/ 0 h 10000"/>
              <a:gd name="connsiteX2" fmla="*/ 0 w 10520"/>
              <a:gd name="connsiteY2" fmla="*/ 1032 h 10000"/>
              <a:gd name="connsiteX3" fmla="*/ 0 w 10520"/>
              <a:gd name="connsiteY3" fmla="*/ 8983 h 10000"/>
              <a:gd name="connsiteX4" fmla="*/ 515 w 10520"/>
              <a:gd name="connsiteY4" fmla="*/ 10000 h 10000"/>
              <a:gd name="connsiteX5" fmla="*/ 2892 w 10520"/>
              <a:gd name="connsiteY5" fmla="*/ 10000 h 10000"/>
              <a:gd name="connsiteX6" fmla="*/ 4798 w 10520"/>
              <a:gd name="connsiteY6" fmla="*/ 10000 h 10000"/>
              <a:gd name="connsiteX7" fmla="*/ 10520 w 10520"/>
              <a:gd name="connsiteY7" fmla="*/ 10000 h 10000"/>
              <a:gd name="connsiteX0" fmla="*/ 898 w 4798"/>
              <a:gd name="connsiteY0" fmla="*/ 0 h 10000"/>
              <a:gd name="connsiteX1" fmla="*/ 515 w 4798"/>
              <a:gd name="connsiteY1" fmla="*/ 0 h 10000"/>
              <a:gd name="connsiteX2" fmla="*/ 0 w 4798"/>
              <a:gd name="connsiteY2" fmla="*/ 1032 h 10000"/>
              <a:gd name="connsiteX3" fmla="*/ 0 w 4798"/>
              <a:gd name="connsiteY3" fmla="*/ 8983 h 10000"/>
              <a:gd name="connsiteX4" fmla="*/ 515 w 4798"/>
              <a:gd name="connsiteY4" fmla="*/ 10000 h 10000"/>
              <a:gd name="connsiteX5" fmla="*/ 2892 w 4798"/>
              <a:gd name="connsiteY5" fmla="*/ 10000 h 10000"/>
              <a:gd name="connsiteX6" fmla="*/ 4798 w 4798"/>
              <a:gd name="connsiteY6" fmla="*/ 10000 h 10000"/>
              <a:gd name="connsiteX0" fmla="*/ 1872 w 20575"/>
              <a:gd name="connsiteY0" fmla="*/ 0 h 10000"/>
              <a:gd name="connsiteX1" fmla="*/ 1073 w 20575"/>
              <a:gd name="connsiteY1" fmla="*/ 0 h 10000"/>
              <a:gd name="connsiteX2" fmla="*/ 0 w 20575"/>
              <a:gd name="connsiteY2" fmla="*/ 1032 h 10000"/>
              <a:gd name="connsiteX3" fmla="*/ 0 w 20575"/>
              <a:gd name="connsiteY3" fmla="*/ 8983 h 10000"/>
              <a:gd name="connsiteX4" fmla="*/ 1073 w 20575"/>
              <a:gd name="connsiteY4" fmla="*/ 10000 h 10000"/>
              <a:gd name="connsiteX5" fmla="*/ 6028 w 20575"/>
              <a:gd name="connsiteY5" fmla="*/ 10000 h 10000"/>
              <a:gd name="connsiteX6" fmla="*/ 20575 w 20575"/>
              <a:gd name="connsiteY6" fmla="*/ 9952 h 10000"/>
              <a:gd name="connsiteX0" fmla="*/ 1872 w 20575"/>
              <a:gd name="connsiteY0" fmla="*/ 0 h 10096"/>
              <a:gd name="connsiteX1" fmla="*/ 1073 w 20575"/>
              <a:gd name="connsiteY1" fmla="*/ 0 h 10096"/>
              <a:gd name="connsiteX2" fmla="*/ 0 w 20575"/>
              <a:gd name="connsiteY2" fmla="*/ 1032 h 10096"/>
              <a:gd name="connsiteX3" fmla="*/ 0 w 20575"/>
              <a:gd name="connsiteY3" fmla="*/ 8983 h 10096"/>
              <a:gd name="connsiteX4" fmla="*/ 1073 w 20575"/>
              <a:gd name="connsiteY4" fmla="*/ 10000 h 10096"/>
              <a:gd name="connsiteX5" fmla="*/ 6028 w 20575"/>
              <a:gd name="connsiteY5" fmla="*/ 10000 h 10096"/>
              <a:gd name="connsiteX6" fmla="*/ 20575 w 20575"/>
              <a:gd name="connsiteY6" fmla="*/ 10096 h 10096"/>
              <a:gd name="connsiteX0" fmla="*/ 1872 w 20575"/>
              <a:gd name="connsiteY0" fmla="*/ 0 h 10000"/>
              <a:gd name="connsiteX1" fmla="*/ 1073 w 20575"/>
              <a:gd name="connsiteY1" fmla="*/ 0 h 10000"/>
              <a:gd name="connsiteX2" fmla="*/ 0 w 20575"/>
              <a:gd name="connsiteY2" fmla="*/ 1032 h 10000"/>
              <a:gd name="connsiteX3" fmla="*/ 0 w 20575"/>
              <a:gd name="connsiteY3" fmla="*/ 8983 h 10000"/>
              <a:gd name="connsiteX4" fmla="*/ 1073 w 20575"/>
              <a:gd name="connsiteY4" fmla="*/ 10000 h 10000"/>
              <a:gd name="connsiteX5" fmla="*/ 6028 w 20575"/>
              <a:gd name="connsiteY5" fmla="*/ 10000 h 10000"/>
              <a:gd name="connsiteX6" fmla="*/ 20575 w 20575"/>
              <a:gd name="connsiteY6" fmla="*/ 9905 h 10000"/>
              <a:gd name="connsiteX0" fmla="*/ 1872 w 20635"/>
              <a:gd name="connsiteY0" fmla="*/ 0 h 10049"/>
              <a:gd name="connsiteX1" fmla="*/ 1073 w 20635"/>
              <a:gd name="connsiteY1" fmla="*/ 0 h 10049"/>
              <a:gd name="connsiteX2" fmla="*/ 0 w 20635"/>
              <a:gd name="connsiteY2" fmla="*/ 1032 h 10049"/>
              <a:gd name="connsiteX3" fmla="*/ 0 w 20635"/>
              <a:gd name="connsiteY3" fmla="*/ 8983 h 10049"/>
              <a:gd name="connsiteX4" fmla="*/ 1073 w 20635"/>
              <a:gd name="connsiteY4" fmla="*/ 10000 h 10049"/>
              <a:gd name="connsiteX5" fmla="*/ 6028 w 20635"/>
              <a:gd name="connsiteY5" fmla="*/ 10000 h 10049"/>
              <a:gd name="connsiteX6" fmla="*/ 20635 w 20635"/>
              <a:gd name="connsiteY6" fmla="*/ 10049 h 10049"/>
              <a:gd name="connsiteX0" fmla="*/ 1872 w 20515"/>
              <a:gd name="connsiteY0" fmla="*/ 0 h 10001"/>
              <a:gd name="connsiteX1" fmla="*/ 1073 w 20515"/>
              <a:gd name="connsiteY1" fmla="*/ 0 h 10001"/>
              <a:gd name="connsiteX2" fmla="*/ 0 w 20515"/>
              <a:gd name="connsiteY2" fmla="*/ 1032 h 10001"/>
              <a:gd name="connsiteX3" fmla="*/ 0 w 20515"/>
              <a:gd name="connsiteY3" fmla="*/ 8983 h 10001"/>
              <a:gd name="connsiteX4" fmla="*/ 1073 w 20515"/>
              <a:gd name="connsiteY4" fmla="*/ 10000 h 10001"/>
              <a:gd name="connsiteX5" fmla="*/ 6028 w 20515"/>
              <a:gd name="connsiteY5" fmla="*/ 10000 h 10001"/>
              <a:gd name="connsiteX6" fmla="*/ 20515 w 20515"/>
              <a:gd name="connsiteY6" fmla="*/ 10001 h 10001"/>
              <a:gd name="connsiteX0" fmla="*/ 1872 w 20515"/>
              <a:gd name="connsiteY0" fmla="*/ 0 h 10001"/>
              <a:gd name="connsiteX1" fmla="*/ 1073 w 20515"/>
              <a:gd name="connsiteY1" fmla="*/ 0 h 10001"/>
              <a:gd name="connsiteX2" fmla="*/ 0 w 20515"/>
              <a:gd name="connsiteY2" fmla="*/ 1032 h 10001"/>
              <a:gd name="connsiteX3" fmla="*/ 0 w 20515"/>
              <a:gd name="connsiteY3" fmla="*/ 8983 h 10001"/>
              <a:gd name="connsiteX4" fmla="*/ 1073 w 20515"/>
              <a:gd name="connsiteY4" fmla="*/ 10000 h 10001"/>
              <a:gd name="connsiteX5" fmla="*/ 6028 w 20515"/>
              <a:gd name="connsiteY5" fmla="*/ 10000 h 10001"/>
              <a:gd name="connsiteX6" fmla="*/ 20515 w 20515"/>
              <a:gd name="connsiteY6" fmla="*/ 10001 h 10001"/>
              <a:gd name="connsiteX0" fmla="*/ 1872 w 20515"/>
              <a:gd name="connsiteY0" fmla="*/ 0 h 10001"/>
              <a:gd name="connsiteX1" fmla="*/ 1073 w 20515"/>
              <a:gd name="connsiteY1" fmla="*/ 0 h 10001"/>
              <a:gd name="connsiteX2" fmla="*/ 0 w 20515"/>
              <a:gd name="connsiteY2" fmla="*/ 1032 h 10001"/>
              <a:gd name="connsiteX3" fmla="*/ 0 w 20515"/>
              <a:gd name="connsiteY3" fmla="*/ 8983 h 10001"/>
              <a:gd name="connsiteX4" fmla="*/ 1073 w 20515"/>
              <a:gd name="connsiteY4" fmla="*/ 10000 h 10001"/>
              <a:gd name="connsiteX5" fmla="*/ 6028 w 20515"/>
              <a:gd name="connsiteY5" fmla="*/ 10000 h 10001"/>
              <a:gd name="connsiteX6" fmla="*/ 20515 w 20515"/>
              <a:gd name="connsiteY6" fmla="*/ 10001 h 10001"/>
              <a:gd name="connsiteX0" fmla="*/ 1878 w 20521"/>
              <a:gd name="connsiteY0" fmla="*/ 0 h 10001"/>
              <a:gd name="connsiteX1" fmla="*/ 1079 w 20521"/>
              <a:gd name="connsiteY1" fmla="*/ 0 h 10001"/>
              <a:gd name="connsiteX2" fmla="*/ 6 w 20521"/>
              <a:gd name="connsiteY2" fmla="*/ 1032 h 10001"/>
              <a:gd name="connsiteX3" fmla="*/ 6 w 20521"/>
              <a:gd name="connsiteY3" fmla="*/ 8983 h 10001"/>
              <a:gd name="connsiteX4" fmla="*/ 1079 w 20521"/>
              <a:gd name="connsiteY4" fmla="*/ 10000 h 10001"/>
              <a:gd name="connsiteX5" fmla="*/ 6034 w 20521"/>
              <a:gd name="connsiteY5" fmla="*/ 10000 h 10001"/>
              <a:gd name="connsiteX6" fmla="*/ 20521 w 20521"/>
              <a:gd name="connsiteY6" fmla="*/ 10001 h 10001"/>
              <a:gd name="connsiteX0" fmla="*/ 1878 w 20521"/>
              <a:gd name="connsiteY0" fmla="*/ 0 h 10001"/>
              <a:gd name="connsiteX1" fmla="*/ 1079 w 20521"/>
              <a:gd name="connsiteY1" fmla="*/ 0 h 10001"/>
              <a:gd name="connsiteX2" fmla="*/ 6 w 20521"/>
              <a:gd name="connsiteY2" fmla="*/ 1032 h 10001"/>
              <a:gd name="connsiteX3" fmla="*/ 6 w 20521"/>
              <a:gd name="connsiteY3" fmla="*/ 8983 h 10001"/>
              <a:gd name="connsiteX4" fmla="*/ 1079 w 20521"/>
              <a:gd name="connsiteY4" fmla="*/ 10000 h 10001"/>
              <a:gd name="connsiteX5" fmla="*/ 6034 w 20521"/>
              <a:gd name="connsiteY5" fmla="*/ 10000 h 10001"/>
              <a:gd name="connsiteX6" fmla="*/ 20521 w 20521"/>
              <a:gd name="connsiteY6" fmla="*/ 10001 h 1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521" h="10001">
                <a:moveTo>
                  <a:pt x="1878" y="0"/>
                </a:moveTo>
                <a:lnTo>
                  <a:pt x="1079" y="0"/>
                </a:lnTo>
                <a:cubicBezTo>
                  <a:pt x="106" y="0"/>
                  <a:pt x="6" y="465"/>
                  <a:pt x="6" y="1032"/>
                </a:cubicBezTo>
                <a:cubicBezTo>
                  <a:pt x="6" y="3682"/>
                  <a:pt x="-9" y="8492"/>
                  <a:pt x="6" y="8983"/>
                </a:cubicBezTo>
                <a:cubicBezTo>
                  <a:pt x="21" y="9474"/>
                  <a:pt x="75" y="10000"/>
                  <a:pt x="1079" y="10000"/>
                </a:cubicBezTo>
                <a:lnTo>
                  <a:pt x="6034" y="10000"/>
                </a:lnTo>
                <a:lnTo>
                  <a:pt x="20521" y="10001"/>
                </a:lnTo>
              </a:path>
            </a:pathLst>
          </a:custGeom>
          <a:noFill/>
          <a:ln w="50800" cap="rnd">
            <a:solidFill>
              <a:srgbClr val="29648A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800">
              <a:latin typeface="+mn-lt"/>
            </a:endParaRPr>
          </a:p>
        </p:txBody>
      </p:sp>
      <p:sp>
        <p:nvSpPr>
          <p:cNvPr id="33" name="Freeform 19">
            <a:extLst>
              <a:ext uri="{FF2B5EF4-FFF2-40B4-BE49-F238E27FC236}">
                <a16:creationId xmlns:a16="http://schemas.microsoft.com/office/drawing/2014/main" id="{6489714B-499B-F31E-B796-D85C3A79E053}"/>
              </a:ext>
            </a:extLst>
          </p:cNvPr>
          <p:cNvSpPr>
            <a:spLocks/>
          </p:cNvSpPr>
          <p:nvPr userDrawn="1"/>
        </p:nvSpPr>
        <p:spPr bwMode="auto">
          <a:xfrm>
            <a:off x="1882588" y="2355051"/>
            <a:ext cx="4320511" cy="3378063"/>
          </a:xfrm>
          <a:custGeom>
            <a:avLst/>
            <a:gdLst>
              <a:gd name="T0" fmla="*/ 1241 w 1346"/>
              <a:gd name="T1" fmla="*/ 688 h 688"/>
              <a:gd name="T2" fmla="*/ 1276 w 1346"/>
              <a:gd name="T3" fmla="*/ 688 h 688"/>
              <a:gd name="T4" fmla="*/ 1346 w 1346"/>
              <a:gd name="T5" fmla="*/ 618 h 688"/>
              <a:gd name="T6" fmla="*/ 1346 w 1346"/>
              <a:gd name="T7" fmla="*/ 71 h 688"/>
              <a:gd name="T8" fmla="*/ 1276 w 1346"/>
              <a:gd name="T9" fmla="*/ 0 h 688"/>
              <a:gd name="T10" fmla="*/ 0 w 1346"/>
              <a:gd name="T11" fmla="*/ 0 h 688"/>
              <a:gd name="connsiteX0" fmla="*/ 9877 w 10657"/>
              <a:gd name="connsiteY0" fmla="*/ 10000 h 10000"/>
              <a:gd name="connsiteX1" fmla="*/ 10137 w 10657"/>
              <a:gd name="connsiteY1" fmla="*/ 10000 h 10000"/>
              <a:gd name="connsiteX2" fmla="*/ 10657 w 10657"/>
              <a:gd name="connsiteY2" fmla="*/ 8983 h 10000"/>
              <a:gd name="connsiteX3" fmla="*/ 10657 w 10657"/>
              <a:gd name="connsiteY3" fmla="*/ 1032 h 10000"/>
              <a:gd name="connsiteX4" fmla="*/ 10137 w 10657"/>
              <a:gd name="connsiteY4" fmla="*/ 0 h 10000"/>
              <a:gd name="connsiteX5" fmla="*/ 0 w 10657"/>
              <a:gd name="connsiteY5" fmla="*/ 43 h 10000"/>
              <a:gd name="connsiteX0" fmla="*/ 9077 w 9857"/>
              <a:gd name="connsiteY0" fmla="*/ 10002 h 10002"/>
              <a:gd name="connsiteX1" fmla="*/ 9337 w 9857"/>
              <a:gd name="connsiteY1" fmla="*/ 10002 h 10002"/>
              <a:gd name="connsiteX2" fmla="*/ 9857 w 9857"/>
              <a:gd name="connsiteY2" fmla="*/ 8985 h 10002"/>
              <a:gd name="connsiteX3" fmla="*/ 9857 w 9857"/>
              <a:gd name="connsiteY3" fmla="*/ 1034 h 10002"/>
              <a:gd name="connsiteX4" fmla="*/ 9337 w 9857"/>
              <a:gd name="connsiteY4" fmla="*/ 2 h 10002"/>
              <a:gd name="connsiteX5" fmla="*/ 0 w 9857"/>
              <a:gd name="connsiteY5" fmla="*/ 0 h 10002"/>
              <a:gd name="connsiteX0" fmla="*/ 9265 w 10056"/>
              <a:gd name="connsiteY0" fmla="*/ 9998 h 9998"/>
              <a:gd name="connsiteX1" fmla="*/ 9528 w 10056"/>
              <a:gd name="connsiteY1" fmla="*/ 9998 h 9998"/>
              <a:gd name="connsiteX2" fmla="*/ 10056 w 10056"/>
              <a:gd name="connsiteY2" fmla="*/ 8981 h 9998"/>
              <a:gd name="connsiteX3" fmla="*/ 10056 w 10056"/>
              <a:gd name="connsiteY3" fmla="*/ 1032 h 9998"/>
              <a:gd name="connsiteX4" fmla="*/ 9528 w 10056"/>
              <a:gd name="connsiteY4" fmla="*/ 0 h 9998"/>
              <a:gd name="connsiteX5" fmla="*/ 0 w 10056"/>
              <a:gd name="connsiteY5" fmla="*/ 43 h 9998"/>
              <a:gd name="connsiteX0" fmla="*/ 9202 w 9989"/>
              <a:gd name="connsiteY0" fmla="*/ 10065 h 10065"/>
              <a:gd name="connsiteX1" fmla="*/ 9464 w 9989"/>
              <a:gd name="connsiteY1" fmla="*/ 10065 h 10065"/>
              <a:gd name="connsiteX2" fmla="*/ 9989 w 9989"/>
              <a:gd name="connsiteY2" fmla="*/ 9048 h 10065"/>
              <a:gd name="connsiteX3" fmla="*/ 9989 w 9989"/>
              <a:gd name="connsiteY3" fmla="*/ 1097 h 10065"/>
              <a:gd name="connsiteX4" fmla="*/ 9464 w 9989"/>
              <a:gd name="connsiteY4" fmla="*/ 65 h 10065"/>
              <a:gd name="connsiteX5" fmla="*/ 0 w 9989"/>
              <a:gd name="connsiteY5" fmla="*/ 0 h 10065"/>
              <a:gd name="connsiteX0" fmla="*/ 9212 w 10000"/>
              <a:gd name="connsiteY0" fmla="*/ 10000 h 10000"/>
              <a:gd name="connsiteX1" fmla="*/ 9474 w 10000"/>
              <a:gd name="connsiteY1" fmla="*/ 10000 h 10000"/>
              <a:gd name="connsiteX2" fmla="*/ 10000 w 10000"/>
              <a:gd name="connsiteY2" fmla="*/ 8990 h 10000"/>
              <a:gd name="connsiteX3" fmla="*/ 10000 w 10000"/>
              <a:gd name="connsiteY3" fmla="*/ 1090 h 10000"/>
              <a:gd name="connsiteX4" fmla="*/ 9474 w 10000"/>
              <a:gd name="connsiteY4" fmla="*/ 65 h 10000"/>
              <a:gd name="connsiteX5" fmla="*/ 0 w 10000"/>
              <a:gd name="connsiteY5" fmla="*/ 0 h 10000"/>
              <a:gd name="connsiteX0" fmla="*/ 9212 w 10000"/>
              <a:gd name="connsiteY0" fmla="*/ 10000 h 10000"/>
              <a:gd name="connsiteX1" fmla="*/ 9474 w 10000"/>
              <a:gd name="connsiteY1" fmla="*/ 10000 h 10000"/>
              <a:gd name="connsiteX2" fmla="*/ 10000 w 10000"/>
              <a:gd name="connsiteY2" fmla="*/ 8990 h 10000"/>
              <a:gd name="connsiteX3" fmla="*/ 10000 w 10000"/>
              <a:gd name="connsiteY3" fmla="*/ 1090 h 10000"/>
              <a:gd name="connsiteX4" fmla="*/ 9474 w 10000"/>
              <a:gd name="connsiteY4" fmla="*/ 65 h 10000"/>
              <a:gd name="connsiteX5" fmla="*/ 0 w 10000"/>
              <a:gd name="connsiteY5" fmla="*/ 0 h 10000"/>
              <a:gd name="connsiteX0" fmla="*/ 9212 w 10000"/>
              <a:gd name="connsiteY0" fmla="*/ 10000 h 10000"/>
              <a:gd name="connsiteX1" fmla="*/ 9474 w 10000"/>
              <a:gd name="connsiteY1" fmla="*/ 10000 h 10000"/>
              <a:gd name="connsiteX2" fmla="*/ 10000 w 10000"/>
              <a:gd name="connsiteY2" fmla="*/ 8990 h 10000"/>
              <a:gd name="connsiteX3" fmla="*/ 10000 w 10000"/>
              <a:gd name="connsiteY3" fmla="*/ 1090 h 10000"/>
              <a:gd name="connsiteX4" fmla="*/ 9474 w 10000"/>
              <a:gd name="connsiteY4" fmla="*/ 65 h 10000"/>
              <a:gd name="connsiteX5" fmla="*/ 0 w 10000"/>
              <a:gd name="connsiteY5" fmla="*/ 0 h 10000"/>
              <a:gd name="connsiteX0" fmla="*/ 9212 w 10000"/>
              <a:gd name="connsiteY0" fmla="*/ 10000 h 10000"/>
              <a:gd name="connsiteX1" fmla="*/ 9474 w 10000"/>
              <a:gd name="connsiteY1" fmla="*/ 10000 h 10000"/>
              <a:gd name="connsiteX2" fmla="*/ 10000 w 10000"/>
              <a:gd name="connsiteY2" fmla="*/ 8990 h 10000"/>
              <a:gd name="connsiteX3" fmla="*/ 10000 w 10000"/>
              <a:gd name="connsiteY3" fmla="*/ 1090 h 10000"/>
              <a:gd name="connsiteX4" fmla="*/ 9474 w 10000"/>
              <a:gd name="connsiteY4" fmla="*/ 65 h 10000"/>
              <a:gd name="connsiteX5" fmla="*/ 0 w 10000"/>
              <a:gd name="connsiteY5" fmla="*/ 0 h 10000"/>
              <a:gd name="connsiteX0" fmla="*/ 9212 w 10000"/>
              <a:gd name="connsiteY0" fmla="*/ 10000 h 10004"/>
              <a:gd name="connsiteX1" fmla="*/ 9474 w 10000"/>
              <a:gd name="connsiteY1" fmla="*/ 10000 h 10004"/>
              <a:gd name="connsiteX2" fmla="*/ 10000 w 10000"/>
              <a:gd name="connsiteY2" fmla="*/ 8990 h 10004"/>
              <a:gd name="connsiteX3" fmla="*/ 10000 w 10000"/>
              <a:gd name="connsiteY3" fmla="*/ 1090 h 10004"/>
              <a:gd name="connsiteX4" fmla="*/ 9474 w 10000"/>
              <a:gd name="connsiteY4" fmla="*/ 65 h 10004"/>
              <a:gd name="connsiteX5" fmla="*/ 0 w 10000"/>
              <a:gd name="connsiteY5" fmla="*/ 0 h 10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4">
                <a:moveTo>
                  <a:pt x="9212" y="10000"/>
                </a:moveTo>
                <a:cubicBezTo>
                  <a:pt x="9299" y="10000"/>
                  <a:pt x="8952" y="10009"/>
                  <a:pt x="9474" y="10000"/>
                </a:cubicBezTo>
                <a:cubicBezTo>
                  <a:pt x="9996" y="9991"/>
                  <a:pt x="10000" y="9552"/>
                  <a:pt x="10000" y="8990"/>
                </a:cubicBezTo>
                <a:lnTo>
                  <a:pt x="10000" y="1090"/>
                </a:lnTo>
                <a:cubicBezTo>
                  <a:pt x="10000" y="527"/>
                  <a:pt x="9988" y="65"/>
                  <a:pt x="9474" y="65"/>
                </a:cubicBezTo>
                <a:lnTo>
                  <a:pt x="0" y="0"/>
                </a:lnTo>
              </a:path>
            </a:pathLst>
          </a:custGeom>
          <a:noFill/>
          <a:ln w="50800" cap="rnd">
            <a:solidFill>
              <a:srgbClr val="29648A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800">
              <a:latin typeface="+mn-lt"/>
            </a:endParaRP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5578F6C8-4310-DE18-A54C-3861F1F40501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585202" y="2355050"/>
            <a:ext cx="4824377" cy="3393339"/>
          </a:xfrm>
          <a:prstGeom prst="roundRect">
            <a:avLst>
              <a:gd name="adj" fmla="val 5992"/>
            </a:avLst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F5F5F5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Icon</a:t>
            </a:r>
            <a:endParaRPr lang="en-IN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7F381660-28CF-7B60-00AE-744F9E32C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C918560-E122-7175-5D23-ABAAD87BF2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2E9CCA"/>
                </a:solidFill>
                <a:latin typeface="Montserrat" panose="00000500000000000000" pitchFamily="2" charset="0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862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E_Check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C8F28B-A019-48FE-8FE4-1E359369A454}"/>
              </a:ext>
            </a:extLst>
          </p:cNvPr>
          <p:cNvSpPr txBox="1"/>
          <p:nvPr userDrawn="1"/>
        </p:nvSpPr>
        <p:spPr>
          <a:xfrm>
            <a:off x="0" y="6858000"/>
            <a:ext cx="3728906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Checklist</a:t>
            </a: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5E33EDF2-B26D-50FE-F05A-D9A137E3474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82555" y="1886101"/>
            <a:ext cx="4165829" cy="871200"/>
          </a:xfrm>
          <a:prstGeom prst="round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 smtClean="0">
                <a:solidFill>
                  <a:srgbClr val="25274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99F893E4-4CAA-13E5-087E-6AD5ED21947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682555" y="2838847"/>
            <a:ext cx="4165829" cy="871200"/>
          </a:xfrm>
          <a:prstGeom prst="round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 smtClean="0">
                <a:solidFill>
                  <a:srgbClr val="25274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B8981D9-E0E4-13A8-9B00-8145A097E3A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268150" y="1886100"/>
            <a:ext cx="4165829" cy="871200"/>
          </a:xfrm>
          <a:prstGeom prst="round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 smtClean="0">
                <a:solidFill>
                  <a:srgbClr val="25274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46E6F6BC-4CF2-B8C6-059C-34756205C28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268150" y="2838847"/>
            <a:ext cx="4165829" cy="871200"/>
          </a:xfrm>
          <a:prstGeom prst="round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 smtClean="0">
                <a:solidFill>
                  <a:srgbClr val="25274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990BABEC-28BC-417C-B69F-C6074932CDF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690577" y="3819176"/>
            <a:ext cx="4165829" cy="871200"/>
          </a:xfrm>
          <a:prstGeom prst="round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 smtClean="0">
                <a:solidFill>
                  <a:srgbClr val="25274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D850764-05C6-4034-6C0A-E9FF1083C09F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690577" y="4771922"/>
            <a:ext cx="4165829" cy="871200"/>
          </a:xfrm>
          <a:prstGeom prst="round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 smtClean="0">
                <a:solidFill>
                  <a:srgbClr val="25274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9E9FE559-9F5C-CD86-37EB-4CDE667BC10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276172" y="3819175"/>
            <a:ext cx="4165829" cy="871200"/>
          </a:xfrm>
          <a:prstGeom prst="round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 smtClean="0">
                <a:solidFill>
                  <a:srgbClr val="25274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78A8580F-C393-9852-EC4C-5BD28EBEEEF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276172" y="4771922"/>
            <a:ext cx="4165829" cy="871200"/>
          </a:xfrm>
          <a:prstGeom prst="round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 smtClean="0">
                <a:solidFill>
                  <a:srgbClr val="25274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7BD176CA-1A88-C1A7-DED1-044F8833CE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04323" y="1934325"/>
            <a:ext cx="720000" cy="720000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0F1626"/>
                </a:solidFill>
                <a:latin typeface="+mn-lt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86D3EDAB-3D38-1D8C-E9A2-BAB3B9836CDE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804323" y="2906263"/>
            <a:ext cx="720000" cy="720000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0F1626"/>
                </a:solidFill>
                <a:latin typeface="+mn-lt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25C7E817-AA9D-49F6-E4EB-E6BFAE9606C5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812345" y="3867398"/>
            <a:ext cx="720000" cy="720000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0F1626"/>
                </a:solidFill>
                <a:latin typeface="+mn-lt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25" name="Picture Placeholder 4">
            <a:extLst>
              <a:ext uri="{FF2B5EF4-FFF2-40B4-BE49-F238E27FC236}">
                <a16:creationId xmlns:a16="http://schemas.microsoft.com/office/drawing/2014/main" id="{0248AD29-2DF7-299F-3ACF-C9CE5F977534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812345" y="4839336"/>
            <a:ext cx="720000" cy="720000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0F1626"/>
                </a:solidFill>
                <a:latin typeface="+mn-lt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26" name="Picture Placeholder 4">
            <a:extLst>
              <a:ext uri="{FF2B5EF4-FFF2-40B4-BE49-F238E27FC236}">
                <a16:creationId xmlns:a16="http://schemas.microsoft.com/office/drawing/2014/main" id="{57B07EBB-8FF3-C141-3147-93BC95FF907A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6399609" y="1945536"/>
            <a:ext cx="720000" cy="720000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0F1626"/>
                </a:solidFill>
                <a:latin typeface="+mn-lt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B6847BD5-D80D-026D-157E-3C12F04F155D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6399609" y="2917474"/>
            <a:ext cx="720000" cy="720000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0F1626"/>
                </a:solidFill>
                <a:latin typeface="+mn-lt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E0EC7AF2-F1E8-2054-94B0-231B7304E42E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407631" y="3878609"/>
            <a:ext cx="720000" cy="720000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0F1626"/>
                </a:solidFill>
                <a:latin typeface="+mn-lt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34" name="Picture Placeholder 4">
            <a:extLst>
              <a:ext uri="{FF2B5EF4-FFF2-40B4-BE49-F238E27FC236}">
                <a16:creationId xmlns:a16="http://schemas.microsoft.com/office/drawing/2014/main" id="{945FF0DB-2BD6-18E6-92BE-16DD80EF0296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6407631" y="4850547"/>
            <a:ext cx="720000" cy="720000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0F1626"/>
                </a:solidFill>
                <a:latin typeface="+mn-lt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15" name="Title 8">
            <a:extLst>
              <a:ext uri="{FF2B5EF4-FFF2-40B4-BE49-F238E27FC236}">
                <a16:creationId xmlns:a16="http://schemas.microsoft.com/office/drawing/2014/main" id="{B94D2C22-C390-0A30-5FEB-D5DDFA5AC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88684332-C22A-038B-9369-5C158470E0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2E9CCA"/>
                </a:solidFill>
                <a:latin typeface="Montserrat" panose="00000500000000000000" pitchFamily="2" charset="0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73533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F_Do's and Don'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C8F28B-A019-48FE-8FE4-1E359369A454}"/>
              </a:ext>
            </a:extLst>
          </p:cNvPr>
          <p:cNvSpPr txBox="1"/>
          <p:nvPr userDrawn="1"/>
        </p:nvSpPr>
        <p:spPr>
          <a:xfrm>
            <a:off x="0" y="6858000"/>
            <a:ext cx="4403770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Do’s and Don’ts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FB151B44-709B-D174-C48C-05B99B887FC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03780" y="2560265"/>
            <a:ext cx="4105142" cy="871200"/>
          </a:xfrm>
          <a:prstGeom prst="roundRect">
            <a:avLst/>
          </a:prstGeom>
          <a:solidFill>
            <a:srgbClr val="29648A">
              <a:alpha val="80000"/>
            </a:srgbClr>
          </a:solidFill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F5F5F5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3CD50FD3-CB49-86D0-9090-80FFC0F597A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703780" y="3590425"/>
            <a:ext cx="4105142" cy="871200"/>
          </a:xfrm>
          <a:prstGeom prst="roundRect">
            <a:avLst/>
          </a:prstGeom>
          <a:solidFill>
            <a:srgbClr val="29648A">
              <a:alpha val="80000"/>
            </a:srgbClr>
          </a:solidFill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F5F5F5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1EC00AC5-44A0-78C0-CEFC-0ABD81032A5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45086" y="2641476"/>
            <a:ext cx="720000" cy="720000"/>
          </a:xfrm>
          <a:prstGeom prst="ellipse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Frutiger LT" panose="0200050300000000000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05F04733-476B-B5C6-7180-E6C06779E685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745086" y="3666025"/>
            <a:ext cx="720000" cy="720000"/>
          </a:xfrm>
          <a:prstGeom prst="ellipse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Frutiger LT" panose="0200050300000000000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63D366B7-FB04-7B0E-04C7-1359EF0CB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703780" y="4614974"/>
            <a:ext cx="4105142" cy="871200"/>
          </a:xfrm>
          <a:prstGeom prst="roundRect">
            <a:avLst/>
          </a:prstGeom>
          <a:solidFill>
            <a:srgbClr val="29648A">
              <a:alpha val="80000"/>
            </a:srgbClr>
          </a:solidFill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F5F5F5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313E8A72-8268-5CE3-55C8-4AC5683CBBE9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745086" y="4690574"/>
            <a:ext cx="720000" cy="720000"/>
          </a:xfrm>
          <a:prstGeom prst="ellipse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Frutiger LT" panose="0200050300000000000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104544A4-AC62-F1B1-F246-F165915D05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266939" y="2557800"/>
            <a:ext cx="4105142" cy="871200"/>
          </a:xfrm>
          <a:prstGeom prst="roundRect">
            <a:avLst/>
          </a:prstGeom>
          <a:solidFill>
            <a:srgbClr val="29648A">
              <a:alpha val="80000"/>
            </a:srgbClr>
          </a:solidFill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F5F5F5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4CCF00E-F8CA-E01C-F81D-392748BDB28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266939" y="3587960"/>
            <a:ext cx="4105142" cy="871200"/>
          </a:xfrm>
          <a:prstGeom prst="roundRect">
            <a:avLst/>
          </a:prstGeom>
          <a:solidFill>
            <a:srgbClr val="29648A">
              <a:alpha val="80000"/>
            </a:srgbClr>
          </a:solidFill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F5F5F5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C6AF16DA-0D85-85B3-0ABB-2DB4B78A5A20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6308245" y="2639011"/>
            <a:ext cx="720000" cy="720000"/>
          </a:xfrm>
          <a:prstGeom prst="ellipse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Frutiger LT" panose="0200050300000000000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22" name="Picture Placeholder 4">
            <a:extLst>
              <a:ext uri="{FF2B5EF4-FFF2-40B4-BE49-F238E27FC236}">
                <a16:creationId xmlns:a16="http://schemas.microsoft.com/office/drawing/2014/main" id="{DE3A8C21-14CC-4AC6-9798-F5E0C5550CE3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6308245" y="3663560"/>
            <a:ext cx="720000" cy="720000"/>
          </a:xfrm>
          <a:prstGeom prst="ellipse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Frutiger LT" panose="0200050300000000000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A2EB109-7638-99E6-ECFD-1D14FCEEE40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266939" y="4612509"/>
            <a:ext cx="4105142" cy="871200"/>
          </a:xfrm>
          <a:prstGeom prst="roundRect">
            <a:avLst/>
          </a:prstGeom>
          <a:solidFill>
            <a:srgbClr val="29648A">
              <a:alpha val="80000"/>
            </a:srgbClr>
          </a:solidFill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F5F5F5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24" name="Picture Placeholder 4">
            <a:extLst>
              <a:ext uri="{FF2B5EF4-FFF2-40B4-BE49-F238E27FC236}">
                <a16:creationId xmlns:a16="http://schemas.microsoft.com/office/drawing/2014/main" id="{8C73FDD4-4C28-A426-7150-385F63CB8FC8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6308245" y="4688109"/>
            <a:ext cx="720000" cy="720000"/>
          </a:xfrm>
          <a:prstGeom prst="ellipse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Frutiger LT" panose="02000503000000000000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95F085C-CB37-99E1-8EC0-8ED7DE851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B75D158-50C7-A197-0F28-8D25E2E5D9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2E9CCA"/>
                </a:solidFill>
                <a:latin typeface="Montserrat" panose="00000500000000000000" pitchFamily="2" charset="0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1724354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I_Image+ Tex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C8F28B-A019-48FE-8FE4-1E359369A454}"/>
              </a:ext>
            </a:extLst>
          </p:cNvPr>
          <p:cNvSpPr txBox="1"/>
          <p:nvPr userDrawn="1"/>
        </p:nvSpPr>
        <p:spPr>
          <a:xfrm>
            <a:off x="0" y="6858000"/>
            <a:ext cx="4895892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Image + Text Callout</a:t>
            </a:r>
          </a:p>
        </p:txBody>
      </p:sp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0AD28906-D698-45A7-1092-CB08835869F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7050" y="2192124"/>
            <a:ext cx="4817439" cy="3326174"/>
          </a:xfrm>
          <a:prstGeom prst="roundRect">
            <a:avLst>
              <a:gd name="adj" fmla="val 8675"/>
            </a:avLst>
          </a:prstGeom>
        </p:spPr>
        <p:txBody>
          <a:bodyPr anchor="ctr"/>
          <a:lstStyle>
            <a:lvl1pPr>
              <a:defRPr lang="en-IN" dirty="0" smtClean="0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pPr marL="0" marR="0" lvl="0" indent="0" algn="ctr" defTabSz="91444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IN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A71DE17B-F33A-3668-ACB4-48C33E20A99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172048" y="2192124"/>
            <a:ext cx="4817439" cy="3326171"/>
          </a:xfrm>
          <a:prstGeom prst="roundRect">
            <a:avLst>
              <a:gd name="adj" fmla="val 7716"/>
            </a:avLst>
          </a:prstGeom>
        </p:spPr>
        <p:txBody>
          <a:bodyPr anchor="ctr"/>
          <a:lstStyle>
            <a:lvl1pPr>
              <a:defRPr lang="en-IN" dirty="0" smtClean="0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pPr marL="0" marR="0" lvl="0" indent="0" algn="ctr" defTabSz="91444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IN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4BEE814C-BAE5-E935-922C-090D861318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982495" y="1785234"/>
            <a:ext cx="2113505" cy="871200"/>
          </a:xfrm>
          <a:prstGeom prst="wedgeRoundRectCallout">
            <a:avLst>
              <a:gd name="adj1" fmla="val -40761"/>
              <a:gd name="adj2" fmla="val 88129"/>
              <a:gd name="adj3" fmla="val 16667"/>
            </a:avLst>
          </a:prstGeom>
          <a:solidFill>
            <a:srgbClr val="29648A">
              <a:alpha val="80000"/>
            </a:srgbClr>
          </a:solidFill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dirty="0" smtClean="0">
                <a:solidFill>
                  <a:schemeClr val="bg1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FDEB69A-EB23-4DB0-517A-9B1A1FF3790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794792" y="1785234"/>
            <a:ext cx="2113505" cy="871200"/>
          </a:xfrm>
          <a:prstGeom prst="wedgeRoundRectCallout">
            <a:avLst>
              <a:gd name="adj1" fmla="val -40761"/>
              <a:gd name="adj2" fmla="val 88129"/>
              <a:gd name="adj3" fmla="val 16667"/>
            </a:avLst>
          </a:prstGeom>
          <a:solidFill>
            <a:srgbClr val="29648A">
              <a:alpha val="80000"/>
            </a:srgbClr>
          </a:solidFill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dirty="0" smtClean="0">
                <a:solidFill>
                  <a:schemeClr val="bg1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36DAA010-9D5B-A0EC-CBDD-C54C4921D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4A50068-F412-FB2A-EBCA-E6FF7B8783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2E9CCA"/>
                </a:solidFill>
                <a:latin typeface="Montserrat" panose="00000500000000000000" pitchFamily="2" charset="0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3227541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J_Flow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C8F28B-A019-48FE-8FE4-1E359369A454}"/>
              </a:ext>
            </a:extLst>
          </p:cNvPr>
          <p:cNvSpPr txBox="1"/>
          <p:nvPr userDrawn="1"/>
        </p:nvSpPr>
        <p:spPr>
          <a:xfrm>
            <a:off x="0" y="6858000"/>
            <a:ext cx="3821880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Flowchart</a:t>
            </a:r>
          </a:p>
        </p:txBody>
      </p:sp>
      <p:sp>
        <p:nvSpPr>
          <p:cNvPr id="5" name="SmartArt Placeholder 3">
            <a:extLst>
              <a:ext uri="{FF2B5EF4-FFF2-40B4-BE49-F238E27FC236}">
                <a16:creationId xmlns:a16="http://schemas.microsoft.com/office/drawing/2014/main" id="{2E4806C9-AAFF-1D7B-CC25-FD15325A1343}"/>
              </a:ext>
            </a:extLst>
          </p:cNvPr>
          <p:cNvSpPr>
            <a:spLocks noGrp="1"/>
          </p:cNvSpPr>
          <p:nvPr>
            <p:ph type="dgm" sz="quarter" idx="34"/>
          </p:nvPr>
        </p:nvSpPr>
        <p:spPr>
          <a:xfrm>
            <a:off x="725486" y="2213561"/>
            <a:ext cx="4968875" cy="3363912"/>
          </a:xfrm>
          <a:prstGeom prst="roundRect">
            <a:avLst>
              <a:gd name="adj" fmla="val 8765"/>
            </a:avLst>
          </a:prstGeom>
        </p:spPr>
        <p:txBody>
          <a:bodyPr/>
          <a:lstStyle>
            <a:lvl1pPr>
              <a:defRPr sz="1800">
                <a:solidFill>
                  <a:srgbClr val="25274D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7" name="SmartArt Placeholder 3">
            <a:extLst>
              <a:ext uri="{FF2B5EF4-FFF2-40B4-BE49-F238E27FC236}">
                <a16:creationId xmlns:a16="http://schemas.microsoft.com/office/drawing/2014/main" id="{5593586E-8ED3-0CA1-8A20-1A50B02B8E66}"/>
              </a:ext>
            </a:extLst>
          </p:cNvPr>
          <p:cNvSpPr>
            <a:spLocks noGrp="1"/>
          </p:cNvSpPr>
          <p:nvPr>
            <p:ph type="dgm" sz="quarter" idx="36"/>
          </p:nvPr>
        </p:nvSpPr>
        <p:spPr>
          <a:xfrm>
            <a:off x="6508659" y="2205541"/>
            <a:ext cx="4968875" cy="3363912"/>
          </a:xfrm>
          <a:prstGeom prst="roundRect">
            <a:avLst>
              <a:gd name="adj" fmla="val 8449"/>
            </a:avLst>
          </a:prstGeom>
        </p:spPr>
        <p:txBody>
          <a:bodyPr/>
          <a:lstStyle>
            <a:lvl1pPr>
              <a:defRPr sz="1800">
                <a:solidFill>
                  <a:srgbClr val="25274D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7055FAF-C5A4-A267-D082-DC0B432F8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774E3F2B-A5B6-A21E-1C67-865CAEB490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2E9CCA"/>
                </a:solidFill>
                <a:latin typeface="Montserrat" panose="00000500000000000000" pitchFamily="2" charset="0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1780326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K_Hotsp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C8F28B-A019-48FE-8FE4-1E359369A454}"/>
              </a:ext>
            </a:extLst>
          </p:cNvPr>
          <p:cNvSpPr txBox="1"/>
          <p:nvPr userDrawn="1"/>
        </p:nvSpPr>
        <p:spPr>
          <a:xfrm>
            <a:off x="0" y="6858000"/>
            <a:ext cx="3889206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 Hotspots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6E8F2312-97F1-1941-CB5B-085DA554087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27051" y="2890628"/>
            <a:ext cx="5504933" cy="2871997"/>
          </a:xfrm>
          <a:prstGeom prst="roundRect">
            <a:avLst>
              <a:gd name="adj" fmla="val 6194"/>
            </a:avLst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Insert thumbnail</a:t>
            </a:r>
            <a:endParaRPr lang="en-IN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7A9164FB-9657-3E66-CF5F-330CCAE9244E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160019" y="2886889"/>
            <a:ext cx="5504930" cy="2871997"/>
          </a:xfrm>
          <a:prstGeom prst="roundRect">
            <a:avLst>
              <a:gd name="adj" fmla="val 7032"/>
            </a:avLst>
          </a:prstGeom>
        </p:spPr>
        <p:txBody>
          <a:bodyPr anchor="ctr" anchorCtr="0">
            <a:normAutofit/>
          </a:bodyPr>
          <a:lstStyle>
            <a:lvl1pPr>
              <a:defRPr lang="en-IN" sz="2000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pPr marL="0" lvl="0" indent="0" algn="ctr">
              <a:buNone/>
            </a:pPr>
            <a:r>
              <a:rPr lang="en-US"/>
              <a:t>Insert thumbnail</a:t>
            </a:r>
            <a:endParaRPr lang="en-IN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37C00707-1923-3FC0-163F-4FBD2B0A445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7049" y="1940453"/>
            <a:ext cx="5504933" cy="843537"/>
          </a:xfrm>
          <a:prstGeom prst="roundRect">
            <a:avLst>
              <a:gd name="adj" fmla="val 20946"/>
            </a:avLst>
          </a:prstGeom>
        </p:spPr>
        <p:txBody>
          <a:bodyPr anchor="t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25274D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Add the button text here</a:t>
            </a:r>
            <a:endParaRPr lang="en-IN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8669180A-63EE-591F-11CC-3CC72809BD6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160019" y="1940453"/>
            <a:ext cx="5504929" cy="843537"/>
          </a:xfrm>
          <a:prstGeom prst="roundRect">
            <a:avLst>
              <a:gd name="adj" fmla="val 20946"/>
            </a:avLst>
          </a:prstGeom>
        </p:spPr>
        <p:txBody>
          <a:bodyPr anchor="t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25274D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Add the button text here</a:t>
            </a:r>
            <a:endParaRPr lang="en-IN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33BB8E1-CFB9-E904-24D3-273FF1A19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26A9316E-EC8E-9345-83E4-B44E739517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2E9CCA"/>
                </a:solidFill>
                <a:latin typeface="Montserrat" panose="00000500000000000000" pitchFamily="2" charset="0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270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L_Infographic + 3 el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C8F28B-A019-48FE-8FE4-1E359369A454}"/>
              </a:ext>
            </a:extLst>
          </p:cNvPr>
          <p:cNvSpPr txBox="1"/>
          <p:nvPr userDrawn="1"/>
        </p:nvSpPr>
        <p:spPr>
          <a:xfrm>
            <a:off x="0" y="6858000"/>
            <a:ext cx="9387506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</a:t>
            </a:r>
            <a:r>
              <a:rPr lang="fr-FR" sz="1600" b="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Infographic</a:t>
            </a:r>
            <a:r>
              <a:rPr lang="fr-FR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+ 3 </a:t>
            </a:r>
            <a:r>
              <a:rPr lang="fr-FR" sz="1600" b="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elements</a:t>
            </a:r>
            <a:r>
              <a:rPr lang="fr-FR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</a:t>
            </a:r>
            <a:r>
              <a:rPr lang="fr-FR" sz="1600" b="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</a:t>
            </a:r>
            <a:r>
              <a:rPr lang="fr-FR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600" b="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prominent</a:t>
            </a:r>
            <a:r>
              <a:rPr lang="fr-FR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Icons + Label + Text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96AB8482-FB25-4987-BB9E-B39F4105DC3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683508" y="1740733"/>
            <a:ext cx="2145630" cy="2145630"/>
          </a:xfrm>
          <a:prstGeom prst="roundRect">
            <a:avLst>
              <a:gd name="adj" fmla="val 50000"/>
            </a:avLst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0F1626"/>
                </a:solidFill>
                <a:latin typeface="+mn-lt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6F848E25-4674-4375-A332-50C1FA7A819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29744" y="4650770"/>
            <a:ext cx="3053159" cy="1641138"/>
          </a:xfrm>
          <a:prstGeom prst="roundRect">
            <a:avLst>
              <a:gd name="adj" fmla="val 10069"/>
            </a:avLst>
          </a:prstGeom>
        </p:spPr>
        <p:txBody>
          <a:bodyPr anchor="t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25274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Body Copy</a:t>
            </a:r>
            <a:endParaRPr lang="en-IN"/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2ACAB6D1-E764-4AB7-B5AC-58E3E21D9F3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29744" y="4015874"/>
            <a:ext cx="3053159" cy="469554"/>
          </a:xfrm>
          <a:prstGeom prst="roundRect">
            <a:avLst/>
          </a:prstGeom>
        </p:spPr>
        <p:txBody>
          <a:bodyPr wrap="none" lIns="0" tIns="0" rIns="0" bIns="0"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kern="1200" dirty="0" smtClean="0">
                <a:solidFill>
                  <a:srgbClr val="29648A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Heading</a:t>
            </a:r>
            <a:endParaRPr lang="en-IN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7C753D0-518C-7F3D-F2E7-E2CE5F62FC17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4996203" y="1732713"/>
            <a:ext cx="2145630" cy="2145630"/>
          </a:xfrm>
          <a:prstGeom prst="roundRect">
            <a:avLst>
              <a:gd name="adj" fmla="val 50000"/>
            </a:avLst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0F1626"/>
                </a:solidFill>
                <a:latin typeface="+mn-lt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3050A374-EB86-B952-21BC-A3370242220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542439" y="4642750"/>
            <a:ext cx="3053159" cy="1641138"/>
          </a:xfrm>
          <a:prstGeom prst="roundRect">
            <a:avLst>
              <a:gd name="adj" fmla="val 11535"/>
            </a:avLst>
          </a:prstGeom>
        </p:spPr>
        <p:txBody>
          <a:bodyPr anchor="t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25274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Body Copy</a:t>
            </a:r>
            <a:endParaRPr lang="en-IN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CA6FDF36-9463-8336-5562-EC89B5CA371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542439" y="4007854"/>
            <a:ext cx="3053159" cy="469554"/>
          </a:xfrm>
          <a:prstGeom prst="roundRect">
            <a:avLst/>
          </a:prstGeom>
        </p:spPr>
        <p:txBody>
          <a:bodyPr wrap="none" lIns="0" tIns="0" rIns="0" bIns="0"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kern="1200" dirty="0" smtClean="0">
                <a:solidFill>
                  <a:srgbClr val="29648A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Heading</a:t>
            </a:r>
            <a:endParaRPr lang="en-IN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2E94917E-7701-5670-CE7A-DBA60877D7CE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8308898" y="1724693"/>
            <a:ext cx="2145630" cy="2145630"/>
          </a:xfrm>
          <a:prstGeom prst="roundRect">
            <a:avLst>
              <a:gd name="adj" fmla="val 50000"/>
            </a:avLst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0F1626"/>
                </a:solidFill>
                <a:latin typeface="+mn-lt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3C860E80-3CE2-8E7A-CBBB-4FC1F20C1D7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855134" y="4634730"/>
            <a:ext cx="3053159" cy="1641138"/>
          </a:xfrm>
          <a:prstGeom prst="roundRect">
            <a:avLst>
              <a:gd name="adj" fmla="val 10802"/>
            </a:avLst>
          </a:prstGeom>
        </p:spPr>
        <p:txBody>
          <a:bodyPr anchor="t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25274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Body Copy</a:t>
            </a:r>
            <a:endParaRPr lang="en-IN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DE714747-5D79-36F0-007F-C39D1434DCD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855134" y="3999834"/>
            <a:ext cx="3053159" cy="469554"/>
          </a:xfrm>
          <a:prstGeom prst="roundRect">
            <a:avLst/>
          </a:prstGeom>
        </p:spPr>
        <p:txBody>
          <a:bodyPr wrap="none" lIns="0" tIns="0" rIns="0" bIns="0"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000" b="1" kern="1200" dirty="0" smtClean="0">
                <a:solidFill>
                  <a:srgbClr val="29648A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Heading</a:t>
            </a:r>
            <a:endParaRPr lang="en-IN"/>
          </a:p>
        </p:txBody>
      </p:sp>
      <p:sp>
        <p:nvSpPr>
          <p:cNvPr id="15" name="Title 8">
            <a:extLst>
              <a:ext uri="{FF2B5EF4-FFF2-40B4-BE49-F238E27FC236}">
                <a16:creationId xmlns:a16="http://schemas.microsoft.com/office/drawing/2014/main" id="{E96B277F-DB5E-8CB6-384D-F79869E4A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DB22173A-C094-CBAB-B3FF-94CC27C2B6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2E9CCA"/>
                </a:solidFill>
                <a:latin typeface="Montserrat" panose="00000500000000000000" pitchFamily="2" charset="0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8046381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O_Infographic + 6 element +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6B4620E-20C9-4149-93AD-82AC14A8106F}"/>
              </a:ext>
            </a:extLst>
          </p:cNvPr>
          <p:cNvSpPr txBox="1"/>
          <p:nvPr userDrawn="1"/>
        </p:nvSpPr>
        <p:spPr>
          <a:xfrm>
            <a:off x="0" y="6858000"/>
            <a:ext cx="6779420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Infographic + 6 element + List only text</a:t>
            </a:r>
            <a:endParaRPr lang="en-IN" sz="1600" b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B1C3736E-99A8-4E9D-9130-EEA3E7A9B90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61343" y="3581344"/>
            <a:ext cx="1688483" cy="2524759"/>
          </a:xfrm>
          <a:prstGeom prst="roundRect">
            <a:avLst/>
          </a:prstGeom>
        </p:spPr>
        <p:txBody>
          <a:bodyPr anchor="ctr"/>
          <a:lstStyle>
            <a:lvl1pPr marL="0" indent="0" algn="ctr">
              <a:buNone/>
              <a:defRPr sz="1800" baseline="0">
                <a:solidFill>
                  <a:srgbClr val="25274D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marL="0" lvl="0" indent="0" algn="ctr" defTabSz="91444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Body Copy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056BFCDA-1B35-44E0-96DD-8FC7357959D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454823" y="1907456"/>
            <a:ext cx="1688483" cy="2659265"/>
          </a:xfrm>
          <a:prstGeom prst="roundRect">
            <a:avLst/>
          </a:prstGeom>
        </p:spPr>
        <p:txBody>
          <a:bodyPr anchor="ctr"/>
          <a:lstStyle>
            <a:lvl1pPr marL="0" indent="0" algn="ctr">
              <a:buNone/>
              <a:defRPr sz="1800" baseline="0">
                <a:solidFill>
                  <a:srgbClr val="25274D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marL="0" lvl="0" indent="0" algn="ctr" defTabSz="91444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Body Copy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E74AACD-D60C-4404-9AF3-9386236E683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41783" y="1904973"/>
            <a:ext cx="1688483" cy="2659265"/>
          </a:xfrm>
          <a:prstGeom prst="roundRect">
            <a:avLst/>
          </a:prstGeom>
        </p:spPr>
        <p:txBody>
          <a:bodyPr anchor="ctr"/>
          <a:lstStyle>
            <a:lvl1pPr marL="0" indent="0" algn="ctr">
              <a:buNone/>
              <a:defRPr sz="1800" baseline="0">
                <a:solidFill>
                  <a:srgbClr val="25274D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marL="0" lvl="0" indent="0" algn="ctr" defTabSz="91444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Body Copy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C7855415-E93B-49D6-8618-26F6611D00A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648303" y="3594044"/>
            <a:ext cx="1688483" cy="2659265"/>
          </a:xfrm>
          <a:prstGeom prst="roundRect">
            <a:avLst/>
          </a:prstGeom>
        </p:spPr>
        <p:txBody>
          <a:bodyPr anchor="ctr"/>
          <a:lstStyle>
            <a:lvl1pPr marL="0" indent="0" algn="ctr">
              <a:buNone/>
              <a:defRPr sz="1800" baseline="0">
                <a:solidFill>
                  <a:srgbClr val="25274D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marL="0" lvl="0" indent="0" algn="ctr" defTabSz="91444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Body Copy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6D2BC763-107B-46E1-B889-22F98022920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067863" y="1919552"/>
            <a:ext cx="1688483" cy="2524759"/>
          </a:xfrm>
          <a:prstGeom prst="roundRect">
            <a:avLst/>
          </a:prstGeom>
        </p:spPr>
        <p:txBody>
          <a:bodyPr anchor="ctr"/>
          <a:lstStyle>
            <a:lvl1pPr marL="0" indent="0" algn="ctr">
              <a:buNone/>
              <a:defRPr sz="1800" baseline="0">
                <a:solidFill>
                  <a:srgbClr val="25274D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marL="0" lvl="0" indent="0" algn="ctr" defTabSz="91444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Body Copy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E409A540-921D-461D-8124-5A9066FF7B8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874384" y="3581344"/>
            <a:ext cx="1688483" cy="2524759"/>
          </a:xfrm>
          <a:prstGeom prst="roundRect">
            <a:avLst/>
          </a:prstGeom>
        </p:spPr>
        <p:txBody>
          <a:bodyPr anchor="ctr"/>
          <a:lstStyle>
            <a:lvl1pPr marL="0" indent="0" algn="ctr">
              <a:buNone/>
              <a:defRPr sz="1800" baseline="0">
                <a:solidFill>
                  <a:srgbClr val="25274D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marL="0" lvl="0" indent="0" algn="ctr" defTabSz="91444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Body Copy</a:t>
            </a:r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BF325636-CE3F-7818-B2C7-AD909A4F4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D14B9504-1402-715B-9A59-D3B2B2C1BA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2E9CCA"/>
                </a:solidFill>
                <a:latin typeface="Montserrat" panose="00000500000000000000" pitchFamily="2" charset="0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8547018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T_Image/Table/Graph +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7032DF-35B3-4D86-9108-28F10681EEAF}"/>
              </a:ext>
            </a:extLst>
          </p:cNvPr>
          <p:cNvSpPr txBox="1"/>
          <p:nvPr userDrawn="1"/>
        </p:nvSpPr>
        <p:spPr>
          <a:xfrm>
            <a:off x="0" y="6858000"/>
            <a:ext cx="5448928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Image/Table/Graph + Text</a:t>
            </a:r>
            <a:endParaRPr lang="en-IN" sz="1600" b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97DF777D-0611-43FE-BECC-3696FEE820A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7049" y="4740442"/>
            <a:ext cx="11126235" cy="1589067"/>
          </a:xfrm>
          <a:prstGeom prst="roundRect">
            <a:avLst/>
          </a:prstGeom>
        </p:spPr>
        <p:txBody>
          <a:bodyPr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25274D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Body Copy</a:t>
            </a:r>
            <a:endParaRPr lang="en-IN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032E5F9B-74B0-4E2D-9CB5-0E626C2BEC2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27050" y="1755586"/>
            <a:ext cx="11126234" cy="2852509"/>
          </a:xfrm>
          <a:prstGeom prst="roundRect">
            <a:avLst>
              <a:gd name="adj" fmla="val 9497"/>
            </a:avLst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25274D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endParaRPr lang="en-IN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4E09AE45-AA1F-E32B-E829-34412C3A4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6380944B-A361-4506-0308-8509DFF3C7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2E9CCA"/>
                </a:solidFill>
                <a:latin typeface="Montserrat" panose="00000500000000000000" pitchFamily="2" charset="0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7091973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U_Infographic + 3 element + Imag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C8F28B-A019-48FE-8FE4-1E359369A454}"/>
              </a:ext>
            </a:extLst>
          </p:cNvPr>
          <p:cNvSpPr txBox="1"/>
          <p:nvPr userDrawn="1"/>
        </p:nvSpPr>
        <p:spPr>
          <a:xfrm>
            <a:off x="0" y="6858000"/>
            <a:ext cx="8931124" cy="338554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</a:t>
            </a:r>
            <a:r>
              <a:rPr lang="fr-FR" sz="1600" b="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Infographic</a:t>
            </a:r>
            <a:r>
              <a:rPr lang="fr-FR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+ 3 </a:t>
            </a:r>
            <a:r>
              <a:rPr lang="fr-FR" sz="1600" b="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element</a:t>
            </a:r>
            <a:r>
              <a:rPr lang="fr-FR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</a:t>
            </a:r>
            <a:r>
              <a:rPr lang="fr-FR" sz="1600" b="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</a:t>
            </a:r>
            <a:r>
              <a:rPr lang="fr-FR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Image</a:t>
            </a:r>
            <a:endParaRPr lang="en-IN" sz="1600" b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96AB8482-FB25-4987-BB9E-B39F4105DC3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9547" y="1886240"/>
            <a:ext cx="3516716" cy="2203116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25274D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endParaRPr lang="en-IN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6F848E25-4674-4375-A332-50C1FA7A819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7050" y="4215791"/>
            <a:ext cx="3516717" cy="1920313"/>
          </a:xfrm>
          <a:prstGeom prst="roundRect">
            <a:avLst/>
          </a:prstGeom>
        </p:spPr>
        <p:txBody>
          <a:bodyPr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25274D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7F1147B7-9A34-4CB6-B84C-97B9DD46B01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340138" y="1886240"/>
            <a:ext cx="3516716" cy="2203116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25274D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endParaRPr lang="en-IN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3F52F2BB-01C0-40E2-904F-58759FF63DE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37641" y="4215791"/>
            <a:ext cx="3516717" cy="1920313"/>
          </a:xfrm>
          <a:prstGeom prst="roundRect">
            <a:avLst/>
          </a:prstGeom>
        </p:spPr>
        <p:txBody>
          <a:bodyPr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25274D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3A0DD8B2-E007-445B-BFF7-00E6154140D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150729" y="1886240"/>
            <a:ext cx="3516716" cy="2203116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25274D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endParaRPr lang="en-IN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62731027-2452-47F3-BF27-8348362107B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50729" y="4215791"/>
            <a:ext cx="3514220" cy="1920313"/>
          </a:xfrm>
          <a:prstGeom prst="roundRect">
            <a:avLst/>
          </a:prstGeom>
        </p:spPr>
        <p:txBody>
          <a:bodyPr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25274D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F761DBBD-F468-E0A9-7F30-7C112D4DE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54E1A870-B0C0-2A96-FA25-F4059CC7B8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2E9CCA"/>
                </a:solidFill>
                <a:latin typeface="Montserrat" panose="00000500000000000000" pitchFamily="2" charset="0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311405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Y_Infographic + Image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1">
            <a:extLst>
              <a:ext uri="{FF2B5EF4-FFF2-40B4-BE49-F238E27FC236}">
                <a16:creationId xmlns:a16="http://schemas.microsoft.com/office/drawing/2014/main" id="{2C384C08-CECB-4147-8FCD-943A5EC0D6A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49998" y="2099147"/>
            <a:ext cx="5356325" cy="3359679"/>
          </a:xfrm>
          <a:prstGeom prst="roundRect">
            <a:avLst>
              <a:gd name="adj" fmla="val 8788"/>
            </a:avLst>
          </a:prstGeom>
        </p:spPr>
        <p:txBody>
          <a:bodyPr/>
          <a:lstStyle>
            <a:lvl1pPr marL="0" indent="0">
              <a:buNone/>
              <a:defRPr sz="1800">
                <a:solidFill>
                  <a:srgbClr val="25274D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add image here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945602-2ABE-4A5C-8899-AC436D31D3B7}"/>
              </a:ext>
            </a:extLst>
          </p:cNvPr>
          <p:cNvSpPr txBox="1"/>
          <p:nvPr userDrawn="1"/>
        </p:nvSpPr>
        <p:spPr>
          <a:xfrm>
            <a:off x="0" y="6858000"/>
            <a:ext cx="7378943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Infographic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Image with bullets/numbering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108545D0-EBAD-2DFD-80F9-5627F65BBE0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31649" y="2138925"/>
            <a:ext cx="643622" cy="643622"/>
          </a:xfrm>
          <a:prstGeom prst="roundRect">
            <a:avLst>
              <a:gd name="adj" fmla="val 50000"/>
            </a:avLst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rgbClr val="29648A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354AD1BE-85F2-48C8-14A4-501F94204DA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31649" y="3018714"/>
            <a:ext cx="643622" cy="643622"/>
          </a:xfrm>
          <a:prstGeom prst="roundRect">
            <a:avLst>
              <a:gd name="adj" fmla="val 50000"/>
            </a:avLst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rgbClr val="29648A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2</a:t>
            </a:r>
            <a:endParaRPr lang="en-IN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5F89929-CECB-71F8-9B4E-5A71B4434F7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431649" y="3943587"/>
            <a:ext cx="643622" cy="643622"/>
          </a:xfrm>
          <a:prstGeom prst="roundRect">
            <a:avLst>
              <a:gd name="adj" fmla="val 50000"/>
            </a:avLst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rgbClr val="29648A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3</a:t>
            </a:r>
            <a:endParaRPr lang="en-IN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53D46109-1998-FE4D-D8FF-86C70D43C7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203335" y="2099148"/>
            <a:ext cx="4168746" cy="681707"/>
          </a:xfrm>
          <a:prstGeom prst="roundRect">
            <a:avLst/>
          </a:prstGeom>
        </p:spPr>
        <p:txBody>
          <a:bodyPr anchor="ctr"/>
          <a:lstStyle>
            <a:lvl1pPr marL="0" indent="0" algn="ctr">
              <a:buNone/>
              <a:defRPr sz="1800" b="1" baseline="0">
                <a:solidFill>
                  <a:srgbClr val="25274D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marL="0" marR="0" lvl="0" indent="0" algn="ctr" defTabSz="91444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Body Copy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C8E243E3-F07F-53A0-279B-9FD55CCE40B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03335" y="3007883"/>
            <a:ext cx="4168745" cy="660107"/>
          </a:xfrm>
          <a:prstGeom prst="roundRect">
            <a:avLst/>
          </a:prstGeom>
        </p:spPr>
        <p:txBody>
          <a:bodyPr anchor="ctr"/>
          <a:lstStyle>
            <a:lvl1pPr marL="0" indent="0" algn="ctr">
              <a:buNone/>
              <a:defRPr sz="1800" b="1" baseline="0">
                <a:solidFill>
                  <a:srgbClr val="25274D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marL="0" marR="0" lvl="0" indent="0" algn="ctr" defTabSz="91444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Body Copy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31039AE-8E77-94FB-A51A-D8417F57EB8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203335" y="3927210"/>
            <a:ext cx="4168745" cy="659999"/>
          </a:xfrm>
          <a:prstGeom prst="roundRect">
            <a:avLst/>
          </a:prstGeom>
        </p:spPr>
        <p:txBody>
          <a:bodyPr anchor="ctr"/>
          <a:lstStyle>
            <a:lvl1pPr marL="0" indent="0" algn="ctr">
              <a:buNone/>
              <a:defRPr sz="1800" b="1" baseline="0">
                <a:solidFill>
                  <a:srgbClr val="25274D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marL="0" marR="0" lvl="0" indent="0" algn="ctr" defTabSz="91444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Body Copy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F00DD5F-4E80-DC2E-A536-ED4514139E9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431649" y="4811831"/>
            <a:ext cx="643622" cy="643622"/>
          </a:xfrm>
          <a:prstGeom prst="roundRect">
            <a:avLst>
              <a:gd name="adj" fmla="val 50000"/>
            </a:avLst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rgbClr val="29648A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4</a:t>
            </a:r>
            <a:endParaRPr lang="en-IN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ABF62E0-0E71-35F1-6616-0CDD2C90D28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208683" y="4798828"/>
            <a:ext cx="4168745" cy="659999"/>
          </a:xfrm>
          <a:prstGeom prst="roundRect">
            <a:avLst/>
          </a:prstGeom>
        </p:spPr>
        <p:txBody>
          <a:bodyPr anchor="ctr"/>
          <a:lstStyle>
            <a:lvl1pPr marL="0" indent="0" algn="ctr">
              <a:buNone/>
              <a:defRPr sz="1800" b="1" baseline="0">
                <a:solidFill>
                  <a:srgbClr val="25274D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marL="0" marR="0" lvl="0" indent="0" algn="ctr" defTabSz="91444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Body Copy</a:t>
            </a:r>
          </a:p>
        </p:txBody>
      </p:sp>
      <p:sp>
        <p:nvSpPr>
          <p:cNvPr id="15" name="Title 8">
            <a:extLst>
              <a:ext uri="{FF2B5EF4-FFF2-40B4-BE49-F238E27FC236}">
                <a16:creationId xmlns:a16="http://schemas.microsoft.com/office/drawing/2014/main" id="{6623636B-28ED-7A89-7359-4021F0CF5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9F707444-1D10-2217-B45E-EDAE8E8635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2E9CCA"/>
                </a:solidFill>
                <a:latin typeface="Montserrat" panose="00000500000000000000" pitchFamily="2" charset="0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043301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Z_Comparison +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2452F3D-7620-4EBD-8019-4CC5BF89300E}"/>
              </a:ext>
            </a:extLst>
          </p:cNvPr>
          <p:cNvSpPr txBox="1"/>
          <p:nvPr userDrawn="1"/>
        </p:nvSpPr>
        <p:spPr>
          <a:xfrm>
            <a:off x="0" y="6858000"/>
            <a:ext cx="5160387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Comparison + text only</a:t>
            </a:r>
            <a:endParaRPr lang="en-IN" sz="1600" b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7B1C093A-2F1D-4ED6-8246-B962E0A911E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9998" y="2767262"/>
            <a:ext cx="5069759" cy="2995361"/>
          </a:xfrm>
          <a:prstGeom prst="roundRect">
            <a:avLst>
              <a:gd name="adj" fmla="val 6409"/>
            </a:avLst>
          </a:prstGeom>
        </p:spPr>
        <p:txBody>
          <a:bodyPr anchor="t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>
                <a:srgbClr val="EF7C00"/>
              </a:buClr>
              <a:buFont typeface="Arial" panose="020B0604020202020204" pitchFamily="34" charset="0"/>
              <a:buNone/>
              <a:defRPr lang="en-US" sz="1800" b="0" kern="1200" dirty="0" smtClean="0">
                <a:solidFill>
                  <a:srgbClr val="25274D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Body Copy  </a:t>
            </a:r>
            <a:endParaRPr lang="en-IN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AB3F157C-5874-4B78-B6EB-D34A43307C1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60725" y="2767261"/>
            <a:ext cx="5069760" cy="2995362"/>
          </a:xfrm>
          <a:prstGeom prst="roundRect">
            <a:avLst>
              <a:gd name="adj" fmla="val 6409"/>
            </a:avLst>
          </a:prstGeom>
        </p:spPr>
        <p:txBody>
          <a:bodyPr anchor="t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Clr>
                <a:srgbClr val="EF7C00"/>
              </a:buClr>
              <a:buFont typeface="Arial" panose="020B0604020202020204" pitchFamily="34" charset="0"/>
              <a:buNone/>
              <a:defRPr lang="en-IN" sz="1800" b="0" kern="1200" dirty="0">
                <a:solidFill>
                  <a:srgbClr val="25274D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Body Copy  </a:t>
            </a:r>
            <a:endParaRPr lang="en-IN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3ECBD337-B788-8EBA-2112-0DAB7E5195B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61386" y="1901560"/>
            <a:ext cx="5047474" cy="462022"/>
          </a:xfrm>
          <a:prstGeom prst="roundRect">
            <a:avLst>
              <a:gd name="adj" fmla="val 23351"/>
            </a:avLst>
          </a:prstGeom>
        </p:spPr>
        <p:txBody>
          <a:bodyPr wrap="square" anchor="t" anchorCtr="0">
            <a:spAutoFit/>
          </a:bodyPr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lang="en-US" sz="2000" b="1" kern="1200" dirty="0" smtClean="0">
                <a:solidFill>
                  <a:srgbClr val="29648A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CB3F27F6-CCC6-CF7D-A192-CFFC7955AC5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72617" y="1901559"/>
            <a:ext cx="5099464" cy="462022"/>
          </a:xfrm>
          <a:prstGeom prst="roundRect">
            <a:avLst>
              <a:gd name="adj" fmla="val 23351"/>
            </a:avLst>
          </a:prstGeom>
        </p:spPr>
        <p:txBody>
          <a:bodyPr wrap="square" anchor="t" anchorCtr="0">
            <a:spAutoFit/>
          </a:bodyPr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lang="en-US" sz="2000" b="1" kern="1200" dirty="0" smtClean="0">
                <a:solidFill>
                  <a:srgbClr val="29648A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11266D2A-FA51-3F55-77C2-386958E2A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4AB88724-7AC3-5D07-E40B-5ECB81DFFC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2E9CCA"/>
                </a:solidFill>
                <a:latin typeface="Montserrat" panose="00000500000000000000" pitchFamily="2" charset="0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9856555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AA_Equation/Formula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26708F3-E016-41F6-9851-D5056D0001FD}"/>
              </a:ext>
            </a:extLst>
          </p:cNvPr>
          <p:cNvSpPr txBox="1"/>
          <p:nvPr userDrawn="1"/>
        </p:nvSpPr>
        <p:spPr>
          <a:xfrm>
            <a:off x="0" y="6858000"/>
            <a:ext cx="5420074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Equation/Formulae + text</a:t>
            </a:r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621FF0BE-FEBA-D3A9-5801-06D01145272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49998" y="1849324"/>
            <a:ext cx="10622082" cy="558366"/>
          </a:xfrm>
          <a:prstGeom prst="roundRect">
            <a:avLst/>
          </a:prstGeom>
        </p:spPr>
        <p:txBody>
          <a:bodyPr anchor="ctr"/>
          <a:lstStyle>
            <a:lvl1pPr marL="0" indent="0" algn="ctr">
              <a:buNone/>
              <a:defRPr sz="1800" baseline="0">
                <a:solidFill>
                  <a:srgbClr val="25274D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Click to edit Body Copy</a:t>
            </a:r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E3E35873-B5E3-8E8C-F95F-132E320C198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49998" y="5346801"/>
            <a:ext cx="10622082" cy="638390"/>
          </a:xfrm>
          <a:prstGeom prst="roundRect">
            <a:avLst/>
          </a:prstGeom>
        </p:spPr>
        <p:txBody>
          <a:bodyPr anchor="ctr"/>
          <a:lstStyle>
            <a:lvl1pPr marL="0" indent="0" algn="ctr">
              <a:buNone/>
              <a:defRPr sz="1800" baseline="0">
                <a:solidFill>
                  <a:srgbClr val="25274D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Click to edit Body Copy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936CF57-A9DF-B42A-27B9-09DF643C635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49998" y="2568881"/>
            <a:ext cx="10622082" cy="2616729"/>
          </a:xfrm>
          <a:prstGeom prst="roundRect">
            <a:avLst>
              <a:gd name="adj" fmla="val 8391"/>
            </a:avLst>
          </a:prstGeom>
        </p:spPr>
        <p:txBody>
          <a:bodyPr/>
          <a:lstStyle>
            <a:lvl1pPr marL="0" indent="0">
              <a:buNone/>
              <a:defRPr sz="1800">
                <a:solidFill>
                  <a:srgbClr val="25274D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Insert formula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19FD135B-DA62-F32B-CA68-9A2BD559E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0CC3203A-6271-C85E-5D67-D1120D15CF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2E9CCA"/>
                </a:solidFill>
                <a:latin typeface="Montserrat" panose="00000500000000000000" pitchFamily="2" charset="0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1078438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BBCE7-36B5-1783-069C-E443ED804D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FAB81C-DCEB-FF75-D81B-1598D3A167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06843-92EC-548A-3CB9-E6796A628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3F75D-4688-4B8E-9E14-9186137B2A8A}" type="datetimeFigureOut">
              <a:rPr lang="en-GB" smtClean="0"/>
              <a:t>12/09/2026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8C9C6-7131-DEB3-61E6-FF7FF2D92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F5F20-C277-88F5-1CBC-1BA84182C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D4BE-250B-47A9-AB79-776E42941E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751445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4AFF2-5A10-DC41-7783-181CE97F3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711D7-3A8D-6764-A6B8-380DC913B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92B7-9DB3-275E-5A3F-40090471A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3F75D-4688-4B8E-9E14-9186137B2A8A}" type="datetimeFigureOut">
              <a:rPr lang="en-GB" smtClean="0"/>
              <a:t>12/09/2026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98234-6C4D-23FB-264D-132C032B5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67A85-AC92-BEC4-4090-0BD924DEF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D4BE-250B-47A9-AB79-776E42941E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253430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EDD75-8A6C-6D9A-BDE5-1E0B3105E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FD5EF6-30B3-0E08-10C5-7CCBFD317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BDE4BF-E016-C73A-AF63-D93F7FC3E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3F75D-4688-4B8E-9E14-9186137B2A8A}" type="datetimeFigureOut">
              <a:rPr lang="en-GB" smtClean="0"/>
              <a:t>12/09/2026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0E58F-2C14-393A-1159-F3216F654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9C580-DE13-A5E9-F145-4C57BC278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D4BE-250B-47A9-AB79-776E42941E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824678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34860-F103-F4CF-1742-7EEA38D6D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E1D09-D2EF-331E-164F-A63AD46FE2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E61381-6451-DA3C-C43E-29ADD7E0D9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EF210A-0EFE-286E-2781-447AAFF46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3F75D-4688-4B8E-9E14-9186137B2A8A}" type="datetimeFigureOut">
              <a:rPr lang="en-GB" smtClean="0"/>
              <a:t>12/09/2026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5F5BF6-345C-E1D0-8BD9-7DB71DDBC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1AAE2-FCBF-0967-C3C8-6677D661C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D4BE-250B-47A9-AB79-776E42941E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98240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5C3C3-7C2B-81E2-46EB-31FCDDF1A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740812-273F-A894-46C9-9425ECBBDF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84BFE2-8AAD-E3F4-FBE8-302BA27357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A4FF21-B2F7-2A3A-5D4E-1D50D9DA26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75C6B7-2785-3229-8C9E-F61046ABB2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DB6864-62E8-2449-CB95-70236010E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3F75D-4688-4B8E-9E14-9186137B2A8A}" type="datetimeFigureOut">
              <a:rPr lang="en-GB" smtClean="0"/>
              <a:t>12/09/2026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96550D-C51C-2182-A422-26B9C491B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E2E34D-4B3E-A04A-6971-A1B180912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D4BE-250B-47A9-AB79-776E42941E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10142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4852F-AE4D-55EA-3D93-AE89B55CB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13AD23-7C7F-274E-E5F0-4BF183B55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3F75D-4688-4B8E-9E14-9186137B2A8A}" type="datetimeFigureOut">
              <a:rPr lang="en-GB" smtClean="0"/>
              <a:t>12/09/2026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CA4717-3887-8B14-5B10-98347CFA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ED820B-C3D8-0931-5F16-D28A14031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D4BE-250B-47A9-AB79-776E42941E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694397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9AA912-0340-BBE6-413D-9781EEB82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3F75D-4688-4B8E-9E14-9186137B2A8A}" type="datetimeFigureOut">
              <a:rPr lang="en-GB" smtClean="0"/>
              <a:t>12/09/2026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13363E-0A96-5F2D-EBBB-92A56FD2A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8834C-880D-993B-A18A-6A3413D8F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D4BE-250B-47A9-AB79-776E42941E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951492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270CE-A1A0-E754-5E8B-1C5375ED5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858A8-0BCD-754D-4026-8063BEF67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A4FE92-64A3-6B45-BE9C-C1B86403C2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F1D8C1-0724-4C3B-83E3-F83B463C1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3F75D-4688-4B8E-9E14-9186137B2A8A}" type="datetimeFigureOut">
              <a:rPr lang="en-GB" smtClean="0"/>
              <a:t>12/09/2026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F07548-4CB0-9232-29AD-FEDE1C251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FEE44-2E64-4A26-944D-42F4B5232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D4BE-250B-47A9-AB79-776E42941E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812057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52761-ACC8-08EF-BE97-379F6214B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233091-2FF3-CBF8-DAD6-2B8BB5B34A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2E570D-A51B-1E11-6E6B-64A320FDD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804E54-DD12-A876-5D7B-0A4E9668F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3F75D-4688-4B8E-9E14-9186137B2A8A}" type="datetimeFigureOut">
              <a:rPr lang="en-GB" smtClean="0"/>
              <a:t>12/09/2026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2F8BC9-2CCB-FAAD-4EA4-A2411A0BA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4C6831-2D0D-284E-6B5D-4BDA0C24C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D4BE-250B-47A9-AB79-776E42941E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322837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265B1-0D4B-4F3B-411D-1CD443198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3C0543-4491-CB3E-1038-AE14926396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713F6-E7CA-3802-320B-E15B0D508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3F75D-4688-4B8E-9E14-9186137B2A8A}" type="datetimeFigureOut">
              <a:rPr lang="en-GB" smtClean="0"/>
              <a:t>12/09/2026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402832-4E57-AAD2-8A4C-924F3B55F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1F63B-67BC-F5A8-E523-F45559276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D4BE-250B-47A9-AB79-776E42941E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10671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4B64FE-785B-1654-CE84-D282755274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A96E8E-BB30-C842-3C32-B69F74684C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5F403-0E45-FB29-A26A-8BA6002AE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3F75D-4688-4B8E-9E14-9186137B2A8A}" type="datetimeFigureOut">
              <a:rPr lang="en-GB" smtClean="0"/>
              <a:t>12/09/2026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01EAB-34E1-472E-D668-366ED63DC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47F2B-E46D-75BC-21A3-3D882A75C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D4BE-250B-47A9-AB79-776E42941E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928978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1B_Intro-Ou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DA01D6C-0D74-CFC2-E395-37A4DEF1D12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0705" b="3325"/>
          <a:stretch/>
        </p:blipFill>
        <p:spPr bwMode="auto">
          <a:xfrm>
            <a:off x="-1" y="1045130"/>
            <a:ext cx="12192000" cy="5812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DDA90D5-45BF-723E-679A-1C51919C9658}"/>
              </a:ext>
            </a:extLst>
          </p:cNvPr>
          <p:cNvSpPr/>
          <p:nvPr userDrawn="1"/>
        </p:nvSpPr>
        <p:spPr>
          <a:xfrm>
            <a:off x="3524435" y="0"/>
            <a:ext cx="8667566" cy="2050742"/>
          </a:xfrm>
          <a:prstGeom prst="rect">
            <a:avLst/>
          </a:prstGeom>
          <a:solidFill>
            <a:srgbClr val="2E9C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8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2A0986-2A0A-4113-A5C8-083B18CC8085}"/>
              </a:ext>
            </a:extLst>
          </p:cNvPr>
          <p:cNvSpPr txBox="1"/>
          <p:nvPr userDrawn="1"/>
        </p:nvSpPr>
        <p:spPr>
          <a:xfrm>
            <a:off x="0" y="6858000"/>
            <a:ext cx="8865936" cy="338554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INTRO / OUTRO: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Generally white base with the large school logo</a:t>
            </a:r>
            <a:endParaRPr lang="en-IN" sz="1600" b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B06213-B72A-18DA-4EFB-EE75CA12DCAC}"/>
              </a:ext>
            </a:extLst>
          </p:cNvPr>
          <p:cNvSpPr/>
          <p:nvPr userDrawn="1"/>
        </p:nvSpPr>
        <p:spPr>
          <a:xfrm>
            <a:off x="0" y="0"/>
            <a:ext cx="3524435" cy="20507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A2C2C4FC-4FD8-3576-E774-C99807A2D77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22" y="86976"/>
            <a:ext cx="1876790" cy="187679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EF2DDFB-B7F6-8CED-9CE0-606FBECDB9A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52909" y="399495"/>
            <a:ext cx="7731791" cy="134940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3200" b="1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009BDB"/>
                </a:solidFill>
              </a:defRPr>
            </a:lvl2pPr>
            <a:lvl3pPr>
              <a:defRPr>
                <a:solidFill>
                  <a:srgbClr val="009BDB"/>
                </a:solidFill>
              </a:defRPr>
            </a:lvl3pPr>
            <a:lvl4pPr>
              <a:defRPr>
                <a:solidFill>
                  <a:srgbClr val="009BDB"/>
                </a:solidFill>
              </a:defRPr>
            </a:lvl4pPr>
            <a:lvl5pPr>
              <a:defRPr>
                <a:solidFill>
                  <a:srgbClr val="009BDB"/>
                </a:solidFill>
              </a:defRPr>
            </a:lvl5pPr>
          </a:lstStyle>
          <a:p>
            <a:pPr lvl="0"/>
            <a:r>
              <a:rPr lang="en-US"/>
              <a:t>Video title will come here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29317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C_Vide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3246B9A-5732-5C1E-5597-8D4099C8942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6" r="1087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B2A0986-2A0A-4113-A5C8-083B18CC8085}"/>
              </a:ext>
            </a:extLst>
          </p:cNvPr>
          <p:cNvSpPr txBox="1"/>
          <p:nvPr userDrawn="1"/>
        </p:nvSpPr>
        <p:spPr>
          <a:xfrm>
            <a:off x="-1" y="6858000"/>
            <a:ext cx="11376837" cy="338554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Video Title Screen: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BG image/pattern screen </a:t>
            </a:r>
            <a:r>
              <a:rPr lang="en-US" sz="1600" b="0" i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(pre-defined)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 smaller school logo </a:t>
            </a:r>
            <a:r>
              <a:rPr lang="en-US" sz="1600" b="0" i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(as per approved design)</a:t>
            </a:r>
            <a:endParaRPr lang="en-IN" sz="1600" b="0" i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5563DF6-6E14-4C8D-85E7-1155F8C29F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9999" y="2482074"/>
            <a:ext cx="5346000" cy="189385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3200" b="1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009BDB"/>
                </a:solidFill>
              </a:defRPr>
            </a:lvl2pPr>
            <a:lvl3pPr>
              <a:defRPr>
                <a:solidFill>
                  <a:srgbClr val="009BDB"/>
                </a:solidFill>
              </a:defRPr>
            </a:lvl3pPr>
            <a:lvl4pPr>
              <a:defRPr>
                <a:solidFill>
                  <a:srgbClr val="009BDB"/>
                </a:solidFill>
              </a:defRPr>
            </a:lvl4pPr>
            <a:lvl5pPr>
              <a:defRPr>
                <a:solidFill>
                  <a:srgbClr val="009BDB"/>
                </a:solidFill>
              </a:defRPr>
            </a:lvl5pPr>
          </a:lstStyle>
          <a:p>
            <a:pPr lvl="0"/>
            <a:r>
              <a:rPr lang="en-US"/>
              <a:t>Video title will come here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7687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23">
          <p15:clr>
            <a:srgbClr val="FBAE40"/>
          </p15:clr>
        </p15:guide>
        <p15:guide id="3" orient="horz" pos="1737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A_Title +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B9010A5-3E72-49FB-A931-C6B57ACEC48A}"/>
              </a:ext>
            </a:extLst>
          </p:cNvPr>
          <p:cNvSpPr txBox="1"/>
          <p:nvPr userDrawn="1"/>
        </p:nvSpPr>
        <p:spPr>
          <a:xfrm>
            <a:off x="0" y="6858000"/>
            <a:ext cx="3934090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Blank Slide</a:t>
            </a:r>
            <a:endParaRPr lang="en-IN" sz="1600" b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BC3AC56D-CB69-C2DC-7682-91B7D5AF1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1EE1CA9B-2D8D-90CD-1B73-D84F85AD5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2E9CCA"/>
                </a:solidFill>
                <a:latin typeface="Montserrat" panose="00000500000000000000" pitchFamily="2" charset="0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213432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opic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A7A19495-89EC-78C0-4A8B-9FD3BA43151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9999" y="2482074"/>
            <a:ext cx="5346000" cy="189385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3200" b="1">
                <a:solidFill>
                  <a:srgbClr val="25274D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009BDB"/>
                </a:solidFill>
              </a:defRPr>
            </a:lvl2pPr>
            <a:lvl3pPr>
              <a:defRPr>
                <a:solidFill>
                  <a:srgbClr val="009BDB"/>
                </a:solidFill>
              </a:defRPr>
            </a:lvl3pPr>
            <a:lvl4pPr>
              <a:defRPr>
                <a:solidFill>
                  <a:srgbClr val="009BDB"/>
                </a:solidFill>
              </a:defRPr>
            </a:lvl4pPr>
            <a:lvl5pPr>
              <a:defRPr>
                <a:solidFill>
                  <a:srgbClr val="009BDB"/>
                </a:solidFill>
              </a:defRPr>
            </a:lvl5pPr>
          </a:lstStyle>
          <a:p>
            <a:pPr lvl="0"/>
            <a:r>
              <a:rPr lang="en-US"/>
              <a:t>Topic title will come here</a:t>
            </a:r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3570D88-FF17-664B-5ED4-B94300A22A58}"/>
              </a:ext>
            </a:extLst>
          </p:cNvPr>
          <p:cNvSpPr/>
          <p:nvPr userDrawn="1"/>
        </p:nvSpPr>
        <p:spPr>
          <a:xfrm>
            <a:off x="-1696983" y="3318331"/>
            <a:ext cx="5410200" cy="5410200"/>
          </a:xfrm>
          <a:prstGeom prst="ellipse">
            <a:avLst/>
          </a:prstGeom>
          <a:solidFill>
            <a:srgbClr val="2E9CCA">
              <a:alpha val="40000"/>
            </a:srgbClr>
          </a:soli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84299F5-B404-C73D-E391-864D8AE9FB67}"/>
              </a:ext>
            </a:extLst>
          </p:cNvPr>
          <p:cNvSpPr/>
          <p:nvPr userDrawn="1"/>
        </p:nvSpPr>
        <p:spPr>
          <a:xfrm>
            <a:off x="8478785" y="-1576506"/>
            <a:ext cx="5410200" cy="5410200"/>
          </a:xfrm>
          <a:prstGeom prst="ellipse">
            <a:avLst/>
          </a:prstGeom>
          <a:solidFill>
            <a:srgbClr val="464866">
              <a:alpha val="30196"/>
            </a:srgbClr>
          </a:soli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58DC3F5-A776-A6D4-39D9-02ED8452FAE0}"/>
              </a:ext>
            </a:extLst>
          </p:cNvPr>
          <p:cNvCxnSpPr/>
          <p:nvPr userDrawn="1"/>
        </p:nvCxnSpPr>
        <p:spPr>
          <a:xfrm>
            <a:off x="739366" y="4375925"/>
            <a:ext cx="1012710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055017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Y_Infographic + Image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1">
            <a:extLst>
              <a:ext uri="{FF2B5EF4-FFF2-40B4-BE49-F238E27FC236}">
                <a16:creationId xmlns:a16="http://schemas.microsoft.com/office/drawing/2014/main" id="{2C384C08-CECB-4147-8FCD-943A5EC0D6A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49998" y="2099147"/>
            <a:ext cx="5356325" cy="3359679"/>
          </a:xfrm>
          <a:prstGeom prst="roundRect">
            <a:avLst>
              <a:gd name="adj" fmla="val 8788"/>
            </a:avLst>
          </a:prstGeom>
        </p:spPr>
        <p:txBody>
          <a:bodyPr/>
          <a:lstStyle>
            <a:lvl1pPr marL="0" indent="0">
              <a:buNone/>
              <a:defRPr sz="1800">
                <a:solidFill>
                  <a:srgbClr val="25274D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add image here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945602-2ABE-4A5C-8899-AC436D31D3B7}"/>
              </a:ext>
            </a:extLst>
          </p:cNvPr>
          <p:cNvSpPr txBox="1"/>
          <p:nvPr userDrawn="1"/>
        </p:nvSpPr>
        <p:spPr>
          <a:xfrm>
            <a:off x="0" y="6858000"/>
            <a:ext cx="7378943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Infographic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Image with bullets/numbering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108545D0-EBAD-2DFD-80F9-5627F65BBE0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31649" y="2138925"/>
            <a:ext cx="643622" cy="643622"/>
          </a:xfrm>
          <a:prstGeom prst="roundRect">
            <a:avLst>
              <a:gd name="adj" fmla="val 50000"/>
            </a:avLst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rgbClr val="29648A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354AD1BE-85F2-48C8-14A4-501F94204DA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31649" y="3018714"/>
            <a:ext cx="643622" cy="643622"/>
          </a:xfrm>
          <a:prstGeom prst="roundRect">
            <a:avLst>
              <a:gd name="adj" fmla="val 50000"/>
            </a:avLst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rgbClr val="29648A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2</a:t>
            </a:r>
            <a:endParaRPr lang="en-IN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5F89929-CECB-71F8-9B4E-5A71B4434F7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431649" y="3943587"/>
            <a:ext cx="643622" cy="643622"/>
          </a:xfrm>
          <a:prstGeom prst="roundRect">
            <a:avLst>
              <a:gd name="adj" fmla="val 50000"/>
            </a:avLst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rgbClr val="29648A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3</a:t>
            </a:r>
            <a:endParaRPr lang="en-IN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53D46109-1998-FE4D-D8FF-86C70D43C7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203335" y="2099148"/>
            <a:ext cx="4168746" cy="681707"/>
          </a:xfrm>
          <a:prstGeom prst="roundRect">
            <a:avLst/>
          </a:prstGeom>
        </p:spPr>
        <p:txBody>
          <a:bodyPr anchor="ctr"/>
          <a:lstStyle>
            <a:lvl1pPr marL="0" indent="0" algn="ctr">
              <a:buNone/>
              <a:defRPr sz="1800" b="1" baseline="0">
                <a:solidFill>
                  <a:srgbClr val="25274D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marL="0" marR="0" lvl="0" indent="0" algn="ctr" defTabSz="91444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Body Copy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C8E243E3-F07F-53A0-279B-9FD55CCE40B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03335" y="3007883"/>
            <a:ext cx="4168745" cy="660107"/>
          </a:xfrm>
          <a:prstGeom prst="roundRect">
            <a:avLst/>
          </a:prstGeom>
        </p:spPr>
        <p:txBody>
          <a:bodyPr anchor="ctr"/>
          <a:lstStyle>
            <a:lvl1pPr marL="0" indent="0" algn="ctr">
              <a:buNone/>
              <a:defRPr sz="1800" b="1" baseline="0">
                <a:solidFill>
                  <a:srgbClr val="25274D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marL="0" marR="0" lvl="0" indent="0" algn="ctr" defTabSz="91444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Body Copy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31039AE-8E77-94FB-A51A-D8417F57EB8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203335" y="3927210"/>
            <a:ext cx="4168745" cy="659999"/>
          </a:xfrm>
          <a:prstGeom prst="roundRect">
            <a:avLst/>
          </a:prstGeom>
        </p:spPr>
        <p:txBody>
          <a:bodyPr anchor="ctr"/>
          <a:lstStyle>
            <a:lvl1pPr marL="0" indent="0" algn="ctr">
              <a:buNone/>
              <a:defRPr sz="1800" b="1" baseline="0">
                <a:solidFill>
                  <a:srgbClr val="25274D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marL="0" marR="0" lvl="0" indent="0" algn="ctr" defTabSz="91444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Body Copy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F00DD5F-4E80-DC2E-A536-ED4514139E9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431649" y="4811831"/>
            <a:ext cx="643622" cy="643622"/>
          </a:xfrm>
          <a:prstGeom prst="roundRect">
            <a:avLst>
              <a:gd name="adj" fmla="val 50000"/>
            </a:avLst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rgbClr val="29648A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4</a:t>
            </a:r>
            <a:endParaRPr lang="en-IN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ABF62E0-0E71-35F1-6616-0CDD2C90D28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208683" y="4798828"/>
            <a:ext cx="4168745" cy="659999"/>
          </a:xfrm>
          <a:prstGeom prst="roundRect">
            <a:avLst/>
          </a:prstGeom>
        </p:spPr>
        <p:txBody>
          <a:bodyPr anchor="ctr"/>
          <a:lstStyle>
            <a:lvl1pPr marL="0" indent="0" algn="ctr">
              <a:buNone/>
              <a:defRPr sz="1800" b="1" baseline="0">
                <a:solidFill>
                  <a:srgbClr val="25274D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marL="0" marR="0" lvl="0" indent="0" algn="ctr" defTabSz="91444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Body Copy</a:t>
            </a:r>
          </a:p>
        </p:txBody>
      </p:sp>
      <p:sp>
        <p:nvSpPr>
          <p:cNvPr id="15" name="Title 8">
            <a:extLst>
              <a:ext uri="{FF2B5EF4-FFF2-40B4-BE49-F238E27FC236}">
                <a16:creationId xmlns:a16="http://schemas.microsoft.com/office/drawing/2014/main" id="{6623636B-28ED-7A89-7359-4021F0CF5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9F707444-1D10-2217-B45E-EDAE8E8635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2E9CCA"/>
                </a:solidFill>
                <a:latin typeface="Montserrat" panose="00000500000000000000" pitchFamily="2" charset="0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4756943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B_Intro-Ou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DDA90D5-45BF-723E-679A-1C51919C9658}"/>
              </a:ext>
            </a:extLst>
          </p:cNvPr>
          <p:cNvSpPr/>
          <p:nvPr userDrawn="1"/>
        </p:nvSpPr>
        <p:spPr>
          <a:xfrm>
            <a:off x="1" y="5709685"/>
            <a:ext cx="3625701" cy="11483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8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2A0986-2A0A-4113-A5C8-083B18CC8085}"/>
              </a:ext>
            </a:extLst>
          </p:cNvPr>
          <p:cNvSpPr txBox="1"/>
          <p:nvPr userDrawn="1"/>
        </p:nvSpPr>
        <p:spPr>
          <a:xfrm>
            <a:off x="0" y="6858000"/>
            <a:ext cx="8865936" cy="338554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INTRO / OUTRO: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Generally white base with the large school logo</a:t>
            </a:r>
            <a:endParaRPr lang="en-IN" sz="1600" b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DB702A6-16B0-A00B-F9FE-698CE23B83B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00912" y="2665256"/>
            <a:ext cx="4590175" cy="1527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61651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A_Detai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A7B58D3-6734-4301-B13C-AF9EDAD6EC2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620628462"/>
              </p:ext>
            </p:extLst>
          </p:nvPr>
        </p:nvGraphicFramePr>
        <p:xfrm>
          <a:off x="1031966" y="1003510"/>
          <a:ext cx="10321835" cy="5408105"/>
        </p:xfrm>
        <a:graphic>
          <a:graphicData uri="http://schemas.openxmlformats.org/drawingml/2006/table">
            <a:tbl>
              <a:tblPr firstRow="1" firstCol="1" bandRow="1"/>
              <a:tblGrid>
                <a:gridCol w="2335265">
                  <a:extLst>
                    <a:ext uri="{9D8B030D-6E8A-4147-A177-3AD203B41FA5}">
                      <a16:colId xmlns:a16="http://schemas.microsoft.com/office/drawing/2014/main" val="3108906838"/>
                    </a:ext>
                  </a:extLst>
                </a:gridCol>
                <a:gridCol w="7986570">
                  <a:extLst>
                    <a:ext uri="{9D8B030D-6E8A-4147-A177-3AD203B41FA5}">
                      <a16:colId xmlns:a16="http://schemas.microsoft.com/office/drawing/2014/main" val="1414263628"/>
                    </a:ext>
                  </a:extLst>
                </a:gridCol>
              </a:tblGrid>
              <a:tr h="28050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baseline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Course Name</a:t>
                      </a:r>
                      <a:endParaRPr lang="en-IN" sz="1600" baseline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6368902"/>
                  </a:ext>
                </a:extLst>
              </a:tr>
              <a:tr h="28050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baseline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Module #</a:t>
                      </a:r>
                      <a:endParaRPr lang="en-IN" sz="1600" baseline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2105440"/>
                  </a:ext>
                </a:extLst>
              </a:tr>
              <a:tr h="28050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baseline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Module Name</a:t>
                      </a:r>
                      <a:endParaRPr lang="en-IN" sz="1600" baseline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n-US" sz="1600" i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3634481"/>
                  </a:ext>
                </a:extLst>
              </a:tr>
              <a:tr h="28050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baseline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Video Title</a:t>
                      </a:r>
                      <a:endParaRPr lang="en-IN" sz="1600" baseline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n-US" sz="1600" i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229953"/>
                  </a:ext>
                </a:extLst>
              </a:tr>
              <a:tr h="28384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baseline="0" err="1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Stringout</a:t>
                      </a:r>
                      <a:r>
                        <a:rPr lang="en-US" sz="1600" b="1" baseline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Link</a:t>
                      </a:r>
                      <a:endParaRPr lang="en-IN" sz="1600" baseline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4194682"/>
                  </a:ext>
                </a:extLst>
              </a:tr>
              <a:tr h="166670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baseline="0" err="1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Stringout</a:t>
                      </a:r>
                      <a:r>
                        <a:rPr lang="en-US" sz="1600" b="1" baseline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Timestamp</a:t>
                      </a:r>
                      <a:endParaRPr lang="en-IN" sz="1600" baseline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9917794"/>
                  </a:ext>
                </a:extLst>
              </a:tr>
              <a:tr h="136463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baseline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Video Overview</a:t>
                      </a:r>
                      <a:r>
                        <a:rPr lang="en-US" sz="1600" b="1" i="1" baseline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N" sz="1600" baseline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0" i="1" baseline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(To be used as a Narrative)</a:t>
                      </a:r>
                      <a:endParaRPr lang="en-IN" sz="1600" b="0" baseline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2186714"/>
                  </a:ext>
                </a:extLst>
              </a:tr>
              <a:tr h="5191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baseline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Big Idea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600" b="1" baseline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600" baseline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800" b="0" u="none" strike="sngStrike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0682389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3A6C208C-DC5A-4B23-A131-D79B4B415CDA}"/>
              </a:ext>
            </a:extLst>
          </p:cNvPr>
          <p:cNvSpPr txBox="1"/>
          <p:nvPr userDrawn="1"/>
        </p:nvSpPr>
        <p:spPr>
          <a:xfrm>
            <a:off x="3445789" y="404410"/>
            <a:ext cx="53004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solidFill>
                  <a:srgbClr val="25274D"/>
                </a:solidFill>
                <a:latin typeface="+mn-lt"/>
              </a:rPr>
              <a:t>Course and Video Details</a:t>
            </a:r>
            <a:endParaRPr lang="en-IN" sz="2800" b="1">
              <a:solidFill>
                <a:srgbClr val="25274D"/>
              </a:solidFill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838700-1098-836F-FE8B-F344A908B9BA}"/>
              </a:ext>
            </a:extLst>
          </p:cNvPr>
          <p:cNvSpPr txBox="1"/>
          <p:nvPr userDrawn="1"/>
        </p:nvSpPr>
        <p:spPr>
          <a:xfrm>
            <a:off x="0" y="6858000"/>
            <a:ext cx="8865936" cy="338554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COURSE DETAILS: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Course and Video details for common purposes</a:t>
            </a:r>
            <a:endParaRPr lang="en-IN" sz="1600" b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85188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E_Check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C8F28B-A019-48FE-8FE4-1E359369A454}"/>
              </a:ext>
            </a:extLst>
          </p:cNvPr>
          <p:cNvSpPr txBox="1"/>
          <p:nvPr userDrawn="1"/>
        </p:nvSpPr>
        <p:spPr>
          <a:xfrm>
            <a:off x="0" y="6858000"/>
            <a:ext cx="3728906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Checklist</a:t>
            </a: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5E33EDF2-B26D-50FE-F05A-D9A137E3474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82555" y="1886101"/>
            <a:ext cx="4165829" cy="871200"/>
          </a:xfrm>
          <a:prstGeom prst="round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 smtClean="0">
                <a:solidFill>
                  <a:srgbClr val="25274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99F893E4-4CAA-13E5-087E-6AD5ED21947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682555" y="2838847"/>
            <a:ext cx="4165829" cy="871200"/>
          </a:xfrm>
          <a:prstGeom prst="round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 smtClean="0">
                <a:solidFill>
                  <a:srgbClr val="25274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B8981D9-E0E4-13A8-9B00-8145A097E3A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268150" y="1886100"/>
            <a:ext cx="4165829" cy="871200"/>
          </a:xfrm>
          <a:prstGeom prst="round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 smtClean="0">
                <a:solidFill>
                  <a:srgbClr val="25274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46E6F6BC-4CF2-B8C6-059C-34756205C28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268150" y="2838847"/>
            <a:ext cx="4165829" cy="871200"/>
          </a:xfrm>
          <a:prstGeom prst="round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 smtClean="0">
                <a:solidFill>
                  <a:srgbClr val="25274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990BABEC-28BC-417C-B69F-C6074932CDF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690577" y="3819176"/>
            <a:ext cx="4165829" cy="871200"/>
          </a:xfrm>
          <a:prstGeom prst="round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 smtClean="0">
                <a:solidFill>
                  <a:srgbClr val="25274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D850764-05C6-4034-6C0A-E9FF1083C09F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690577" y="4771922"/>
            <a:ext cx="4165829" cy="871200"/>
          </a:xfrm>
          <a:prstGeom prst="round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 smtClean="0">
                <a:solidFill>
                  <a:srgbClr val="25274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9E9FE559-9F5C-CD86-37EB-4CDE667BC10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276172" y="3819175"/>
            <a:ext cx="4165829" cy="871200"/>
          </a:xfrm>
          <a:prstGeom prst="round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 smtClean="0">
                <a:solidFill>
                  <a:srgbClr val="25274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78A8580F-C393-9852-EC4C-5BD28EBEEEF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276172" y="4771922"/>
            <a:ext cx="4165829" cy="871200"/>
          </a:xfrm>
          <a:prstGeom prst="roundRect">
            <a:avLst/>
          </a:prstGeom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 smtClean="0">
                <a:solidFill>
                  <a:srgbClr val="25274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7BD176CA-1A88-C1A7-DED1-044F8833CE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04323" y="1934325"/>
            <a:ext cx="720000" cy="720000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0F1626"/>
                </a:solidFill>
                <a:latin typeface="+mn-lt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86D3EDAB-3D38-1D8C-E9A2-BAB3B9836CDE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804323" y="2906263"/>
            <a:ext cx="720000" cy="720000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0F1626"/>
                </a:solidFill>
                <a:latin typeface="+mn-lt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25C7E817-AA9D-49F6-E4EB-E6BFAE9606C5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812345" y="3867398"/>
            <a:ext cx="720000" cy="720000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0F1626"/>
                </a:solidFill>
                <a:latin typeface="+mn-lt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25" name="Picture Placeholder 4">
            <a:extLst>
              <a:ext uri="{FF2B5EF4-FFF2-40B4-BE49-F238E27FC236}">
                <a16:creationId xmlns:a16="http://schemas.microsoft.com/office/drawing/2014/main" id="{0248AD29-2DF7-299F-3ACF-C9CE5F977534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812345" y="4839336"/>
            <a:ext cx="720000" cy="720000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0F1626"/>
                </a:solidFill>
                <a:latin typeface="+mn-lt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26" name="Picture Placeholder 4">
            <a:extLst>
              <a:ext uri="{FF2B5EF4-FFF2-40B4-BE49-F238E27FC236}">
                <a16:creationId xmlns:a16="http://schemas.microsoft.com/office/drawing/2014/main" id="{57B07EBB-8FF3-C141-3147-93BC95FF907A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6399609" y="1945536"/>
            <a:ext cx="720000" cy="720000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0F1626"/>
                </a:solidFill>
                <a:latin typeface="+mn-lt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B6847BD5-D80D-026D-157E-3C12F04F155D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6399609" y="2917474"/>
            <a:ext cx="720000" cy="720000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0F1626"/>
                </a:solidFill>
                <a:latin typeface="+mn-lt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E0EC7AF2-F1E8-2054-94B0-231B7304E42E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407631" y="3878609"/>
            <a:ext cx="720000" cy="720000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0F1626"/>
                </a:solidFill>
                <a:latin typeface="+mn-lt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34" name="Picture Placeholder 4">
            <a:extLst>
              <a:ext uri="{FF2B5EF4-FFF2-40B4-BE49-F238E27FC236}">
                <a16:creationId xmlns:a16="http://schemas.microsoft.com/office/drawing/2014/main" id="{945FF0DB-2BD6-18E6-92BE-16DD80EF0296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6407631" y="4850547"/>
            <a:ext cx="720000" cy="720000"/>
          </a:xfrm>
          <a:prstGeom prst="round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0F1626"/>
                </a:solidFill>
                <a:latin typeface="+mn-lt"/>
              </a:defRPr>
            </a:lvl1pPr>
          </a:lstStyle>
          <a:p>
            <a:r>
              <a:rPr lang="en-IN"/>
              <a:t>Icon</a:t>
            </a:r>
          </a:p>
        </p:txBody>
      </p:sp>
      <p:sp>
        <p:nvSpPr>
          <p:cNvPr id="15" name="Title 8">
            <a:extLst>
              <a:ext uri="{FF2B5EF4-FFF2-40B4-BE49-F238E27FC236}">
                <a16:creationId xmlns:a16="http://schemas.microsoft.com/office/drawing/2014/main" id="{B94D2C22-C390-0A30-5FEB-D5DDFA5AC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88684332-C22A-038B-9369-5C158470E0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2E9CCA"/>
                </a:solidFill>
                <a:latin typeface="Montserrat" panose="00000500000000000000" pitchFamily="2" charset="0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8613404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B_Image + Text (right, botto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5">
            <a:extLst>
              <a:ext uri="{FF2B5EF4-FFF2-40B4-BE49-F238E27FC236}">
                <a16:creationId xmlns:a16="http://schemas.microsoft.com/office/drawing/2014/main" id="{99520A56-D72C-4FA3-B7E0-A9002D1E3C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3" r="613"/>
          <a:stretch/>
        </p:blipFill>
        <p:spPr>
          <a:xfrm>
            <a:off x="0" y="-90792"/>
            <a:ext cx="12192000" cy="6948792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CA81B57-1484-CED2-DAC9-83D4BB29E9A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-90792"/>
            <a:ext cx="12191999" cy="6948792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23C42030-9FE6-5646-2913-7B63BEB9B2F4}"/>
              </a:ext>
            </a:extLst>
          </p:cNvPr>
          <p:cNvSpPr/>
          <p:nvPr userDrawn="1"/>
        </p:nvSpPr>
        <p:spPr>
          <a:xfrm rot="16200000" flipH="1">
            <a:off x="8451870" y="2118646"/>
            <a:ext cx="1717411" cy="5762852"/>
          </a:xfrm>
          <a:prstGeom prst="round2SameRect">
            <a:avLst>
              <a:gd name="adj1" fmla="val 12952"/>
              <a:gd name="adj2" fmla="val 0"/>
            </a:avLst>
          </a:prstGeom>
          <a:solidFill>
            <a:srgbClr val="2E9CCA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1D8D30B8-46AB-4F42-8A3D-E7965872C80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933309" y="4254951"/>
            <a:ext cx="4754531" cy="1490241"/>
          </a:xfrm>
          <a:prstGeom prst="roundRect">
            <a:avLst>
              <a:gd name="adj" fmla="val 0"/>
            </a:avLst>
          </a:prstGeom>
          <a:noFill/>
        </p:spPr>
        <p:txBody>
          <a:bodyPr lIns="180000" tIns="180000" rIns="180000" bIns="180000" anchor="ctr" anchorCtr="0">
            <a:noAutofit/>
          </a:bodyPr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  <a:defRPr lang="en-US" sz="1800" b="0" kern="1200" dirty="0" smtClean="0">
                <a:solidFill>
                  <a:schemeClr val="bg1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algn="ctr"/>
            <a:r>
              <a:rPr lang="en-US" sz="1867"/>
              <a:t>Click to edit text.</a:t>
            </a:r>
            <a:endParaRPr lang="en-GB" sz="1867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E51CCF-6A59-6BFC-A3D0-4978E665B1FE}"/>
              </a:ext>
            </a:extLst>
          </p:cNvPr>
          <p:cNvSpPr txBox="1"/>
          <p:nvPr userDrawn="1"/>
        </p:nvSpPr>
        <p:spPr>
          <a:xfrm>
            <a:off x="-1" y="6864756"/>
            <a:ext cx="8784777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BLEED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BG Image + NO Headers + OST Text (Right, position: as it looks best)</a:t>
            </a:r>
            <a:endParaRPr lang="en-IN" sz="1600" b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41149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C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C8F28B-A019-48FE-8FE4-1E359369A454}"/>
              </a:ext>
            </a:extLst>
          </p:cNvPr>
          <p:cNvSpPr txBox="1"/>
          <p:nvPr userDrawn="1"/>
        </p:nvSpPr>
        <p:spPr>
          <a:xfrm>
            <a:off x="0" y="6858000"/>
            <a:ext cx="3531736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Quotes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1E2F8585-3C89-2D09-DC6F-B0E1F451EA7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71371" y="2528435"/>
            <a:ext cx="4805966" cy="2318328"/>
          </a:xfrm>
          <a:prstGeom prst="rect">
            <a:avLst/>
          </a:prstGeom>
        </p:spPr>
        <p:txBody>
          <a:bodyPr/>
          <a:lstStyle>
            <a:lvl1pPr marL="228611" indent="-228611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2E9CCA"/>
              </a:buClr>
              <a:buSzPct val="125000"/>
              <a:defRPr lang="en-US" sz="1800" b="0" kern="1200" dirty="0" smtClean="0">
                <a:solidFill>
                  <a:srgbClr val="25274D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  <a:lvl2pPr marL="474157" indent="-23178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0000"/>
              <a:buFont typeface="Arial" panose="020B0604020202020204" pitchFamily="34" charset="0"/>
              <a:buChar char="○"/>
              <a:defRPr sz="1867">
                <a:solidFill>
                  <a:schemeClr val="tx1"/>
                </a:solidFill>
                <a:latin typeface="+mn-lt"/>
              </a:defRPr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</a:lstStyle>
          <a:p>
            <a:pPr marL="242371" lvl="0" indent="-242371" algn="l" defTabSz="914446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/>
              <a:t>Quote</a:t>
            </a:r>
            <a:endParaRPr lang="en-IN"/>
          </a:p>
        </p:txBody>
      </p:sp>
      <p:grpSp>
        <p:nvGrpSpPr>
          <p:cNvPr id="17" name="Group 29">
            <a:extLst>
              <a:ext uri="{FF2B5EF4-FFF2-40B4-BE49-F238E27FC236}">
                <a16:creationId xmlns:a16="http://schemas.microsoft.com/office/drawing/2014/main" id="{D758CE2F-C77D-D143-9C32-F8BC30F19D7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6084333" y="2058194"/>
            <a:ext cx="5357668" cy="3637916"/>
            <a:chOff x="676" y="1349"/>
            <a:chExt cx="3564" cy="2420"/>
          </a:xfrm>
        </p:grpSpPr>
        <p:sp>
          <p:nvSpPr>
            <p:cNvPr id="18" name="Freeform 30">
              <a:extLst>
                <a:ext uri="{FF2B5EF4-FFF2-40B4-BE49-F238E27FC236}">
                  <a16:creationId xmlns:a16="http://schemas.microsoft.com/office/drawing/2014/main" id="{9D790D4B-DE54-77DC-E54D-0489BF7C3A64}"/>
                </a:ext>
              </a:extLst>
            </p:cNvPr>
            <p:cNvSpPr>
              <a:spLocks/>
            </p:cNvSpPr>
            <p:nvPr/>
          </p:nvSpPr>
          <p:spPr bwMode="auto">
            <a:xfrm>
              <a:off x="938" y="1349"/>
              <a:ext cx="169" cy="226"/>
            </a:xfrm>
            <a:custGeom>
              <a:avLst/>
              <a:gdLst>
                <a:gd name="T0" fmla="*/ 82 w 119"/>
                <a:gd name="T1" fmla="*/ 0 h 174"/>
                <a:gd name="T2" fmla="*/ 13 w 119"/>
                <a:gd name="T3" fmla="*/ 96 h 174"/>
                <a:gd name="T4" fmla="*/ 41 w 119"/>
                <a:gd name="T5" fmla="*/ 162 h 174"/>
                <a:gd name="T6" fmla="*/ 101 w 119"/>
                <a:gd name="T7" fmla="*/ 132 h 174"/>
                <a:gd name="T8" fmla="*/ 70 w 119"/>
                <a:gd name="T9" fmla="*/ 70 h 174"/>
                <a:gd name="T10" fmla="*/ 110 w 119"/>
                <a:gd name="T11" fmla="*/ 1 h 174"/>
                <a:gd name="T12" fmla="*/ 82 w 119"/>
                <a:gd name="T13" fmla="*/ 0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174">
                  <a:moveTo>
                    <a:pt x="82" y="0"/>
                  </a:moveTo>
                  <a:cubicBezTo>
                    <a:pt x="82" y="0"/>
                    <a:pt x="21" y="44"/>
                    <a:pt x="13" y="96"/>
                  </a:cubicBezTo>
                  <a:cubicBezTo>
                    <a:pt x="0" y="146"/>
                    <a:pt x="41" y="162"/>
                    <a:pt x="41" y="162"/>
                  </a:cubicBezTo>
                  <a:cubicBezTo>
                    <a:pt x="41" y="162"/>
                    <a:pt x="87" y="174"/>
                    <a:pt x="101" y="132"/>
                  </a:cubicBezTo>
                  <a:cubicBezTo>
                    <a:pt x="101" y="132"/>
                    <a:pt x="119" y="87"/>
                    <a:pt x="70" y="70"/>
                  </a:cubicBezTo>
                  <a:cubicBezTo>
                    <a:pt x="110" y="1"/>
                    <a:pt x="110" y="1"/>
                    <a:pt x="110" y="1"/>
                  </a:cubicBezTo>
                  <a:lnTo>
                    <a:pt x="82" y="0"/>
                  </a:lnTo>
                  <a:close/>
                </a:path>
              </a:pathLst>
            </a:custGeom>
            <a:solidFill>
              <a:srgbClr val="29648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Montserrat" panose="00000500000000000000" pitchFamily="2" charset="0"/>
              </a:endParaRPr>
            </a:p>
          </p:txBody>
        </p:sp>
        <p:sp>
          <p:nvSpPr>
            <p:cNvPr id="23" name="Freeform 31">
              <a:extLst>
                <a:ext uri="{FF2B5EF4-FFF2-40B4-BE49-F238E27FC236}">
                  <a16:creationId xmlns:a16="http://schemas.microsoft.com/office/drawing/2014/main" id="{EB81B1C5-838B-BCF0-F57E-6DF1D2B7B5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8" y="1349"/>
              <a:ext cx="170" cy="226"/>
            </a:xfrm>
            <a:custGeom>
              <a:avLst/>
              <a:gdLst>
                <a:gd name="T0" fmla="*/ 81 w 119"/>
                <a:gd name="T1" fmla="*/ 0 h 174"/>
                <a:gd name="T2" fmla="*/ 12 w 119"/>
                <a:gd name="T3" fmla="*/ 96 h 174"/>
                <a:gd name="T4" fmla="*/ 41 w 119"/>
                <a:gd name="T5" fmla="*/ 162 h 174"/>
                <a:gd name="T6" fmla="*/ 101 w 119"/>
                <a:gd name="T7" fmla="*/ 132 h 174"/>
                <a:gd name="T8" fmla="*/ 69 w 119"/>
                <a:gd name="T9" fmla="*/ 70 h 174"/>
                <a:gd name="T10" fmla="*/ 110 w 119"/>
                <a:gd name="T11" fmla="*/ 1 h 174"/>
                <a:gd name="T12" fmla="*/ 81 w 119"/>
                <a:gd name="T13" fmla="*/ 0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174">
                  <a:moveTo>
                    <a:pt x="81" y="0"/>
                  </a:moveTo>
                  <a:cubicBezTo>
                    <a:pt x="81" y="0"/>
                    <a:pt x="21" y="44"/>
                    <a:pt x="12" y="96"/>
                  </a:cubicBezTo>
                  <a:cubicBezTo>
                    <a:pt x="0" y="146"/>
                    <a:pt x="41" y="162"/>
                    <a:pt x="41" y="162"/>
                  </a:cubicBezTo>
                  <a:cubicBezTo>
                    <a:pt x="41" y="162"/>
                    <a:pt x="86" y="174"/>
                    <a:pt x="101" y="132"/>
                  </a:cubicBezTo>
                  <a:cubicBezTo>
                    <a:pt x="101" y="132"/>
                    <a:pt x="119" y="87"/>
                    <a:pt x="69" y="70"/>
                  </a:cubicBezTo>
                  <a:cubicBezTo>
                    <a:pt x="110" y="1"/>
                    <a:pt x="110" y="1"/>
                    <a:pt x="110" y="1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rgbClr val="29648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Montserrat" panose="00000500000000000000" pitchFamily="2" charset="0"/>
              </a:endParaRPr>
            </a:p>
          </p:txBody>
        </p:sp>
        <p:sp>
          <p:nvSpPr>
            <p:cNvPr id="24" name="Freeform 32">
              <a:extLst>
                <a:ext uri="{FF2B5EF4-FFF2-40B4-BE49-F238E27FC236}">
                  <a16:creationId xmlns:a16="http://schemas.microsoft.com/office/drawing/2014/main" id="{95DEF166-CFBF-C8EF-BD84-B354505C65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7" y="3301"/>
              <a:ext cx="169" cy="226"/>
            </a:xfrm>
            <a:custGeom>
              <a:avLst/>
              <a:gdLst>
                <a:gd name="T0" fmla="*/ 37 w 119"/>
                <a:gd name="T1" fmla="*/ 174 h 174"/>
                <a:gd name="T2" fmla="*/ 106 w 119"/>
                <a:gd name="T3" fmla="*/ 77 h 174"/>
                <a:gd name="T4" fmla="*/ 77 w 119"/>
                <a:gd name="T5" fmla="*/ 12 h 174"/>
                <a:gd name="T6" fmla="*/ 17 w 119"/>
                <a:gd name="T7" fmla="*/ 42 h 174"/>
                <a:gd name="T8" fmla="*/ 49 w 119"/>
                <a:gd name="T9" fmla="*/ 103 h 174"/>
                <a:gd name="T10" fmla="*/ 9 w 119"/>
                <a:gd name="T11" fmla="*/ 173 h 174"/>
                <a:gd name="T12" fmla="*/ 37 w 119"/>
                <a:gd name="T1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174">
                  <a:moveTo>
                    <a:pt x="37" y="174"/>
                  </a:moveTo>
                  <a:cubicBezTo>
                    <a:pt x="37" y="174"/>
                    <a:pt x="98" y="130"/>
                    <a:pt x="106" y="77"/>
                  </a:cubicBezTo>
                  <a:cubicBezTo>
                    <a:pt x="119" y="28"/>
                    <a:pt x="77" y="12"/>
                    <a:pt x="77" y="12"/>
                  </a:cubicBezTo>
                  <a:cubicBezTo>
                    <a:pt x="77" y="12"/>
                    <a:pt x="32" y="0"/>
                    <a:pt x="17" y="42"/>
                  </a:cubicBezTo>
                  <a:cubicBezTo>
                    <a:pt x="17" y="42"/>
                    <a:pt x="0" y="86"/>
                    <a:pt x="49" y="103"/>
                  </a:cubicBezTo>
                  <a:cubicBezTo>
                    <a:pt x="9" y="173"/>
                    <a:pt x="9" y="173"/>
                    <a:pt x="9" y="173"/>
                  </a:cubicBezTo>
                  <a:lnTo>
                    <a:pt x="37" y="174"/>
                  </a:lnTo>
                  <a:close/>
                </a:path>
              </a:pathLst>
            </a:custGeom>
            <a:solidFill>
              <a:srgbClr val="29648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Montserrat" panose="00000500000000000000" pitchFamily="2" charset="0"/>
              </a:endParaRPr>
            </a:p>
          </p:txBody>
        </p:sp>
        <p:sp>
          <p:nvSpPr>
            <p:cNvPr id="26" name="Freeform 33">
              <a:extLst>
                <a:ext uri="{FF2B5EF4-FFF2-40B4-BE49-F238E27FC236}">
                  <a16:creationId xmlns:a16="http://schemas.microsoft.com/office/drawing/2014/main" id="{7ED025E3-3D59-1316-4BCD-D428DEBA09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8" y="3301"/>
              <a:ext cx="170" cy="226"/>
            </a:xfrm>
            <a:custGeom>
              <a:avLst/>
              <a:gdLst>
                <a:gd name="T0" fmla="*/ 38 w 119"/>
                <a:gd name="T1" fmla="*/ 174 h 174"/>
                <a:gd name="T2" fmla="*/ 106 w 119"/>
                <a:gd name="T3" fmla="*/ 77 h 174"/>
                <a:gd name="T4" fmla="*/ 78 w 119"/>
                <a:gd name="T5" fmla="*/ 12 h 174"/>
                <a:gd name="T6" fmla="*/ 18 w 119"/>
                <a:gd name="T7" fmla="*/ 42 h 174"/>
                <a:gd name="T8" fmla="*/ 50 w 119"/>
                <a:gd name="T9" fmla="*/ 103 h 174"/>
                <a:gd name="T10" fmla="*/ 9 w 119"/>
                <a:gd name="T11" fmla="*/ 173 h 174"/>
                <a:gd name="T12" fmla="*/ 38 w 119"/>
                <a:gd name="T1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174">
                  <a:moveTo>
                    <a:pt x="38" y="174"/>
                  </a:moveTo>
                  <a:cubicBezTo>
                    <a:pt x="38" y="174"/>
                    <a:pt x="98" y="130"/>
                    <a:pt x="106" y="77"/>
                  </a:cubicBezTo>
                  <a:cubicBezTo>
                    <a:pt x="119" y="28"/>
                    <a:pt x="78" y="12"/>
                    <a:pt x="78" y="12"/>
                  </a:cubicBezTo>
                  <a:cubicBezTo>
                    <a:pt x="78" y="12"/>
                    <a:pt x="32" y="0"/>
                    <a:pt x="18" y="42"/>
                  </a:cubicBezTo>
                  <a:cubicBezTo>
                    <a:pt x="18" y="42"/>
                    <a:pt x="0" y="86"/>
                    <a:pt x="50" y="103"/>
                  </a:cubicBezTo>
                  <a:cubicBezTo>
                    <a:pt x="9" y="173"/>
                    <a:pt x="9" y="173"/>
                    <a:pt x="9" y="173"/>
                  </a:cubicBezTo>
                  <a:lnTo>
                    <a:pt x="38" y="174"/>
                  </a:lnTo>
                  <a:close/>
                </a:path>
              </a:pathLst>
            </a:custGeom>
            <a:solidFill>
              <a:srgbClr val="29648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Montserrat" panose="00000500000000000000" pitchFamily="2" charset="0"/>
              </a:endParaRPr>
            </a:p>
          </p:txBody>
        </p:sp>
        <p:sp>
          <p:nvSpPr>
            <p:cNvPr id="29" name="Freeform 34">
              <a:extLst>
                <a:ext uri="{FF2B5EF4-FFF2-40B4-BE49-F238E27FC236}">
                  <a16:creationId xmlns:a16="http://schemas.microsoft.com/office/drawing/2014/main" id="{97BDFF65-79B8-A2EE-F19B-7541ABA75E6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" y="1475"/>
              <a:ext cx="2924" cy="2294"/>
            </a:xfrm>
            <a:custGeom>
              <a:avLst/>
              <a:gdLst>
                <a:gd name="T0" fmla="*/ 122 w 1359"/>
                <a:gd name="T1" fmla="*/ 0 h 1414"/>
                <a:gd name="T2" fmla="*/ 70 w 1359"/>
                <a:gd name="T3" fmla="*/ 0 h 1414"/>
                <a:gd name="T4" fmla="*/ 0 w 1359"/>
                <a:gd name="T5" fmla="*/ 71 h 1414"/>
                <a:gd name="T6" fmla="*/ 0 w 1359"/>
                <a:gd name="T7" fmla="*/ 1062 h 1414"/>
                <a:gd name="T8" fmla="*/ 70 w 1359"/>
                <a:gd name="T9" fmla="*/ 1132 h 1414"/>
                <a:gd name="T10" fmla="*/ 393 w 1359"/>
                <a:gd name="T11" fmla="*/ 1132 h 1414"/>
                <a:gd name="T12" fmla="*/ 239 w 1359"/>
                <a:gd name="T13" fmla="*/ 1414 h 1414"/>
                <a:gd name="T14" fmla="*/ 652 w 1359"/>
                <a:gd name="T15" fmla="*/ 1132 h 1414"/>
                <a:gd name="T16" fmla="*/ 1359 w 1359"/>
                <a:gd name="T17" fmla="*/ 1132 h 1414"/>
                <a:gd name="connsiteX0" fmla="*/ 898 w 12453"/>
                <a:gd name="connsiteY0" fmla="*/ 0 h 10000"/>
                <a:gd name="connsiteX1" fmla="*/ 515 w 12453"/>
                <a:gd name="connsiteY1" fmla="*/ 0 h 10000"/>
                <a:gd name="connsiteX2" fmla="*/ 0 w 12453"/>
                <a:gd name="connsiteY2" fmla="*/ 502 h 10000"/>
                <a:gd name="connsiteX3" fmla="*/ 0 w 12453"/>
                <a:gd name="connsiteY3" fmla="*/ 7511 h 10000"/>
                <a:gd name="connsiteX4" fmla="*/ 515 w 12453"/>
                <a:gd name="connsiteY4" fmla="*/ 8006 h 10000"/>
                <a:gd name="connsiteX5" fmla="*/ 2892 w 12453"/>
                <a:gd name="connsiteY5" fmla="*/ 8006 h 10000"/>
                <a:gd name="connsiteX6" fmla="*/ 1759 w 12453"/>
                <a:gd name="connsiteY6" fmla="*/ 10000 h 10000"/>
                <a:gd name="connsiteX7" fmla="*/ 4798 w 12453"/>
                <a:gd name="connsiteY7" fmla="*/ 8006 h 10000"/>
                <a:gd name="connsiteX8" fmla="*/ 12453 w 12453"/>
                <a:gd name="connsiteY8" fmla="*/ 8006 h 10000"/>
                <a:gd name="connsiteX0" fmla="*/ 898 w 12453"/>
                <a:gd name="connsiteY0" fmla="*/ 0 h 9394"/>
                <a:gd name="connsiteX1" fmla="*/ 515 w 12453"/>
                <a:gd name="connsiteY1" fmla="*/ 0 h 9394"/>
                <a:gd name="connsiteX2" fmla="*/ 0 w 12453"/>
                <a:gd name="connsiteY2" fmla="*/ 502 h 9394"/>
                <a:gd name="connsiteX3" fmla="*/ 0 w 12453"/>
                <a:gd name="connsiteY3" fmla="*/ 7511 h 9394"/>
                <a:gd name="connsiteX4" fmla="*/ 515 w 12453"/>
                <a:gd name="connsiteY4" fmla="*/ 8006 h 9394"/>
                <a:gd name="connsiteX5" fmla="*/ 2892 w 12453"/>
                <a:gd name="connsiteY5" fmla="*/ 8006 h 9394"/>
                <a:gd name="connsiteX6" fmla="*/ 2364 w 12453"/>
                <a:gd name="connsiteY6" fmla="*/ 9394 h 9394"/>
                <a:gd name="connsiteX7" fmla="*/ 4798 w 12453"/>
                <a:gd name="connsiteY7" fmla="*/ 8006 h 9394"/>
                <a:gd name="connsiteX8" fmla="*/ 12453 w 12453"/>
                <a:gd name="connsiteY8" fmla="*/ 8006 h 9394"/>
                <a:gd name="connsiteX0" fmla="*/ 721 w 10000"/>
                <a:gd name="connsiteY0" fmla="*/ 0 h 10000"/>
                <a:gd name="connsiteX1" fmla="*/ 414 w 10000"/>
                <a:gd name="connsiteY1" fmla="*/ 0 h 10000"/>
                <a:gd name="connsiteX2" fmla="*/ 0 w 10000"/>
                <a:gd name="connsiteY2" fmla="*/ 534 h 10000"/>
                <a:gd name="connsiteX3" fmla="*/ 0 w 10000"/>
                <a:gd name="connsiteY3" fmla="*/ 7996 h 10000"/>
                <a:gd name="connsiteX4" fmla="*/ 414 w 10000"/>
                <a:gd name="connsiteY4" fmla="*/ 8522 h 10000"/>
                <a:gd name="connsiteX5" fmla="*/ 2322 w 10000"/>
                <a:gd name="connsiteY5" fmla="*/ 8522 h 10000"/>
                <a:gd name="connsiteX6" fmla="*/ 1898 w 10000"/>
                <a:gd name="connsiteY6" fmla="*/ 10000 h 10000"/>
                <a:gd name="connsiteX7" fmla="*/ 3853 w 10000"/>
                <a:gd name="connsiteY7" fmla="*/ 8522 h 10000"/>
                <a:gd name="connsiteX8" fmla="*/ 10000 w 10000"/>
                <a:gd name="connsiteY8" fmla="*/ 8522 h 10000"/>
                <a:gd name="connsiteX0" fmla="*/ 721 w 10000"/>
                <a:gd name="connsiteY0" fmla="*/ 0 h 10000"/>
                <a:gd name="connsiteX1" fmla="*/ 414 w 10000"/>
                <a:gd name="connsiteY1" fmla="*/ 0 h 10000"/>
                <a:gd name="connsiteX2" fmla="*/ 0 w 10000"/>
                <a:gd name="connsiteY2" fmla="*/ 534 h 10000"/>
                <a:gd name="connsiteX3" fmla="*/ 0 w 10000"/>
                <a:gd name="connsiteY3" fmla="*/ 7996 h 10000"/>
                <a:gd name="connsiteX4" fmla="*/ 414 w 10000"/>
                <a:gd name="connsiteY4" fmla="*/ 8522 h 10000"/>
                <a:gd name="connsiteX5" fmla="*/ 2322 w 10000"/>
                <a:gd name="connsiteY5" fmla="*/ 8522 h 10000"/>
                <a:gd name="connsiteX6" fmla="*/ 1898 w 10000"/>
                <a:gd name="connsiteY6" fmla="*/ 10000 h 10000"/>
                <a:gd name="connsiteX7" fmla="*/ 3853 w 10000"/>
                <a:gd name="connsiteY7" fmla="*/ 8522 h 10000"/>
                <a:gd name="connsiteX8" fmla="*/ 10000 w 10000"/>
                <a:gd name="connsiteY8" fmla="*/ 8522 h 10000"/>
                <a:gd name="connsiteX0" fmla="*/ 721 w 10000"/>
                <a:gd name="connsiteY0" fmla="*/ 0 h 10000"/>
                <a:gd name="connsiteX1" fmla="*/ 414 w 10000"/>
                <a:gd name="connsiteY1" fmla="*/ 0 h 10000"/>
                <a:gd name="connsiteX2" fmla="*/ 0 w 10000"/>
                <a:gd name="connsiteY2" fmla="*/ 534 h 10000"/>
                <a:gd name="connsiteX3" fmla="*/ 0 w 10000"/>
                <a:gd name="connsiteY3" fmla="*/ 7996 h 10000"/>
                <a:gd name="connsiteX4" fmla="*/ 414 w 10000"/>
                <a:gd name="connsiteY4" fmla="*/ 8522 h 10000"/>
                <a:gd name="connsiteX5" fmla="*/ 2322 w 10000"/>
                <a:gd name="connsiteY5" fmla="*/ 8522 h 10000"/>
                <a:gd name="connsiteX6" fmla="*/ 1898 w 10000"/>
                <a:gd name="connsiteY6" fmla="*/ 10000 h 10000"/>
                <a:gd name="connsiteX7" fmla="*/ 3853 w 10000"/>
                <a:gd name="connsiteY7" fmla="*/ 8522 h 10000"/>
                <a:gd name="connsiteX8" fmla="*/ 10000 w 10000"/>
                <a:gd name="connsiteY8" fmla="*/ 8522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000" h="10000">
                  <a:moveTo>
                    <a:pt x="721" y="0"/>
                  </a:moveTo>
                  <a:lnTo>
                    <a:pt x="414" y="0"/>
                  </a:lnTo>
                  <a:cubicBezTo>
                    <a:pt x="183" y="0"/>
                    <a:pt x="0" y="241"/>
                    <a:pt x="0" y="534"/>
                  </a:cubicBezTo>
                  <a:lnTo>
                    <a:pt x="0" y="7996"/>
                  </a:lnTo>
                  <a:cubicBezTo>
                    <a:pt x="0" y="8288"/>
                    <a:pt x="183" y="8522"/>
                    <a:pt x="414" y="8522"/>
                  </a:cubicBezTo>
                  <a:lnTo>
                    <a:pt x="2322" y="8522"/>
                  </a:lnTo>
                  <a:cubicBezTo>
                    <a:pt x="2323" y="8523"/>
                    <a:pt x="2040" y="9507"/>
                    <a:pt x="1898" y="10000"/>
                  </a:cubicBezTo>
                  <a:lnTo>
                    <a:pt x="3853" y="8522"/>
                  </a:lnTo>
                  <a:lnTo>
                    <a:pt x="10000" y="8522"/>
                  </a:lnTo>
                </a:path>
              </a:pathLst>
            </a:custGeom>
            <a:noFill/>
            <a:ln w="50800" cap="rnd">
              <a:solidFill>
                <a:srgbClr val="29648A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solidFill>
                  <a:srgbClr val="2E9CCA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30" name="Freeform 35">
              <a:extLst>
                <a:ext uri="{FF2B5EF4-FFF2-40B4-BE49-F238E27FC236}">
                  <a16:creationId xmlns:a16="http://schemas.microsoft.com/office/drawing/2014/main" id="{7CEE3CFF-CA47-F64E-71C6-B8B1054C34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0" y="1475"/>
              <a:ext cx="2880" cy="1955"/>
            </a:xfrm>
            <a:custGeom>
              <a:avLst/>
              <a:gdLst>
                <a:gd name="T0" fmla="*/ 1241 w 1346"/>
                <a:gd name="T1" fmla="*/ 1132 h 1132"/>
                <a:gd name="T2" fmla="*/ 1276 w 1346"/>
                <a:gd name="T3" fmla="*/ 1132 h 1132"/>
                <a:gd name="T4" fmla="*/ 1346 w 1346"/>
                <a:gd name="T5" fmla="*/ 1062 h 1132"/>
                <a:gd name="T6" fmla="*/ 1346 w 1346"/>
                <a:gd name="T7" fmla="*/ 71 h 1132"/>
                <a:gd name="T8" fmla="*/ 1276 w 1346"/>
                <a:gd name="T9" fmla="*/ 0 h 1132"/>
                <a:gd name="T10" fmla="*/ 0 w 1346"/>
                <a:gd name="T11" fmla="*/ 0 h 1132"/>
                <a:gd name="connsiteX0" fmla="*/ 11343 w 12123"/>
                <a:gd name="connsiteY0" fmla="*/ 10000 h 10000"/>
                <a:gd name="connsiteX1" fmla="*/ 11603 w 12123"/>
                <a:gd name="connsiteY1" fmla="*/ 10000 h 10000"/>
                <a:gd name="connsiteX2" fmla="*/ 12123 w 12123"/>
                <a:gd name="connsiteY2" fmla="*/ 9382 h 10000"/>
                <a:gd name="connsiteX3" fmla="*/ 12123 w 12123"/>
                <a:gd name="connsiteY3" fmla="*/ 627 h 10000"/>
                <a:gd name="connsiteX4" fmla="*/ 11603 w 12123"/>
                <a:gd name="connsiteY4" fmla="*/ 0 h 10000"/>
                <a:gd name="connsiteX5" fmla="*/ 0 w 12123"/>
                <a:gd name="connsiteY5" fmla="*/ 47 h 10000"/>
                <a:gd name="connsiteX0" fmla="*/ 11601 w 12381"/>
                <a:gd name="connsiteY0" fmla="*/ 10000 h 10000"/>
                <a:gd name="connsiteX1" fmla="*/ 11861 w 12381"/>
                <a:gd name="connsiteY1" fmla="*/ 10000 h 10000"/>
                <a:gd name="connsiteX2" fmla="*/ 12381 w 12381"/>
                <a:gd name="connsiteY2" fmla="*/ 9382 h 10000"/>
                <a:gd name="connsiteX3" fmla="*/ 12381 w 12381"/>
                <a:gd name="connsiteY3" fmla="*/ 627 h 10000"/>
                <a:gd name="connsiteX4" fmla="*/ 11861 w 12381"/>
                <a:gd name="connsiteY4" fmla="*/ 0 h 10000"/>
                <a:gd name="connsiteX5" fmla="*/ 0 w 12381"/>
                <a:gd name="connsiteY5" fmla="*/ 47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381" h="10000">
                  <a:moveTo>
                    <a:pt x="11601" y="10000"/>
                  </a:moveTo>
                  <a:lnTo>
                    <a:pt x="11861" y="10000"/>
                  </a:lnTo>
                  <a:cubicBezTo>
                    <a:pt x="12151" y="10000"/>
                    <a:pt x="12381" y="9726"/>
                    <a:pt x="12381" y="9382"/>
                  </a:cubicBezTo>
                  <a:lnTo>
                    <a:pt x="12381" y="627"/>
                  </a:lnTo>
                  <a:cubicBezTo>
                    <a:pt x="12381" y="283"/>
                    <a:pt x="12151" y="0"/>
                    <a:pt x="11861" y="0"/>
                  </a:cubicBezTo>
                  <a:lnTo>
                    <a:pt x="0" y="47"/>
                  </a:lnTo>
                </a:path>
              </a:pathLst>
            </a:custGeom>
            <a:noFill/>
            <a:ln w="50800" cap="rnd">
              <a:solidFill>
                <a:srgbClr val="29648A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>
                <a:latin typeface="Montserrat" panose="00000500000000000000" pitchFamily="2" charset="0"/>
              </a:endParaRPr>
            </a:p>
          </p:txBody>
        </p:sp>
      </p:grp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EB2D5514-68FA-24AF-514D-C592D9134038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49998" y="2058192"/>
            <a:ext cx="4948279" cy="3690197"/>
          </a:xfrm>
          <a:prstGeom prst="roundRect">
            <a:avLst>
              <a:gd name="adj" fmla="val 5992"/>
            </a:avLst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F5F5F5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Icon</a:t>
            </a:r>
            <a:endParaRPr lang="en-IN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A83EFF81-2112-4C73-5B0A-99C942195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AA90C228-7093-437C-77C5-030C276720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2E9CCA"/>
                </a:solidFill>
                <a:latin typeface="Montserrat" panose="00000500000000000000" pitchFamily="2" charset="0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409523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B_Overview/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B9010A5-3E72-49FB-A931-C6B57ACEC48A}"/>
              </a:ext>
            </a:extLst>
          </p:cNvPr>
          <p:cNvSpPr txBox="1"/>
          <p:nvPr userDrawn="1"/>
        </p:nvSpPr>
        <p:spPr>
          <a:xfrm>
            <a:off x="0" y="6858000"/>
            <a:ext cx="4929555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Overview/Summary</a:t>
            </a:r>
            <a:endParaRPr lang="en-IN" sz="1600" b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19DFBD23-183C-4149-B5B8-BC548723B46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9999" y="3512600"/>
            <a:ext cx="2544726" cy="2452265"/>
          </a:xfrm>
          <a:prstGeom prst="roundRect">
            <a:avLst>
              <a:gd name="adj" fmla="val 7729"/>
            </a:avLst>
          </a:prstGeom>
        </p:spPr>
        <p:txBody>
          <a:bodyPr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25274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6E324BEF-3F9B-4119-8F1F-7F8499707455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49999" y="1900053"/>
            <a:ext cx="2544726" cy="1440000"/>
          </a:xfrm>
          <a:prstGeom prst="roundRect">
            <a:avLst>
              <a:gd name="adj" fmla="val 11498"/>
            </a:avLst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25274D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Icon/image</a:t>
            </a:r>
            <a:endParaRPr lang="en-IN"/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CBA0ECFF-18FB-5D92-0819-6C2AE9965DF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43581" y="3512600"/>
            <a:ext cx="2544726" cy="2452265"/>
          </a:xfrm>
          <a:prstGeom prst="roundRect">
            <a:avLst>
              <a:gd name="adj" fmla="val 9140"/>
            </a:avLst>
          </a:prstGeom>
        </p:spPr>
        <p:txBody>
          <a:bodyPr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25274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37FFFF63-ABF2-DAAF-F848-D2F6DB2C94C8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443581" y="1900053"/>
            <a:ext cx="2544726" cy="1440000"/>
          </a:xfrm>
          <a:prstGeom prst="roundRect">
            <a:avLst>
              <a:gd name="adj" fmla="val 12237"/>
            </a:avLst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25274D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Icon/image</a:t>
            </a:r>
            <a:endParaRPr lang="en-IN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CBA86CAD-AD88-DDB2-4C51-DEB4A240BC0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37163" y="3512600"/>
            <a:ext cx="2544726" cy="2452265"/>
          </a:xfrm>
          <a:prstGeom prst="roundRect">
            <a:avLst>
              <a:gd name="adj" fmla="val 9140"/>
            </a:avLst>
          </a:prstGeom>
        </p:spPr>
        <p:txBody>
          <a:bodyPr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25274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22" name="Picture Placeholder 4">
            <a:extLst>
              <a:ext uri="{FF2B5EF4-FFF2-40B4-BE49-F238E27FC236}">
                <a16:creationId xmlns:a16="http://schemas.microsoft.com/office/drawing/2014/main" id="{787993C6-EE85-57A4-5C4E-65099FBCBFA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137163" y="1900053"/>
            <a:ext cx="2544726" cy="1440000"/>
          </a:xfrm>
          <a:prstGeom prst="roundRect">
            <a:avLst>
              <a:gd name="adj" fmla="val 11498"/>
            </a:avLst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25274D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Icon/image</a:t>
            </a:r>
            <a:endParaRPr lang="en-IN"/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57F99002-B870-B0B6-59C2-52A062BF780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27355" y="3512600"/>
            <a:ext cx="2544726" cy="2452265"/>
          </a:xfrm>
          <a:prstGeom prst="roundRect">
            <a:avLst>
              <a:gd name="adj" fmla="val 9140"/>
            </a:avLst>
          </a:prstGeom>
        </p:spPr>
        <p:txBody>
          <a:bodyPr anchor="ctr"/>
          <a:lstStyle>
            <a:lvl1pPr marL="0" indent="0"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 smtClean="0">
                <a:solidFill>
                  <a:srgbClr val="25274D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24" name="Picture Placeholder 4">
            <a:extLst>
              <a:ext uri="{FF2B5EF4-FFF2-40B4-BE49-F238E27FC236}">
                <a16:creationId xmlns:a16="http://schemas.microsoft.com/office/drawing/2014/main" id="{1EDAA4B0-ACFF-0278-ABBD-BECC87076AA6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827355" y="1900053"/>
            <a:ext cx="2544726" cy="1440000"/>
          </a:xfrm>
          <a:prstGeom prst="roundRect">
            <a:avLst>
              <a:gd name="adj" fmla="val 12237"/>
            </a:avLst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25274D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Icon/image</a:t>
            </a:r>
            <a:endParaRPr lang="en-IN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EA707556-DCF5-FB76-8D0C-444D780DD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AD18A2C6-8544-B1DE-CC9A-8FDB6A47E2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2E9CCA"/>
                </a:solidFill>
                <a:latin typeface="Montserrat" panose="00000500000000000000" pitchFamily="2" charset="0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103915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D_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C8F28B-A019-48FE-8FE4-1E359369A454}"/>
              </a:ext>
            </a:extLst>
          </p:cNvPr>
          <p:cNvSpPr txBox="1"/>
          <p:nvPr userDrawn="1"/>
        </p:nvSpPr>
        <p:spPr>
          <a:xfrm>
            <a:off x="0" y="6858000"/>
            <a:ext cx="3725700" cy="338554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 FRAME: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Headers + </a:t>
            </a:r>
            <a:r>
              <a:rPr lang="en-IN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Question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01E354DD-8A2B-99EF-4EDA-AD332F4AD26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909263" y="2669460"/>
            <a:ext cx="4034337" cy="280490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aseline="0">
                <a:solidFill>
                  <a:srgbClr val="25274D"/>
                </a:solidFill>
                <a:latin typeface="+mn-lt"/>
                <a:cs typeface="Arial" panose="020B0604020202020204" pitchFamily="34" charset="0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marL="0" marR="0" lvl="0" indent="0" algn="ctr" defTabSz="91444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Question?</a:t>
            </a:r>
          </a:p>
        </p:txBody>
      </p:sp>
      <p:pic>
        <p:nvPicPr>
          <p:cNvPr id="6" name="Graphic 5" descr="Badge Question Mark with solid fill">
            <a:extLst>
              <a:ext uri="{FF2B5EF4-FFF2-40B4-BE49-F238E27FC236}">
                <a16:creationId xmlns:a16="http://schemas.microsoft.com/office/drawing/2014/main" id="{EFA3CD5E-5B5C-AECB-72F3-CE5CFE94E6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1648" y="3548481"/>
            <a:ext cx="991202" cy="991202"/>
          </a:xfrm>
          <a:prstGeom prst="rect">
            <a:avLst/>
          </a:prstGeom>
        </p:spPr>
      </p:pic>
      <p:sp>
        <p:nvSpPr>
          <p:cNvPr id="19" name="Freeform 14">
            <a:extLst>
              <a:ext uri="{FF2B5EF4-FFF2-40B4-BE49-F238E27FC236}">
                <a16:creationId xmlns:a16="http://schemas.microsoft.com/office/drawing/2014/main" id="{0DBE1CC4-09E1-32FD-535A-AF86B95AFE7A}"/>
              </a:ext>
            </a:extLst>
          </p:cNvPr>
          <p:cNvSpPr>
            <a:spLocks/>
          </p:cNvSpPr>
          <p:nvPr userDrawn="1"/>
        </p:nvSpPr>
        <p:spPr bwMode="auto">
          <a:xfrm>
            <a:off x="1283436" y="2192572"/>
            <a:ext cx="217049" cy="324244"/>
          </a:xfrm>
          <a:custGeom>
            <a:avLst/>
            <a:gdLst>
              <a:gd name="T0" fmla="*/ 82 w 119"/>
              <a:gd name="T1" fmla="*/ 0 h 174"/>
              <a:gd name="T2" fmla="*/ 13 w 119"/>
              <a:gd name="T3" fmla="*/ 96 h 174"/>
              <a:gd name="T4" fmla="*/ 41 w 119"/>
              <a:gd name="T5" fmla="*/ 162 h 174"/>
              <a:gd name="T6" fmla="*/ 101 w 119"/>
              <a:gd name="T7" fmla="*/ 132 h 174"/>
              <a:gd name="T8" fmla="*/ 70 w 119"/>
              <a:gd name="T9" fmla="*/ 70 h 174"/>
              <a:gd name="T10" fmla="*/ 110 w 119"/>
              <a:gd name="T11" fmla="*/ 1 h 174"/>
              <a:gd name="T12" fmla="*/ 82 w 119"/>
              <a:gd name="T13" fmla="*/ 0 h 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9" h="174">
                <a:moveTo>
                  <a:pt x="82" y="0"/>
                </a:moveTo>
                <a:cubicBezTo>
                  <a:pt x="82" y="0"/>
                  <a:pt x="21" y="44"/>
                  <a:pt x="13" y="96"/>
                </a:cubicBezTo>
                <a:cubicBezTo>
                  <a:pt x="0" y="146"/>
                  <a:pt x="41" y="162"/>
                  <a:pt x="41" y="162"/>
                </a:cubicBezTo>
                <a:cubicBezTo>
                  <a:pt x="41" y="162"/>
                  <a:pt x="87" y="174"/>
                  <a:pt x="101" y="132"/>
                </a:cubicBezTo>
                <a:cubicBezTo>
                  <a:pt x="101" y="132"/>
                  <a:pt x="119" y="87"/>
                  <a:pt x="70" y="70"/>
                </a:cubicBezTo>
                <a:cubicBezTo>
                  <a:pt x="110" y="1"/>
                  <a:pt x="110" y="1"/>
                  <a:pt x="110" y="1"/>
                </a:cubicBezTo>
                <a:lnTo>
                  <a:pt x="82" y="0"/>
                </a:lnTo>
                <a:close/>
              </a:path>
            </a:pathLst>
          </a:custGeom>
          <a:solidFill>
            <a:srgbClr val="29648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800">
              <a:latin typeface="+mn-lt"/>
            </a:endParaRPr>
          </a:p>
        </p:txBody>
      </p:sp>
      <p:sp>
        <p:nvSpPr>
          <p:cNvPr id="29" name="Freeform 15">
            <a:extLst>
              <a:ext uri="{FF2B5EF4-FFF2-40B4-BE49-F238E27FC236}">
                <a16:creationId xmlns:a16="http://schemas.microsoft.com/office/drawing/2014/main" id="{E8C27CE6-8334-C262-E3B9-3DD363F7DCE1}"/>
              </a:ext>
            </a:extLst>
          </p:cNvPr>
          <p:cNvSpPr>
            <a:spLocks/>
          </p:cNvSpPr>
          <p:nvPr userDrawn="1"/>
        </p:nvSpPr>
        <p:spPr bwMode="auto">
          <a:xfrm>
            <a:off x="1546898" y="2192572"/>
            <a:ext cx="217049" cy="324244"/>
          </a:xfrm>
          <a:custGeom>
            <a:avLst/>
            <a:gdLst>
              <a:gd name="T0" fmla="*/ 81 w 119"/>
              <a:gd name="T1" fmla="*/ 0 h 174"/>
              <a:gd name="T2" fmla="*/ 12 w 119"/>
              <a:gd name="T3" fmla="*/ 96 h 174"/>
              <a:gd name="T4" fmla="*/ 41 w 119"/>
              <a:gd name="T5" fmla="*/ 162 h 174"/>
              <a:gd name="T6" fmla="*/ 101 w 119"/>
              <a:gd name="T7" fmla="*/ 132 h 174"/>
              <a:gd name="T8" fmla="*/ 69 w 119"/>
              <a:gd name="T9" fmla="*/ 70 h 174"/>
              <a:gd name="T10" fmla="*/ 110 w 119"/>
              <a:gd name="T11" fmla="*/ 1 h 174"/>
              <a:gd name="T12" fmla="*/ 81 w 119"/>
              <a:gd name="T13" fmla="*/ 0 h 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9" h="174">
                <a:moveTo>
                  <a:pt x="81" y="0"/>
                </a:moveTo>
                <a:cubicBezTo>
                  <a:pt x="81" y="0"/>
                  <a:pt x="21" y="44"/>
                  <a:pt x="12" y="96"/>
                </a:cubicBezTo>
                <a:cubicBezTo>
                  <a:pt x="0" y="146"/>
                  <a:pt x="41" y="162"/>
                  <a:pt x="41" y="162"/>
                </a:cubicBezTo>
                <a:cubicBezTo>
                  <a:pt x="41" y="162"/>
                  <a:pt x="86" y="174"/>
                  <a:pt x="101" y="132"/>
                </a:cubicBezTo>
                <a:cubicBezTo>
                  <a:pt x="101" y="132"/>
                  <a:pt x="119" y="87"/>
                  <a:pt x="69" y="70"/>
                </a:cubicBezTo>
                <a:cubicBezTo>
                  <a:pt x="110" y="1"/>
                  <a:pt x="110" y="1"/>
                  <a:pt x="110" y="1"/>
                </a:cubicBezTo>
                <a:lnTo>
                  <a:pt x="81" y="0"/>
                </a:lnTo>
                <a:close/>
              </a:path>
            </a:pathLst>
          </a:custGeom>
          <a:solidFill>
            <a:srgbClr val="29648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800">
              <a:latin typeface="+mn-lt"/>
            </a:endParaRPr>
          </a:p>
        </p:txBody>
      </p:sp>
      <p:sp>
        <p:nvSpPr>
          <p:cNvPr id="30" name="Freeform 16">
            <a:extLst>
              <a:ext uri="{FF2B5EF4-FFF2-40B4-BE49-F238E27FC236}">
                <a16:creationId xmlns:a16="http://schemas.microsoft.com/office/drawing/2014/main" id="{8206DC8F-522B-C21C-B37E-46DAACABE952}"/>
              </a:ext>
            </a:extLst>
          </p:cNvPr>
          <p:cNvSpPr>
            <a:spLocks/>
          </p:cNvSpPr>
          <p:nvPr userDrawn="1"/>
        </p:nvSpPr>
        <p:spPr bwMode="auto">
          <a:xfrm>
            <a:off x="5527379" y="5586267"/>
            <a:ext cx="218414" cy="324244"/>
          </a:xfrm>
          <a:custGeom>
            <a:avLst/>
            <a:gdLst>
              <a:gd name="T0" fmla="*/ 37 w 119"/>
              <a:gd name="T1" fmla="*/ 174 h 174"/>
              <a:gd name="T2" fmla="*/ 106 w 119"/>
              <a:gd name="T3" fmla="*/ 77 h 174"/>
              <a:gd name="T4" fmla="*/ 77 w 119"/>
              <a:gd name="T5" fmla="*/ 12 h 174"/>
              <a:gd name="T6" fmla="*/ 17 w 119"/>
              <a:gd name="T7" fmla="*/ 42 h 174"/>
              <a:gd name="T8" fmla="*/ 49 w 119"/>
              <a:gd name="T9" fmla="*/ 103 h 174"/>
              <a:gd name="T10" fmla="*/ 9 w 119"/>
              <a:gd name="T11" fmla="*/ 173 h 174"/>
              <a:gd name="T12" fmla="*/ 37 w 119"/>
              <a:gd name="T13" fmla="*/ 174 h 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9" h="174">
                <a:moveTo>
                  <a:pt x="37" y="174"/>
                </a:moveTo>
                <a:cubicBezTo>
                  <a:pt x="37" y="174"/>
                  <a:pt x="98" y="130"/>
                  <a:pt x="106" y="77"/>
                </a:cubicBezTo>
                <a:cubicBezTo>
                  <a:pt x="119" y="28"/>
                  <a:pt x="77" y="12"/>
                  <a:pt x="77" y="12"/>
                </a:cubicBezTo>
                <a:cubicBezTo>
                  <a:pt x="77" y="12"/>
                  <a:pt x="32" y="0"/>
                  <a:pt x="17" y="42"/>
                </a:cubicBezTo>
                <a:cubicBezTo>
                  <a:pt x="17" y="42"/>
                  <a:pt x="0" y="86"/>
                  <a:pt x="49" y="103"/>
                </a:cubicBezTo>
                <a:cubicBezTo>
                  <a:pt x="9" y="173"/>
                  <a:pt x="9" y="173"/>
                  <a:pt x="9" y="173"/>
                </a:cubicBezTo>
                <a:lnTo>
                  <a:pt x="37" y="174"/>
                </a:lnTo>
                <a:close/>
              </a:path>
            </a:pathLst>
          </a:custGeom>
          <a:solidFill>
            <a:srgbClr val="29648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800">
              <a:latin typeface="+mn-lt"/>
            </a:endParaRPr>
          </a:p>
        </p:txBody>
      </p:sp>
      <p:sp>
        <p:nvSpPr>
          <p:cNvPr id="31" name="Freeform 17">
            <a:extLst>
              <a:ext uri="{FF2B5EF4-FFF2-40B4-BE49-F238E27FC236}">
                <a16:creationId xmlns:a16="http://schemas.microsoft.com/office/drawing/2014/main" id="{EF08CA49-199C-9351-24B0-9986F600C17E}"/>
              </a:ext>
            </a:extLst>
          </p:cNvPr>
          <p:cNvSpPr>
            <a:spLocks/>
          </p:cNvSpPr>
          <p:nvPr userDrawn="1"/>
        </p:nvSpPr>
        <p:spPr bwMode="auto">
          <a:xfrm>
            <a:off x="5265282" y="5586267"/>
            <a:ext cx="217049" cy="324244"/>
          </a:xfrm>
          <a:custGeom>
            <a:avLst/>
            <a:gdLst>
              <a:gd name="T0" fmla="*/ 38 w 119"/>
              <a:gd name="T1" fmla="*/ 174 h 174"/>
              <a:gd name="T2" fmla="*/ 106 w 119"/>
              <a:gd name="T3" fmla="*/ 77 h 174"/>
              <a:gd name="T4" fmla="*/ 78 w 119"/>
              <a:gd name="T5" fmla="*/ 12 h 174"/>
              <a:gd name="T6" fmla="*/ 18 w 119"/>
              <a:gd name="T7" fmla="*/ 42 h 174"/>
              <a:gd name="T8" fmla="*/ 50 w 119"/>
              <a:gd name="T9" fmla="*/ 103 h 174"/>
              <a:gd name="T10" fmla="*/ 9 w 119"/>
              <a:gd name="T11" fmla="*/ 173 h 174"/>
              <a:gd name="T12" fmla="*/ 38 w 119"/>
              <a:gd name="T13" fmla="*/ 174 h 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9" h="174">
                <a:moveTo>
                  <a:pt x="38" y="174"/>
                </a:moveTo>
                <a:cubicBezTo>
                  <a:pt x="38" y="174"/>
                  <a:pt x="98" y="130"/>
                  <a:pt x="106" y="77"/>
                </a:cubicBezTo>
                <a:cubicBezTo>
                  <a:pt x="119" y="28"/>
                  <a:pt x="78" y="12"/>
                  <a:pt x="78" y="12"/>
                </a:cubicBezTo>
                <a:cubicBezTo>
                  <a:pt x="78" y="12"/>
                  <a:pt x="32" y="0"/>
                  <a:pt x="18" y="42"/>
                </a:cubicBezTo>
                <a:cubicBezTo>
                  <a:pt x="18" y="42"/>
                  <a:pt x="0" y="86"/>
                  <a:pt x="50" y="103"/>
                </a:cubicBezTo>
                <a:cubicBezTo>
                  <a:pt x="9" y="173"/>
                  <a:pt x="9" y="173"/>
                  <a:pt x="9" y="173"/>
                </a:cubicBezTo>
                <a:lnTo>
                  <a:pt x="38" y="174"/>
                </a:lnTo>
                <a:close/>
              </a:path>
            </a:pathLst>
          </a:custGeom>
          <a:solidFill>
            <a:srgbClr val="29648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800">
              <a:latin typeface="+mn-lt"/>
            </a:endParaRPr>
          </a:p>
        </p:txBody>
      </p:sp>
      <p:sp>
        <p:nvSpPr>
          <p:cNvPr id="32" name="Freeform 18">
            <a:extLst>
              <a:ext uri="{FF2B5EF4-FFF2-40B4-BE49-F238E27FC236}">
                <a16:creationId xmlns:a16="http://schemas.microsoft.com/office/drawing/2014/main" id="{AF0AA9F3-A914-7E75-AAC1-8066A7FC7BF6}"/>
              </a:ext>
            </a:extLst>
          </p:cNvPr>
          <p:cNvSpPr>
            <a:spLocks/>
          </p:cNvSpPr>
          <p:nvPr userDrawn="1"/>
        </p:nvSpPr>
        <p:spPr bwMode="auto">
          <a:xfrm>
            <a:off x="782421" y="2355050"/>
            <a:ext cx="4337545" cy="3393339"/>
          </a:xfrm>
          <a:custGeom>
            <a:avLst/>
            <a:gdLst>
              <a:gd name="T0" fmla="*/ 122 w 1359"/>
              <a:gd name="T1" fmla="*/ 0 h 688"/>
              <a:gd name="T2" fmla="*/ 70 w 1359"/>
              <a:gd name="T3" fmla="*/ 0 h 688"/>
              <a:gd name="T4" fmla="*/ 0 w 1359"/>
              <a:gd name="T5" fmla="*/ 71 h 688"/>
              <a:gd name="T6" fmla="*/ 0 w 1359"/>
              <a:gd name="T7" fmla="*/ 618 h 688"/>
              <a:gd name="T8" fmla="*/ 70 w 1359"/>
              <a:gd name="T9" fmla="*/ 688 h 688"/>
              <a:gd name="T10" fmla="*/ 393 w 1359"/>
              <a:gd name="T11" fmla="*/ 688 h 688"/>
              <a:gd name="T12" fmla="*/ 652 w 1359"/>
              <a:gd name="T13" fmla="*/ 688 h 688"/>
              <a:gd name="T14" fmla="*/ 1359 w 1359"/>
              <a:gd name="T15" fmla="*/ 688 h 688"/>
              <a:gd name="connsiteX0" fmla="*/ 898 w 10520"/>
              <a:gd name="connsiteY0" fmla="*/ 0 h 10000"/>
              <a:gd name="connsiteX1" fmla="*/ 515 w 10520"/>
              <a:gd name="connsiteY1" fmla="*/ 0 h 10000"/>
              <a:gd name="connsiteX2" fmla="*/ 0 w 10520"/>
              <a:gd name="connsiteY2" fmla="*/ 1032 h 10000"/>
              <a:gd name="connsiteX3" fmla="*/ 0 w 10520"/>
              <a:gd name="connsiteY3" fmla="*/ 8983 h 10000"/>
              <a:gd name="connsiteX4" fmla="*/ 515 w 10520"/>
              <a:gd name="connsiteY4" fmla="*/ 10000 h 10000"/>
              <a:gd name="connsiteX5" fmla="*/ 2892 w 10520"/>
              <a:gd name="connsiteY5" fmla="*/ 10000 h 10000"/>
              <a:gd name="connsiteX6" fmla="*/ 4798 w 10520"/>
              <a:gd name="connsiteY6" fmla="*/ 10000 h 10000"/>
              <a:gd name="connsiteX7" fmla="*/ 10520 w 10520"/>
              <a:gd name="connsiteY7" fmla="*/ 10000 h 10000"/>
              <a:gd name="connsiteX0" fmla="*/ 898 w 4798"/>
              <a:gd name="connsiteY0" fmla="*/ 0 h 10000"/>
              <a:gd name="connsiteX1" fmla="*/ 515 w 4798"/>
              <a:gd name="connsiteY1" fmla="*/ 0 h 10000"/>
              <a:gd name="connsiteX2" fmla="*/ 0 w 4798"/>
              <a:gd name="connsiteY2" fmla="*/ 1032 h 10000"/>
              <a:gd name="connsiteX3" fmla="*/ 0 w 4798"/>
              <a:gd name="connsiteY3" fmla="*/ 8983 h 10000"/>
              <a:gd name="connsiteX4" fmla="*/ 515 w 4798"/>
              <a:gd name="connsiteY4" fmla="*/ 10000 h 10000"/>
              <a:gd name="connsiteX5" fmla="*/ 2892 w 4798"/>
              <a:gd name="connsiteY5" fmla="*/ 10000 h 10000"/>
              <a:gd name="connsiteX6" fmla="*/ 4798 w 4798"/>
              <a:gd name="connsiteY6" fmla="*/ 10000 h 10000"/>
              <a:gd name="connsiteX0" fmla="*/ 1872 w 20575"/>
              <a:gd name="connsiteY0" fmla="*/ 0 h 10000"/>
              <a:gd name="connsiteX1" fmla="*/ 1073 w 20575"/>
              <a:gd name="connsiteY1" fmla="*/ 0 h 10000"/>
              <a:gd name="connsiteX2" fmla="*/ 0 w 20575"/>
              <a:gd name="connsiteY2" fmla="*/ 1032 h 10000"/>
              <a:gd name="connsiteX3" fmla="*/ 0 w 20575"/>
              <a:gd name="connsiteY3" fmla="*/ 8983 h 10000"/>
              <a:gd name="connsiteX4" fmla="*/ 1073 w 20575"/>
              <a:gd name="connsiteY4" fmla="*/ 10000 h 10000"/>
              <a:gd name="connsiteX5" fmla="*/ 6028 w 20575"/>
              <a:gd name="connsiteY5" fmla="*/ 10000 h 10000"/>
              <a:gd name="connsiteX6" fmla="*/ 20575 w 20575"/>
              <a:gd name="connsiteY6" fmla="*/ 9952 h 10000"/>
              <a:gd name="connsiteX0" fmla="*/ 1872 w 20575"/>
              <a:gd name="connsiteY0" fmla="*/ 0 h 10096"/>
              <a:gd name="connsiteX1" fmla="*/ 1073 w 20575"/>
              <a:gd name="connsiteY1" fmla="*/ 0 h 10096"/>
              <a:gd name="connsiteX2" fmla="*/ 0 w 20575"/>
              <a:gd name="connsiteY2" fmla="*/ 1032 h 10096"/>
              <a:gd name="connsiteX3" fmla="*/ 0 w 20575"/>
              <a:gd name="connsiteY3" fmla="*/ 8983 h 10096"/>
              <a:gd name="connsiteX4" fmla="*/ 1073 w 20575"/>
              <a:gd name="connsiteY4" fmla="*/ 10000 h 10096"/>
              <a:gd name="connsiteX5" fmla="*/ 6028 w 20575"/>
              <a:gd name="connsiteY5" fmla="*/ 10000 h 10096"/>
              <a:gd name="connsiteX6" fmla="*/ 20575 w 20575"/>
              <a:gd name="connsiteY6" fmla="*/ 10096 h 10096"/>
              <a:gd name="connsiteX0" fmla="*/ 1872 w 20575"/>
              <a:gd name="connsiteY0" fmla="*/ 0 h 10000"/>
              <a:gd name="connsiteX1" fmla="*/ 1073 w 20575"/>
              <a:gd name="connsiteY1" fmla="*/ 0 h 10000"/>
              <a:gd name="connsiteX2" fmla="*/ 0 w 20575"/>
              <a:gd name="connsiteY2" fmla="*/ 1032 h 10000"/>
              <a:gd name="connsiteX3" fmla="*/ 0 w 20575"/>
              <a:gd name="connsiteY3" fmla="*/ 8983 h 10000"/>
              <a:gd name="connsiteX4" fmla="*/ 1073 w 20575"/>
              <a:gd name="connsiteY4" fmla="*/ 10000 h 10000"/>
              <a:gd name="connsiteX5" fmla="*/ 6028 w 20575"/>
              <a:gd name="connsiteY5" fmla="*/ 10000 h 10000"/>
              <a:gd name="connsiteX6" fmla="*/ 20575 w 20575"/>
              <a:gd name="connsiteY6" fmla="*/ 9905 h 10000"/>
              <a:gd name="connsiteX0" fmla="*/ 1872 w 20635"/>
              <a:gd name="connsiteY0" fmla="*/ 0 h 10049"/>
              <a:gd name="connsiteX1" fmla="*/ 1073 w 20635"/>
              <a:gd name="connsiteY1" fmla="*/ 0 h 10049"/>
              <a:gd name="connsiteX2" fmla="*/ 0 w 20635"/>
              <a:gd name="connsiteY2" fmla="*/ 1032 h 10049"/>
              <a:gd name="connsiteX3" fmla="*/ 0 w 20635"/>
              <a:gd name="connsiteY3" fmla="*/ 8983 h 10049"/>
              <a:gd name="connsiteX4" fmla="*/ 1073 w 20635"/>
              <a:gd name="connsiteY4" fmla="*/ 10000 h 10049"/>
              <a:gd name="connsiteX5" fmla="*/ 6028 w 20635"/>
              <a:gd name="connsiteY5" fmla="*/ 10000 h 10049"/>
              <a:gd name="connsiteX6" fmla="*/ 20635 w 20635"/>
              <a:gd name="connsiteY6" fmla="*/ 10049 h 10049"/>
              <a:gd name="connsiteX0" fmla="*/ 1872 w 20515"/>
              <a:gd name="connsiteY0" fmla="*/ 0 h 10001"/>
              <a:gd name="connsiteX1" fmla="*/ 1073 w 20515"/>
              <a:gd name="connsiteY1" fmla="*/ 0 h 10001"/>
              <a:gd name="connsiteX2" fmla="*/ 0 w 20515"/>
              <a:gd name="connsiteY2" fmla="*/ 1032 h 10001"/>
              <a:gd name="connsiteX3" fmla="*/ 0 w 20515"/>
              <a:gd name="connsiteY3" fmla="*/ 8983 h 10001"/>
              <a:gd name="connsiteX4" fmla="*/ 1073 w 20515"/>
              <a:gd name="connsiteY4" fmla="*/ 10000 h 10001"/>
              <a:gd name="connsiteX5" fmla="*/ 6028 w 20515"/>
              <a:gd name="connsiteY5" fmla="*/ 10000 h 10001"/>
              <a:gd name="connsiteX6" fmla="*/ 20515 w 20515"/>
              <a:gd name="connsiteY6" fmla="*/ 10001 h 10001"/>
              <a:gd name="connsiteX0" fmla="*/ 1872 w 20515"/>
              <a:gd name="connsiteY0" fmla="*/ 0 h 10001"/>
              <a:gd name="connsiteX1" fmla="*/ 1073 w 20515"/>
              <a:gd name="connsiteY1" fmla="*/ 0 h 10001"/>
              <a:gd name="connsiteX2" fmla="*/ 0 w 20515"/>
              <a:gd name="connsiteY2" fmla="*/ 1032 h 10001"/>
              <a:gd name="connsiteX3" fmla="*/ 0 w 20515"/>
              <a:gd name="connsiteY3" fmla="*/ 8983 h 10001"/>
              <a:gd name="connsiteX4" fmla="*/ 1073 w 20515"/>
              <a:gd name="connsiteY4" fmla="*/ 10000 h 10001"/>
              <a:gd name="connsiteX5" fmla="*/ 6028 w 20515"/>
              <a:gd name="connsiteY5" fmla="*/ 10000 h 10001"/>
              <a:gd name="connsiteX6" fmla="*/ 20515 w 20515"/>
              <a:gd name="connsiteY6" fmla="*/ 10001 h 10001"/>
              <a:gd name="connsiteX0" fmla="*/ 1872 w 20515"/>
              <a:gd name="connsiteY0" fmla="*/ 0 h 10001"/>
              <a:gd name="connsiteX1" fmla="*/ 1073 w 20515"/>
              <a:gd name="connsiteY1" fmla="*/ 0 h 10001"/>
              <a:gd name="connsiteX2" fmla="*/ 0 w 20515"/>
              <a:gd name="connsiteY2" fmla="*/ 1032 h 10001"/>
              <a:gd name="connsiteX3" fmla="*/ 0 w 20515"/>
              <a:gd name="connsiteY3" fmla="*/ 8983 h 10001"/>
              <a:gd name="connsiteX4" fmla="*/ 1073 w 20515"/>
              <a:gd name="connsiteY4" fmla="*/ 10000 h 10001"/>
              <a:gd name="connsiteX5" fmla="*/ 6028 w 20515"/>
              <a:gd name="connsiteY5" fmla="*/ 10000 h 10001"/>
              <a:gd name="connsiteX6" fmla="*/ 20515 w 20515"/>
              <a:gd name="connsiteY6" fmla="*/ 10001 h 10001"/>
              <a:gd name="connsiteX0" fmla="*/ 1878 w 20521"/>
              <a:gd name="connsiteY0" fmla="*/ 0 h 10001"/>
              <a:gd name="connsiteX1" fmla="*/ 1079 w 20521"/>
              <a:gd name="connsiteY1" fmla="*/ 0 h 10001"/>
              <a:gd name="connsiteX2" fmla="*/ 6 w 20521"/>
              <a:gd name="connsiteY2" fmla="*/ 1032 h 10001"/>
              <a:gd name="connsiteX3" fmla="*/ 6 w 20521"/>
              <a:gd name="connsiteY3" fmla="*/ 8983 h 10001"/>
              <a:gd name="connsiteX4" fmla="*/ 1079 w 20521"/>
              <a:gd name="connsiteY4" fmla="*/ 10000 h 10001"/>
              <a:gd name="connsiteX5" fmla="*/ 6034 w 20521"/>
              <a:gd name="connsiteY5" fmla="*/ 10000 h 10001"/>
              <a:gd name="connsiteX6" fmla="*/ 20521 w 20521"/>
              <a:gd name="connsiteY6" fmla="*/ 10001 h 10001"/>
              <a:gd name="connsiteX0" fmla="*/ 1878 w 20521"/>
              <a:gd name="connsiteY0" fmla="*/ 0 h 10001"/>
              <a:gd name="connsiteX1" fmla="*/ 1079 w 20521"/>
              <a:gd name="connsiteY1" fmla="*/ 0 h 10001"/>
              <a:gd name="connsiteX2" fmla="*/ 6 w 20521"/>
              <a:gd name="connsiteY2" fmla="*/ 1032 h 10001"/>
              <a:gd name="connsiteX3" fmla="*/ 6 w 20521"/>
              <a:gd name="connsiteY3" fmla="*/ 8983 h 10001"/>
              <a:gd name="connsiteX4" fmla="*/ 1079 w 20521"/>
              <a:gd name="connsiteY4" fmla="*/ 10000 h 10001"/>
              <a:gd name="connsiteX5" fmla="*/ 6034 w 20521"/>
              <a:gd name="connsiteY5" fmla="*/ 10000 h 10001"/>
              <a:gd name="connsiteX6" fmla="*/ 20521 w 20521"/>
              <a:gd name="connsiteY6" fmla="*/ 10001 h 1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521" h="10001">
                <a:moveTo>
                  <a:pt x="1878" y="0"/>
                </a:moveTo>
                <a:lnTo>
                  <a:pt x="1079" y="0"/>
                </a:lnTo>
                <a:cubicBezTo>
                  <a:pt x="106" y="0"/>
                  <a:pt x="6" y="465"/>
                  <a:pt x="6" y="1032"/>
                </a:cubicBezTo>
                <a:cubicBezTo>
                  <a:pt x="6" y="3682"/>
                  <a:pt x="-9" y="8492"/>
                  <a:pt x="6" y="8983"/>
                </a:cubicBezTo>
                <a:cubicBezTo>
                  <a:pt x="21" y="9474"/>
                  <a:pt x="75" y="10000"/>
                  <a:pt x="1079" y="10000"/>
                </a:cubicBezTo>
                <a:lnTo>
                  <a:pt x="6034" y="10000"/>
                </a:lnTo>
                <a:lnTo>
                  <a:pt x="20521" y="10001"/>
                </a:lnTo>
              </a:path>
            </a:pathLst>
          </a:custGeom>
          <a:noFill/>
          <a:ln w="50800" cap="rnd">
            <a:solidFill>
              <a:srgbClr val="29648A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800">
              <a:latin typeface="+mn-lt"/>
            </a:endParaRPr>
          </a:p>
        </p:txBody>
      </p:sp>
      <p:sp>
        <p:nvSpPr>
          <p:cNvPr id="33" name="Freeform 19">
            <a:extLst>
              <a:ext uri="{FF2B5EF4-FFF2-40B4-BE49-F238E27FC236}">
                <a16:creationId xmlns:a16="http://schemas.microsoft.com/office/drawing/2014/main" id="{6489714B-499B-F31E-B796-D85C3A79E053}"/>
              </a:ext>
            </a:extLst>
          </p:cNvPr>
          <p:cNvSpPr>
            <a:spLocks/>
          </p:cNvSpPr>
          <p:nvPr userDrawn="1"/>
        </p:nvSpPr>
        <p:spPr bwMode="auto">
          <a:xfrm>
            <a:off x="1882588" y="2355051"/>
            <a:ext cx="4320511" cy="3378063"/>
          </a:xfrm>
          <a:custGeom>
            <a:avLst/>
            <a:gdLst>
              <a:gd name="T0" fmla="*/ 1241 w 1346"/>
              <a:gd name="T1" fmla="*/ 688 h 688"/>
              <a:gd name="T2" fmla="*/ 1276 w 1346"/>
              <a:gd name="T3" fmla="*/ 688 h 688"/>
              <a:gd name="T4" fmla="*/ 1346 w 1346"/>
              <a:gd name="T5" fmla="*/ 618 h 688"/>
              <a:gd name="T6" fmla="*/ 1346 w 1346"/>
              <a:gd name="T7" fmla="*/ 71 h 688"/>
              <a:gd name="T8" fmla="*/ 1276 w 1346"/>
              <a:gd name="T9" fmla="*/ 0 h 688"/>
              <a:gd name="T10" fmla="*/ 0 w 1346"/>
              <a:gd name="T11" fmla="*/ 0 h 688"/>
              <a:gd name="connsiteX0" fmla="*/ 9877 w 10657"/>
              <a:gd name="connsiteY0" fmla="*/ 10000 h 10000"/>
              <a:gd name="connsiteX1" fmla="*/ 10137 w 10657"/>
              <a:gd name="connsiteY1" fmla="*/ 10000 h 10000"/>
              <a:gd name="connsiteX2" fmla="*/ 10657 w 10657"/>
              <a:gd name="connsiteY2" fmla="*/ 8983 h 10000"/>
              <a:gd name="connsiteX3" fmla="*/ 10657 w 10657"/>
              <a:gd name="connsiteY3" fmla="*/ 1032 h 10000"/>
              <a:gd name="connsiteX4" fmla="*/ 10137 w 10657"/>
              <a:gd name="connsiteY4" fmla="*/ 0 h 10000"/>
              <a:gd name="connsiteX5" fmla="*/ 0 w 10657"/>
              <a:gd name="connsiteY5" fmla="*/ 43 h 10000"/>
              <a:gd name="connsiteX0" fmla="*/ 9077 w 9857"/>
              <a:gd name="connsiteY0" fmla="*/ 10002 h 10002"/>
              <a:gd name="connsiteX1" fmla="*/ 9337 w 9857"/>
              <a:gd name="connsiteY1" fmla="*/ 10002 h 10002"/>
              <a:gd name="connsiteX2" fmla="*/ 9857 w 9857"/>
              <a:gd name="connsiteY2" fmla="*/ 8985 h 10002"/>
              <a:gd name="connsiteX3" fmla="*/ 9857 w 9857"/>
              <a:gd name="connsiteY3" fmla="*/ 1034 h 10002"/>
              <a:gd name="connsiteX4" fmla="*/ 9337 w 9857"/>
              <a:gd name="connsiteY4" fmla="*/ 2 h 10002"/>
              <a:gd name="connsiteX5" fmla="*/ 0 w 9857"/>
              <a:gd name="connsiteY5" fmla="*/ 0 h 10002"/>
              <a:gd name="connsiteX0" fmla="*/ 9265 w 10056"/>
              <a:gd name="connsiteY0" fmla="*/ 9998 h 9998"/>
              <a:gd name="connsiteX1" fmla="*/ 9528 w 10056"/>
              <a:gd name="connsiteY1" fmla="*/ 9998 h 9998"/>
              <a:gd name="connsiteX2" fmla="*/ 10056 w 10056"/>
              <a:gd name="connsiteY2" fmla="*/ 8981 h 9998"/>
              <a:gd name="connsiteX3" fmla="*/ 10056 w 10056"/>
              <a:gd name="connsiteY3" fmla="*/ 1032 h 9998"/>
              <a:gd name="connsiteX4" fmla="*/ 9528 w 10056"/>
              <a:gd name="connsiteY4" fmla="*/ 0 h 9998"/>
              <a:gd name="connsiteX5" fmla="*/ 0 w 10056"/>
              <a:gd name="connsiteY5" fmla="*/ 43 h 9998"/>
              <a:gd name="connsiteX0" fmla="*/ 9202 w 9989"/>
              <a:gd name="connsiteY0" fmla="*/ 10065 h 10065"/>
              <a:gd name="connsiteX1" fmla="*/ 9464 w 9989"/>
              <a:gd name="connsiteY1" fmla="*/ 10065 h 10065"/>
              <a:gd name="connsiteX2" fmla="*/ 9989 w 9989"/>
              <a:gd name="connsiteY2" fmla="*/ 9048 h 10065"/>
              <a:gd name="connsiteX3" fmla="*/ 9989 w 9989"/>
              <a:gd name="connsiteY3" fmla="*/ 1097 h 10065"/>
              <a:gd name="connsiteX4" fmla="*/ 9464 w 9989"/>
              <a:gd name="connsiteY4" fmla="*/ 65 h 10065"/>
              <a:gd name="connsiteX5" fmla="*/ 0 w 9989"/>
              <a:gd name="connsiteY5" fmla="*/ 0 h 10065"/>
              <a:gd name="connsiteX0" fmla="*/ 9212 w 10000"/>
              <a:gd name="connsiteY0" fmla="*/ 10000 h 10000"/>
              <a:gd name="connsiteX1" fmla="*/ 9474 w 10000"/>
              <a:gd name="connsiteY1" fmla="*/ 10000 h 10000"/>
              <a:gd name="connsiteX2" fmla="*/ 10000 w 10000"/>
              <a:gd name="connsiteY2" fmla="*/ 8990 h 10000"/>
              <a:gd name="connsiteX3" fmla="*/ 10000 w 10000"/>
              <a:gd name="connsiteY3" fmla="*/ 1090 h 10000"/>
              <a:gd name="connsiteX4" fmla="*/ 9474 w 10000"/>
              <a:gd name="connsiteY4" fmla="*/ 65 h 10000"/>
              <a:gd name="connsiteX5" fmla="*/ 0 w 10000"/>
              <a:gd name="connsiteY5" fmla="*/ 0 h 10000"/>
              <a:gd name="connsiteX0" fmla="*/ 9212 w 10000"/>
              <a:gd name="connsiteY0" fmla="*/ 10000 h 10000"/>
              <a:gd name="connsiteX1" fmla="*/ 9474 w 10000"/>
              <a:gd name="connsiteY1" fmla="*/ 10000 h 10000"/>
              <a:gd name="connsiteX2" fmla="*/ 10000 w 10000"/>
              <a:gd name="connsiteY2" fmla="*/ 8990 h 10000"/>
              <a:gd name="connsiteX3" fmla="*/ 10000 w 10000"/>
              <a:gd name="connsiteY3" fmla="*/ 1090 h 10000"/>
              <a:gd name="connsiteX4" fmla="*/ 9474 w 10000"/>
              <a:gd name="connsiteY4" fmla="*/ 65 h 10000"/>
              <a:gd name="connsiteX5" fmla="*/ 0 w 10000"/>
              <a:gd name="connsiteY5" fmla="*/ 0 h 10000"/>
              <a:gd name="connsiteX0" fmla="*/ 9212 w 10000"/>
              <a:gd name="connsiteY0" fmla="*/ 10000 h 10000"/>
              <a:gd name="connsiteX1" fmla="*/ 9474 w 10000"/>
              <a:gd name="connsiteY1" fmla="*/ 10000 h 10000"/>
              <a:gd name="connsiteX2" fmla="*/ 10000 w 10000"/>
              <a:gd name="connsiteY2" fmla="*/ 8990 h 10000"/>
              <a:gd name="connsiteX3" fmla="*/ 10000 w 10000"/>
              <a:gd name="connsiteY3" fmla="*/ 1090 h 10000"/>
              <a:gd name="connsiteX4" fmla="*/ 9474 w 10000"/>
              <a:gd name="connsiteY4" fmla="*/ 65 h 10000"/>
              <a:gd name="connsiteX5" fmla="*/ 0 w 10000"/>
              <a:gd name="connsiteY5" fmla="*/ 0 h 10000"/>
              <a:gd name="connsiteX0" fmla="*/ 9212 w 10000"/>
              <a:gd name="connsiteY0" fmla="*/ 10000 h 10000"/>
              <a:gd name="connsiteX1" fmla="*/ 9474 w 10000"/>
              <a:gd name="connsiteY1" fmla="*/ 10000 h 10000"/>
              <a:gd name="connsiteX2" fmla="*/ 10000 w 10000"/>
              <a:gd name="connsiteY2" fmla="*/ 8990 h 10000"/>
              <a:gd name="connsiteX3" fmla="*/ 10000 w 10000"/>
              <a:gd name="connsiteY3" fmla="*/ 1090 h 10000"/>
              <a:gd name="connsiteX4" fmla="*/ 9474 w 10000"/>
              <a:gd name="connsiteY4" fmla="*/ 65 h 10000"/>
              <a:gd name="connsiteX5" fmla="*/ 0 w 10000"/>
              <a:gd name="connsiteY5" fmla="*/ 0 h 10000"/>
              <a:gd name="connsiteX0" fmla="*/ 9212 w 10000"/>
              <a:gd name="connsiteY0" fmla="*/ 10000 h 10004"/>
              <a:gd name="connsiteX1" fmla="*/ 9474 w 10000"/>
              <a:gd name="connsiteY1" fmla="*/ 10000 h 10004"/>
              <a:gd name="connsiteX2" fmla="*/ 10000 w 10000"/>
              <a:gd name="connsiteY2" fmla="*/ 8990 h 10004"/>
              <a:gd name="connsiteX3" fmla="*/ 10000 w 10000"/>
              <a:gd name="connsiteY3" fmla="*/ 1090 h 10004"/>
              <a:gd name="connsiteX4" fmla="*/ 9474 w 10000"/>
              <a:gd name="connsiteY4" fmla="*/ 65 h 10004"/>
              <a:gd name="connsiteX5" fmla="*/ 0 w 10000"/>
              <a:gd name="connsiteY5" fmla="*/ 0 h 10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4">
                <a:moveTo>
                  <a:pt x="9212" y="10000"/>
                </a:moveTo>
                <a:cubicBezTo>
                  <a:pt x="9299" y="10000"/>
                  <a:pt x="8952" y="10009"/>
                  <a:pt x="9474" y="10000"/>
                </a:cubicBezTo>
                <a:cubicBezTo>
                  <a:pt x="9996" y="9991"/>
                  <a:pt x="10000" y="9552"/>
                  <a:pt x="10000" y="8990"/>
                </a:cubicBezTo>
                <a:lnTo>
                  <a:pt x="10000" y="1090"/>
                </a:lnTo>
                <a:cubicBezTo>
                  <a:pt x="10000" y="527"/>
                  <a:pt x="9988" y="65"/>
                  <a:pt x="9474" y="65"/>
                </a:cubicBezTo>
                <a:lnTo>
                  <a:pt x="0" y="0"/>
                </a:lnTo>
              </a:path>
            </a:pathLst>
          </a:custGeom>
          <a:noFill/>
          <a:ln w="50800" cap="rnd">
            <a:solidFill>
              <a:srgbClr val="29648A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800">
              <a:latin typeface="+mn-lt"/>
            </a:endParaRP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5578F6C8-4310-DE18-A54C-3861F1F40501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585202" y="2355050"/>
            <a:ext cx="4824377" cy="3393339"/>
          </a:xfrm>
          <a:prstGeom prst="roundRect">
            <a:avLst>
              <a:gd name="adj" fmla="val 5992"/>
            </a:avLst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rgbClr val="F5F5F5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Icon</a:t>
            </a:r>
            <a:endParaRPr lang="en-IN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7F381660-28CF-7B60-00AE-744F9E32C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C918560-E122-7175-5D23-ABAAD87BF2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2E9CCA"/>
                </a:solidFill>
                <a:latin typeface="Montserrat" panose="00000500000000000000" pitchFamily="2" charset="0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3442536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C_Demo Tool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9575AD-5B4D-06B9-7F78-C9D142284B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71A9F9B-ADCB-7CC4-669A-119697982972}"/>
              </a:ext>
            </a:extLst>
          </p:cNvPr>
          <p:cNvSpPr txBox="1"/>
          <p:nvPr userDrawn="1"/>
        </p:nvSpPr>
        <p:spPr>
          <a:xfrm>
            <a:off x="0" y="6858000"/>
            <a:ext cx="12192000" cy="338554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NULL FRAME (DEMO): </a:t>
            </a:r>
            <a:r>
              <a:rPr lang="en-IN" sz="1600" b="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rPr>
              <a:t>ONLY SCREEN CAPTURE OR SIMULATION DEMO SCREEN ANIMATION VIDEO</a:t>
            </a:r>
            <a:endParaRPr lang="en-IN" sz="1600" b="0" i="1" kern="1200">
              <a:solidFill>
                <a:schemeClr val="tx1"/>
              </a:solidFill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0F14FBA8-6CD3-4078-C408-26E5771FD6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55983" y="5310963"/>
            <a:ext cx="2113505" cy="871200"/>
          </a:xfrm>
          <a:prstGeom prst="wedgeRoundRectCallout">
            <a:avLst>
              <a:gd name="adj1" fmla="val 491"/>
              <a:gd name="adj2" fmla="val -99821"/>
              <a:gd name="adj3" fmla="val 16667"/>
            </a:avLst>
          </a:prstGeom>
          <a:solidFill>
            <a:srgbClr val="2E9CCA">
              <a:alpha val="80000"/>
            </a:srgbClr>
          </a:solidFill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dirty="0" smtClean="0">
                <a:solidFill>
                  <a:schemeClr val="bg1"/>
                </a:solidFill>
                <a:latin typeface="Montserrat" panose="00000500000000000000" pitchFamily="2" charset="0"/>
                <a:ea typeface="+mj-ea"/>
                <a:cs typeface="Calibri" panose="020F050202020403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3CE4F625-0BBF-6E71-6A8B-262960D23AD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13267" y="4079807"/>
            <a:ext cx="2113505" cy="871200"/>
          </a:xfrm>
          <a:prstGeom prst="wedgeRoundRectCallout">
            <a:avLst>
              <a:gd name="adj1" fmla="val -43014"/>
              <a:gd name="adj2" fmla="val -99922"/>
              <a:gd name="adj3" fmla="val 16667"/>
            </a:avLst>
          </a:prstGeom>
          <a:solidFill>
            <a:srgbClr val="29648A">
              <a:alpha val="80000"/>
            </a:srgbClr>
          </a:solidFill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dirty="0" smtClean="0">
                <a:solidFill>
                  <a:schemeClr val="bg1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text</a:t>
            </a:r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7DFF2C1-5AAC-BE56-989A-4182E0B8408A}"/>
              </a:ext>
            </a:extLst>
          </p:cNvPr>
          <p:cNvSpPr/>
          <p:nvPr userDrawn="1"/>
        </p:nvSpPr>
        <p:spPr>
          <a:xfrm>
            <a:off x="2343150" y="3352800"/>
            <a:ext cx="5991225" cy="266700"/>
          </a:xfrm>
          <a:prstGeom prst="roundRect">
            <a:avLst/>
          </a:prstGeom>
          <a:noFill/>
          <a:ln w="38100">
            <a:solidFill>
              <a:srgbClr val="2E9C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925952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8">
            <a:extLst>
              <a:ext uri="{FF2B5EF4-FFF2-40B4-BE49-F238E27FC236}">
                <a16:creationId xmlns:a16="http://schemas.microsoft.com/office/drawing/2014/main" id="{653E9550-43E8-E413-3732-58D43DD1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rgbClr val="25274D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FABDF775-54C1-E7EE-9C32-CA2C1F2B5C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2E9CCA"/>
                </a:solidFill>
                <a:latin typeface="Montserrat" panose="00000500000000000000" pitchFamily="2" charset="0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364160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A_Detai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A7B58D3-6734-4301-B13C-AF9EDAD6EC2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620628462"/>
              </p:ext>
            </p:extLst>
          </p:nvPr>
        </p:nvGraphicFramePr>
        <p:xfrm>
          <a:off x="1031966" y="1003510"/>
          <a:ext cx="10321835" cy="5408105"/>
        </p:xfrm>
        <a:graphic>
          <a:graphicData uri="http://schemas.openxmlformats.org/drawingml/2006/table">
            <a:tbl>
              <a:tblPr firstRow="1" firstCol="1" bandRow="1"/>
              <a:tblGrid>
                <a:gridCol w="2335265">
                  <a:extLst>
                    <a:ext uri="{9D8B030D-6E8A-4147-A177-3AD203B41FA5}">
                      <a16:colId xmlns:a16="http://schemas.microsoft.com/office/drawing/2014/main" val="3108906838"/>
                    </a:ext>
                  </a:extLst>
                </a:gridCol>
                <a:gridCol w="7986570">
                  <a:extLst>
                    <a:ext uri="{9D8B030D-6E8A-4147-A177-3AD203B41FA5}">
                      <a16:colId xmlns:a16="http://schemas.microsoft.com/office/drawing/2014/main" val="1414263628"/>
                    </a:ext>
                  </a:extLst>
                </a:gridCol>
              </a:tblGrid>
              <a:tr h="28050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baseline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Course Name</a:t>
                      </a:r>
                      <a:endParaRPr lang="en-IN" sz="1600" baseline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6368902"/>
                  </a:ext>
                </a:extLst>
              </a:tr>
              <a:tr h="28050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baseline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Module #</a:t>
                      </a:r>
                      <a:endParaRPr lang="en-IN" sz="1600" baseline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2105440"/>
                  </a:ext>
                </a:extLst>
              </a:tr>
              <a:tr h="28050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baseline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Module Name</a:t>
                      </a:r>
                      <a:endParaRPr lang="en-IN" sz="1600" baseline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n-US" sz="1600" i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3634481"/>
                  </a:ext>
                </a:extLst>
              </a:tr>
              <a:tr h="28050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baseline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Video Title</a:t>
                      </a:r>
                      <a:endParaRPr lang="en-IN" sz="1600" baseline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n-US" sz="1600" i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229953"/>
                  </a:ext>
                </a:extLst>
              </a:tr>
              <a:tr h="28384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baseline="0" err="1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Stringout</a:t>
                      </a:r>
                      <a:r>
                        <a:rPr lang="en-US" sz="1600" b="1" baseline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Link</a:t>
                      </a:r>
                      <a:endParaRPr lang="en-IN" sz="1600" baseline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4194682"/>
                  </a:ext>
                </a:extLst>
              </a:tr>
              <a:tr h="166670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baseline="0" err="1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Stringout</a:t>
                      </a:r>
                      <a:r>
                        <a:rPr lang="en-US" sz="1600" b="1" baseline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Timestamp</a:t>
                      </a:r>
                      <a:endParaRPr lang="en-IN" sz="1600" baseline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9917794"/>
                  </a:ext>
                </a:extLst>
              </a:tr>
              <a:tr h="136463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baseline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Video Overview</a:t>
                      </a:r>
                      <a:r>
                        <a:rPr lang="en-US" sz="1600" b="1" i="1" baseline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IN" sz="1600" baseline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0" i="1" baseline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(To be used as a Narrative)</a:t>
                      </a:r>
                      <a:endParaRPr lang="en-IN" sz="1600" b="0" baseline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2186714"/>
                  </a:ext>
                </a:extLst>
              </a:tr>
              <a:tr h="51912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b="1" baseline="0"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Big Idea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US" sz="1600" b="1" baseline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600" baseline="0"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800" b="0" u="none" strike="sngStrike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0682389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3A6C208C-DC5A-4B23-A131-D79B4B415CDA}"/>
              </a:ext>
            </a:extLst>
          </p:cNvPr>
          <p:cNvSpPr txBox="1"/>
          <p:nvPr userDrawn="1"/>
        </p:nvSpPr>
        <p:spPr>
          <a:xfrm>
            <a:off x="3445789" y="404410"/>
            <a:ext cx="53004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solidFill>
                  <a:srgbClr val="25274D"/>
                </a:solidFill>
                <a:latin typeface="+mn-lt"/>
              </a:rPr>
              <a:t>Course and Video Details</a:t>
            </a:r>
            <a:endParaRPr lang="en-IN" sz="2800" b="1">
              <a:solidFill>
                <a:srgbClr val="25274D"/>
              </a:solidFill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838700-1098-836F-FE8B-F344A908B9BA}"/>
              </a:ext>
            </a:extLst>
          </p:cNvPr>
          <p:cNvSpPr txBox="1"/>
          <p:nvPr userDrawn="1"/>
        </p:nvSpPr>
        <p:spPr>
          <a:xfrm>
            <a:off x="0" y="6858000"/>
            <a:ext cx="8865936" cy="338554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COURSE DETAILS: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Course and Video details for common purposes</a:t>
            </a:r>
            <a:endParaRPr lang="en-IN" sz="1600" b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855183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B_Intro-Ou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DDA90D5-45BF-723E-679A-1C51919C9658}"/>
              </a:ext>
            </a:extLst>
          </p:cNvPr>
          <p:cNvSpPr/>
          <p:nvPr userDrawn="1"/>
        </p:nvSpPr>
        <p:spPr>
          <a:xfrm>
            <a:off x="1" y="5709685"/>
            <a:ext cx="3625701" cy="11483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8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2A0986-2A0A-4113-A5C8-083B18CC8085}"/>
              </a:ext>
            </a:extLst>
          </p:cNvPr>
          <p:cNvSpPr txBox="1"/>
          <p:nvPr userDrawn="1"/>
        </p:nvSpPr>
        <p:spPr>
          <a:xfrm>
            <a:off x="0" y="6858000"/>
            <a:ext cx="8865936" cy="338554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INTRO / OUTRO: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Generally white base with the large school logo</a:t>
            </a:r>
            <a:endParaRPr lang="en-IN" sz="1600" b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DB702A6-16B0-A00B-F9FE-698CE23B83B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00912" y="2665256"/>
            <a:ext cx="4590175" cy="1527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268573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C_Vide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3246B9A-5732-5C1E-5597-8D4099C8942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6" r="1087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B2A0986-2A0A-4113-A5C8-083B18CC8085}"/>
              </a:ext>
            </a:extLst>
          </p:cNvPr>
          <p:cNvSpPr txBox="1"/>
          <p:nvPr userDrawn="1"/>
        </p:nvSpPr>
        <p:spPr>
          <a:xfrm>
            <a:off x="-1" y="6858000"/>
            <a:ext cx="11376837" cy="338554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b">
            <a:spAutoFit/>
          </a:bodyPr>
          <a:lstStyle/>
          <a:p>
            <a:pPr marL="0" algn="l" defTabSz="304815" rtl="0" eaLnBrk="1" latinLnBrk="0" hangingPunct="1"/>
            <a:r>
              <a:rPr lang="en-US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Video Title Screen: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BG image/pattern screen </a:t>
            </a:r>
            <a:r>
              <a:rPr lang="en-US" sz="1600" b="0" i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(pre-defined) </a:t>
            </a:r>
            <a:r>
              <a:rPr lang="en-US"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 smaller school logo </a:t>
            </a:r>
            <a:r>
              <a:rPr lang="en-US" sz="1600" b="0" i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(as per approved design)</a:t>
            </a:r>
            <a:endParaRPr lang="en-IN" sz="1600" b="0" i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DCE5CD-9701-E09D-1577-65480CDFEEB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59000">
                <a:srgbClr val="25274D">
                  <a:alpha val="50000"/>
                </a:srgbClr>
              </a:gs>
              <a:gs pos="100000">
                <a:srgbClr val="25274D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5563DF6-6E14-4C8D-85E7-1155F8C29F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9999" y="2482074"/>
            <a:ext cx="5346000" cy="189385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3200" b="1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009BDB"/>
                </a:solidFill>
              </a:defRPr>
            </a:lvl2pPr>
            <a:lvl3pPr>
              <a:defRPr>
                <a:solidFill>
                  <a:srgbClr val="009BDB"/>
                </a:solidFill>
              </a:defRPr>
            </a:lvl3pPr>
            <a:lvl4pPr>
              <a:defRPr>
                <a:solidFill>
                  <a:srgbClr val="009BDB"/>
                </a:solidFill>
              </a:defRPr>
            </a:lvl4pPr>
            <a:lvl5pPr>
              <a:defRPr>
                <a:solidFill>
                  <a:srgbClr val="009BDB"/>
                </a:solidFill>
              </a:defRPr>
            </a:lvl5pPr>
          </a:lstStyle>
          <a:p>
            <a:pPr lvl="0"/>
            <a:r>
              <a:rPr lang="en-US"/>
              <a:t>Video title will come here</a:t>
            </a:r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900A20-E76C-F0C8-05C4-378389B064C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0000" y="5588591"/>
            <a:ext cx="2836580" cy="943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1183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23">
          <p15:clr>
            <a:srgbClr val="FBAE40"/>
          </p15:clr>
        </p15:guide>
        <p15:guide id="3" orient="horz" pos="1737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835846D-8605-1C05-7FE6-FCEA9AC54B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09" b="790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449CFC2-5FC4-C844-CF63-7FE1491FC9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59000">
                <a:srgbClr val="25274D">
                  <a:alpha val="80000"/>
                </a:srgbClr>
              </a:gs>
              <a:gs pos="100000">
                <a:srgbClr val="25274D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70BFC096-B261-001B-7AC6-AAD2D287A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6431851" cy="540674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B3E77E17-7C33-D996-2317-C05B088E45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8" y="1522044"/>
            <a:ext cx="6431851" cy="3741075"/>
          </a:xfrm>
          <a:prstGeom prst="rect">
            <a:avLst/>
          </a:prstGeom>
        </p:spPr>
        <p:txBody>
          <a:bodyPr/>
          <a:lstStyle>
            <a:lvl1pPr marL="342900" indent="-342900" algn="l">
              <a:buFont typeface="Arial" panose="020B0604020202020204" pitchFamily="34" charset="0"/>
              <a:buChar char="•"/>
              <a:defRPr sz="2400" b="1">
                <a:solidFill>
                  <a:schemeClr val="bg1"/>
                </a:solidFill>
                <a:latin typeface="Montserrat" panose="00000500000000000000" pitchFamily="2" charset="0"/>
              </a:defRPr>
            </a:lvl1pPr>
            <a:lvl2pPr marL="45722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01B31E-1573-76E6-23D3-D4BCD0E611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330591" y="5146932"/>
            <a:ext cx="2836580" cy="9439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136062-0AA8-B6E7-4961-21B53D11F57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0000" y="5588591"/>
            <a:ext cx="2836580" cy="943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28703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A7A19495-89EC-78C0-4A8B-9FD3BA43151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49999" y="2482074"/>
            <a:ext cx="5346000" cy="189385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3200" b="1">
                <a:solidFill>
                  <a:srgbClr val="25274D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009BDB"/>
                </a:solidFill>
              </a:defRPr>
            </a:lvl2pPr>
            <a:lvl3pPr>
              <a:defRPr>
                <a:solidFill>
                  <a:srgbClr val="009BDB"/>
                </a:solidFill>
              </a:defRPr>
            </a:lvl3pPr>
            <a:lvl4pPr>
              <a:defRPr>
                <a:solidFill>
                  <a:srgbClr val="009BDB"/>
                </a:solidFill>
              </a:defRPr>
            </a:lvl4pPr>
            <a:lvl5pPr>
              <a:defRPr>
                <a:solidFill>
                  <a:srgbClr val="009BDB"/>
                </a:solidFill>
              </a:defRPr>
            </a:lvl5pPr>
          </a:lstStyle>
          <a:p>
            <a:pPr lvl="0"/>
            <a:r>
              <a:rPr lang="en-US"/>
              <a:t>Topic title will come here</a:t>
            </a:r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3570D88-FF17-664B-5ED4-B94300A22A58}"/>
              </a:ext>
            </a:extLst>
          </p:cNvPr>
          <p:cNvSpPr/>
          <p:nvPr userDrawn="1"/>
        </p:nvSpPr>
        <p:spPr>
          <a:xfrm>
            <a:off x="-1696983" y="3318331"/>
            <a:ext cx="5410200" cy="5410200"/>
          </a:xfrm>
          <a:prstGeom prst="ellipse">
            <a:avLst/>
          </a:prstGeom>
          <a:solidFill>
            <a:srgbClr val="2E9CCA">
              <a:alpha val="40000"/>
            </a:srgbClr>
          </a:soli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84299F5-B404-C73D-E391-864D8AE9FB67}"/>
              </a:ext>
            </a:extLst>
          </p:cNvPr>
          <p:cNvSpPr/>
          <p:nvPr userDrawn="1"/>
        </p:nvSpPr>
        <p:spPr>
          <a:xfrm>
            <a:off x="8478785" y="-1576506"/>
            <a:ext cx="5410200" cy="5410200"/>
          </a:xfrm>
          <a:prstGeom prst="ellipse">
            <a:avLst/>
          </a:prstGeom>
          <a:solidFill>
            <a:srgbClr val="464866">
              <a:alpha val="30196"/>
            </a:srgbClr>
          </a:soli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58DC3F5-A776-A6D4-39D9-02ED8452FAE0}"/>
              </a:ext>
            </a:extLst>
          </p:cNvPr>
          <p:cNvCxnSpPr/>
          <p:nvPr userDrawn="1"/>
        </p:nvCxnSpPr>
        <p:spPr>
          <a:xfrm>
            <a:off x="739366" y="4375925"/>
            <a:ext cx="1012710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063128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8603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44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slideLayout" Target="../slideLayouts/slideLayout57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17" Type="http://schemas.openxmlformats.org/officeDocument/2006/relationships/theme" Target="../theme/theme4.xml"/><Relationship Id="rId2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60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slideLayout" Target="../slideLayouts/slideLayout5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slideLayout" Target="../slideLayouts/slideLayout73.xml"/><Relationship Id="rId18" Type="http://schemas.openxmlformats.org/officeDocument/2006/relationships/slideLayout" Target="../slideLayouts/slideLayout78.xml"/><Relationship Id="rId26" Type="http://schemas.openxmlformats.org/officeDocument/2006/relationships/theme" Target="../theme/theme5.xml"/><Relationship Id="rId3" Type="http://schemas.openxmlformats.org/officeDocument/2006/relationships/slideLayout" Target="../slideLayouts/slideLayout63.xml"/><Relationship Id="rId21" Type="http://schemas.openxmlformats.org/officeDocument/2006/relationships/slideLayout" Target="../slideLayouts/slideLayout81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17" Type="http://schemas.openxmlformats.org/officeDocument/2006/relationships/slideLayout" Target="../slideLayouts/slideLayout77.xml"/><Relationship Id="rId25" Type="http://schemas.openxmlformats.org/officeDocument/2006/relationships/slideLayout" Target="../slideLayouts/slideLayout85.xml"/><Relationship Id="rId2" Type="http://schemas.openxmlformats.org/officeDocument/2006/relationships/slideLayout" Target="../slideLayouts/slideLayout62.xml"/><Relationship Id="rId16" Type="http://schemas.openxmlformats.org/officeDocument/2006/relationships/slideLayout" Target="../slideLayouts/slideLayout76.xml"/><Relationship Id="rId20" Type="http://schemas.openxmlformats.org/officeDocument/2006/relationships/slideLayout" Target="../slideLayouts/slideLayout80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24" Type="http://schemas.openxmlformats.org/officeDocument/2006/relationships/slideLayout" Target="../slideLayouts/slideLayout84.xml"/><Relationship Id="rId5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75.xml"/><Relationship Id="rId23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70.xml"/><Relationship Id="rId19" Type="http://schemas.openxmlformats.org/officeDocument/2006/relationships/slideLayout" Target="../slideLayouts/slideLayout79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14" Type="http://schemas.openxmlformats.org/officeDocument/2006/relationships/slideLayout" Target="../slideLayouts/slideLayout74.xml"/><Relationship Id="rId22" Type="http://schemas.openxmlformats.org/officeDocument/2006/relationships/slideLayout" Target="../slideLayouts/slideLayout82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8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87.xml"/><Relationship Id="rId1" Type="http://schemas.openxmlformats.org/officeDocument/2006/relationships/slideLayout" Target="../slideLayouts/slideLayout86.xml"/><Relationship Id="rId6" Type="http://schemas.openxmlformats.org/officeDocument/2006/relationships/slideLayout" Target="../slideLayouts/slideLayout91.xml"/><Relationship Id="rId5" Type="http://schemas.openxmlformats.org/officeDocument/2006/relationships/slideLayout" Target="../slideLayouts/slideLayout90.xml"/><Relationship Id="rId4" Type="http://schemas.openxmlformats.org/officeDocument/2006/relationships/slideLayout" Target="../slideLayouts/slideLayout8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3C3FE0F-685A-E835-A907-3C070C0E3FBC}"/>
              </a:ext>
            </a:extLst>
          </p:cNvPr>
          <p:cNvSpPr/>
          <p:nvPr userDrawn="1"/>
        </p:nvSpPr>
        <p:spPr>
          <a:xfrm>
            <a:off x="0" y="7740"/>
            <a:ext cx="12192000" cy="68502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036C692-B2B4-AA04-134F-2AF94DE462DA}"/>
              </a:ext>
            </a:extLst>
          </p:cNvPr>
          <p:cNvSpPr/>
          <p:nvPr userDrawn="1"/>
        </p:nvSpPr>
        <p:spPr>
          <a:xfrm>
            <a:off x="-1696983" y="3318331"/>
            <a:ext cx="5410200" cy="5410200"/>
          </a:xfrm>
          <a:prstGeom prst="ellipse">
            <a:avLst/>
          </a:prstGeom>
          <a:solidFill>
            <a:srgbClr val="2E9CCA">
              <a:alpha val="40000"/>
            </a:srgbClr>
          </a:soli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F065AE3-2C3A-A121-8E69-84D5D8871264}"/>
              </a:ext>
            </a:extLst>
          </p:cNvPr>
          <p:cNvSpPr/>
          <p:nvPr userDrawn="1"/>
        </p:nvSpPr>
        <p:spPr>
          <a:xfrm>
            <a:off x="8478785" y="-1576506"/>
            <a:ext cx="5410200" cy="5410200"/>
          </a:xfrm>
          <a:prstGeom prst="ellipse">
            <a:avLst/>
          </a:prstGeom>
          <a:solidFill>
            <a:srgbClr val="464866">
              <a:alpha val="30196"/>
            </a:srgbClr>
          </a:soli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C8095CD-5EA4-DD4F-746F-9DBE80460E4D}"/>
              </a:ext>
            </a:extLst>
          </p:cNvPr>
          <p:cNvGrpSpPr/>
          <p:nvPr userDrawn="1"/>
        </p:nvGrpSpPr>
        <p:grpSpPr>
          <a:xfrm>
            <a:off x="-704040" y="0"/>
            <a:ext cx="546100" cy="2257188"/>
            <a:chOff x="11391900" y="2133600"/>
            <a:chExt cx="546100" cy="225718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BE84AF3-75D7-8AEB-333D-C0482217696F}"/>
                </a:ext>
              </a:extLst>
            </p:cNvPr>
            <p:cNvSpPr/>
            <p:nvPr/>
          </p:nvSpPr>
          <p:spPr>
            <a:xfrm>
              <a:off x="11391900" y="2133600"/>
              <a:ext cx="546100" cy="369332"/>
            </a:xfrm>
            <a:prstGeom prst="rect">
              <a:avLst/>
            </a:prstGeom>
            <a:solidFill>
              <a:srgbClr val="25274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8A21AE6-222E-95CC-34F7-29BE90402033}"/>
                </a:ext>
              </a:extLst>
            </p:cNvPr>
            <p:cNvSpPr/>
            <p:nvPr/>
          </p:nvSpPr>
          <p:spPr>
            <a:xfrm>
              <a:off x="11391900" y="2605564"/>
              <a:ext cx="546100" cy="369332"/>
            </a:xfrm>
            <a:prstGeom prst="rect">
              <a:avLst/>
            </a:prstGeom>
            <a:solidFill>
              <a:srgbClr val="4648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DD23FB4-ECF4-020A-AC70-8BA51C2AB905}"/>
                </a:ext>
              </a:extLst>
            </p:cNvPr>
            <p:cNvSpPr/>
            <p:nvPr/>
          </p:nvSpPr>
          <p:spPr>
            <a:xfrm>
              <a:off x="11391900" y="3077528"/>
              <a:ext cx="546100" cy="369332"/>
            </a:xfrm>
            <a:prstGeom prst="rect">
              <a:avLst/>
            </a:prstGeom>
            <a:solidFill>
              <a:srgbClr val="AAABB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FA2BA7F-BDA8-DBCA-CDD9-471490135368}"/>
                </a:ext>
              </a:extLst>
            </p:cNvPr>
            <p:cNvSpPr/>
            <p:nvPr/>
          </p:nvSpPr>
          <p:spPr>
            <a:xfrm>
              <a:off x="11391900" y="3549492"/>
              <a:ext cx="546100" cy="369332"/>
            </a:xfrm>
            <a:prstGeom prst="rect">
              <a:avLst/>
            </a:prstGeom>
            <a:solidFill>
              <a:srgbClr val="2E9CC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24EB427-4A38-EB63-0F04-DE01C855C27B}"/>
                </a:ext>
              </a:extLst>
            </p:cNvPr>
            <p:cNvSpPr/>
            <p:nvPr/>
          </p:nvSpPr>
          <p:spPr>
            <a:xfrm>
              <a:off x="11391900" y="4021456"/>
              <a:ext cx="546100" cy="369332"/>
            </a:xfrm>
            <a:prstGeom prst="rect">
              <a:avLst/>
            </a:prstGeom>
            <a:solidFill>
              <a:srgbClr val="2964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4030006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7" r:id="rId16"/>
  </p:sldLayoutIdLst>
  <p:txStyles>
    <p:titleStyle>
      <a:lvl1pPr marL="0" algn="ctr" defTabSz="914446" rtl="0" eaLnBrk="1" latinLnBrk="0" hangingPunct="1">
        <a:lnSpc>
          <a:spcPct val="90000"/>
        </a:lnSpc>
        <a:spcBef>
          <a:spcPct val="0"/>
        </a:spcBef>
        <a:buNone/>
        <a:defRPr lang="en-US" sz="4000" b="1" kern="1200" dirty="0">
          <a:solidFill>
            <a:srgbClr val="EF7C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11" indent="-228611" algn="l" defTabSz="91444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3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7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80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03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5">
          <p15:clr>
            <a:srgbClr val="F26B43"/>
          </p15:clr>
        </p15:guide>
        <p15:guide id="2" orient="horz" pos="448">
          <p15:clr>
            <a:srgbClr val="F26B43"/>
          </p15:clr>
        </p15:guide>
        <p15:guide id="3" orient="horz" pos="592">
          <p15:clr>
            <a:srgbClr val="F26B43"/>
          </p15:clr>
        </p15:guide>
        <p15:guide id="4" orient="horz" pos="70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22BA0C-39A4-D843-A38C-2ADF12D91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AC102-3658-D0E0-9131-73733A337C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17A27-A120-ED17-186E-1471BC58F2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F0AF43-761F-4BE9-9FF0-F88EC1CECCD6}" type="datetimeFigureOut">
              <a:rPr lang="en-GB" smtClean="0"/>
              <a:t>12/09/2026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8BE14-818B-C88D-DC46-50F5EA34BE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B1A393-F211-8275-7F57-533C8E22E1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A3481A-8EEB-463D-A96E-0B72A832C35F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53935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3C3FE0F-685A-E835-A907-3C070C0E3FBC}"/>
              </a:ext>
            </a:extLst>
          </p:cNvPr>
          <p:cNvSpPr/>
          <p:nvPr userDrawn="1"/>
        </p:nvSpPr>
        <p:spPr>
          <a:xfrm>
            <a:off x="0" y="7740"/>
            <a:ext cx="12192000" cy="68502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036C692-B2B4-AA04-134F-2AF94DE462DA}"/>
              </a:ext>
            </a:extLst>
          </p:cNvPr>
          <p:cNvSpPr/>
          <p:nvPr userDrawn="1"/>
        </p:nvSpPr>
        <p:spPr>
          <a:xfrm>
            <a:off x="-1696983" y="3318331"/>
            <a:ext cx="5410200" cy="5410200"/>
          </a:xfrm>
          <a:prstGeom prst="ellipse">
            <a:avLst/>
          </a:prstGeom>
          <a:solidFill>
            <a:srgbClr val="2E9CCA">
              <a:alpha val="40000"/>
            </a:srgbClr>
          </a:soli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F065AE3-2C3A-A121-8E69-84D5D8871264}"/>
              </a:ext>
            </a:extLst>
          </p:cNvPr>
          <p:cNvSpPr/>
          <p:nvPr userDrawn="1"/>
        </p:nvSpPr>
        <p:spPr>
          <a:xfrm>
            <a:off x="8478785" y="-1576506"/>
            <a:ext cx="5410200" cy="5410200"/>
          </a:xfrm>
          <a:prstGeom prst="ellipse">
            <a:avLst/>
          </a:prstGeom>
          <a:solidFill>
            <a:srgbClr val="464866">
              <a:alpha val="30196"/>
            </a:srgbClr>
          </a:soli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C8095CD-5EA4-DD4F-746F-9DBE80460E4D}"/>
              </a:ext>
            </a:extLst>
          </p:cNvPr>
          <p:cNvGrpSpPr/>
          <p:nvPr userDrawn="1"/>
        </p:nvGrpSpPr>
        <p:grpSpPr>
          <a:xfrm>
            <a:off x="-704040" y="0"/>
            <a:ext cx="546100" cy="2257188"/>
            <a:chOff x="11391900" y="2133600"/>
            <a:chExt cx="546100" cy="225718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BE84AF3-75D7-8AEB-333D-C0482217696F}"/>
                </a:ext>
              </a:extLst>
            </p:cNvPr>
            <p:cNvSpPr/>
            <p:nvPr/>
          </p:nvSpPr>
          <p:spPr>
            <a:xfrm>
              <a:off x="11391900" y="2133600"/>
              <a:ext cx="546100" cy="369332"/>
            </a:xfrm>
            <a:prstGeom prst="rect">
              <a:avLst/>
            </a:prstGeom>
            <a:solidFill>
              <a:srgbClr val="25274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8A21AE6-222E-95CC-34F7-29BE90402033}"/>
                </a:ext>
              </a:extLst>
            </p:cNvPr>
            <p:cNvSpPr/>
            <p:nvPr/>
          </p:nvSpPr>
          <p:spPr>
            <a:xfrm>
              <a:off x="11391900" y="2605564"/>
              <a:ext cx="546100" cy="369332"/>
            </a:xfrm>
            <a:prstGeom prst="rect">
              <a:avLst/>
            </a:prstGeom>
            <a:solidFill>
              <a:srgbClr val="4648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DD23FB4-ECF4-020A-AC70-8BA51C2AB905}"/>
                </a:ext>
              </a:extLst>
            </p:cNvPr>
            <p:cNvSpPr/>
            <p:nvPr/>
          </p:nvSpPr>
          <p:spPr>
            <a:xfrm>
              <a:off x="11391900" y="3077528"/>
              <a:ext cx="546100" cy="369332"/>
            </a:xfrm>
            <a:prstGeom prst="rect">
              <a:avLst/>
            </a:prstGeom>
            <a:solidFill>
              <a:srgbClr val="AAABB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FA2BA7F-BDA8-DBCA-CDD9-471490135368}"/>
                </a:ext>
              </a:extLst>
            </p:cNvPr>
            <p:cNvSpPr/>
            <p:nvPr/>
          </p:nvSpPr>
          <p:spPr>
            <a:xfrm>
              <a:off x="11391900" y="3549492"/>
              <a:ext cx="546100" cy="369332"/>
            </a:xfrm>
            <a:prstGeom prst="rect">
              <a:avLst/>
            </a:prstGeom>
            <a:solidFill>
              <a:srgbClr val="2E9CC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24EB427-4A38-EB63-0F04-DE01C855C27B}"/>
                </a:ext>
              </a:extLst>
            </p:cNvPr>
            <p:cNvSpPr/>
            <p:nvPr/>
          </p:nvSpPr>
          <p:spPr>
            <a:xfrm>
              <a:off x="11391900" y="4021456"/>
              <a:ext cx="546100" cy="369332"/>
            </a:xfrm>
            <a:prstGeom prst="rect">
              <a:avLst/>
            </a:prstGeom>
            <a:solidFill>
              <a:srgbClr val="2964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1559272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</p:sldLayoutIdLst>
  <p:txStyles>
    <p:titleStyle>
      <a:lvl1pPr marL="0" algn="ctr" defTabSz="914446" rtl="0" eaLnBrk="1" latinLnBrk="0" hangingPunct="1">
        <a:lnSpc>
          <a:spcPct val="90000"/>
        </a:lnSpc>
        <a:spcBef>
          <a:spcPct val="0"/>
        </a:spcBef>
        <a:buNone/>
        <a:defRPr lang="en-US" sz="4000" b="1" kern="1200" dirty="0">
          <a:solidFill>
            <a:srgbClr val="EF7C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11" indent="-228611" algn="l" defTabSz="91444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3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7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80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03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5">
          <p15:clr>
            <a:srgbClr val="F26B43"/>
          </p15:clr>
        </p15:guide>
        <p15:guide id="2" orient="horz" pos="448">
          <p15:clr>
            <a:srgbClr val="F26B43"/>
          </p15:clr>
        </p15:guide>
        <p15:guide id="3" orient="horz" pos="592">
          <p15:clr>
            <a:srgbClr val="F26B43"/>
          </p15:clr>
        </p15:guide>
        <p15:guide id="4" orient="horz" pos="704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5F5F5">
            <a:alpha val="1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2036C692-B2B4-AA04-134F-2AF94DE462DA}"/>
              </a:ext>
            </a:extLst>
          </p:cNvPr>
          <p:cNvSpPr/>
          <p:nvPr userDrawn="1"/>
        </p:nvSpPr>
        <p:spPr>
          <a:xfrm>
            <a:off x="-1696983" y="3318331"/>
            <a:ext cx="5410200" cy="5410200"/>
          </a:xfrm>
          <a:prstGeom prst="ellipse">
            <a:avLst/>
          </a:prstGeom>
          <a:solidFill>
            <a:srgbClr val="2E9CCA">
              <a:alpha val="40000"/>
            </a:srgbClr>
          </a:soli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F065AE3-2C3A-A121-8E69-84D5D8871264}"/>
              </a:ext>
            </a:extLst>
          </p:cNvPr>
          <p:cNvSpPr/>
          <p:nvPr userDrawn="1"/>
        </p:nvSpPr>
        <p:spPr>
          <a:xfrm>
            <a:off x="8478785" y="-1576506"/>
            <a:ext cx="5410200" cy="5410200"/>
          </a:xfrm>
          <a:prstGeom prst="ellipse">
            <a:avLst/>
          </a:prstGeom>
          <a:solidFill>
            <a:srgbClr val="464866">
              <a:alpha val="30196"/>
            </a:srgbClr>
          </a:soli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C8095CD-5EA4-DD4F-746F-9DBE80460E4D}"/>
              </a:ext>
            </a:extLst>
          </p:cNvPr>
          <p:cNvGrpSpPr/>
          <p:nvPr userDrawn="1"/>
        </p:nvGrpSpPr>
        <p:grpSpPr>
          <a:xfrm>
            <a:off x="-704040" y="0"/>
            <a:ext cx="546100" cy="2257188"/>
            <a:chOff x="11391900" y="2133600"/>
            <a:chExt cx="546100" cy="225718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BE84AF3-75D7-8AEB-333D-C0482217696F}"/>
                </a:ext>
              </a:extLst>
            </p:cNvPr>
            <p:cNvSpPr/>
            <p:nvPr/>
          </p:nvSpPr>
          <p:spPr>
            <a:xfrm>
              <a:off x="11391900" y="2133600"/>
              <a:ext cx="546100" cy="369332"/>
            </a:xfrm>
            <a:prstGeom prst="rect">
              <a:avLst/>
            </a:prstGeom>
            <a:solidFill>
              <a:srgbClr val="25274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8A21AE6-222E-95CC-34F7-29BE90402033}"/>
                </a:ext>
              </a:extLst>
            </p:cNvPr>
            <p:cNvSpPr/>
            <p:nvPr/>
          </p:nvSpPr>
          <p:spPr>
            <a:xfrm>
              <a:off x="11391900" y="2605564"/>
              <a:ext cx="546100" cy="369332"/>
            </a:xfrm>
            <a:prstGeom prst="rect">
              <a:avLst/>
            </a:prstGeom>
            <a:solidFill>
              <a:srgbClr val="4648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DD23FB4-ECF4-020A-AC70-8BA51C2AB905}"/>
                </a:ext>
              </a:extLst>
            </p:cNvPr>
            <p:cNvSpPr/>
            <p:nvPr/>
          </p:nvSpPr>
          <p:spPr>
            <a:xfrm>
              <a:off x="11391900" y="3077528"/>
              <a:ext cx="546100" cy="369332"/>
            </a:xfrm>
            <a:prstGeom prst="rect">
              <a:avLst/>
            </a:prstGeom>
            <a:solidFill>
              <a:srgbClr val="AAABB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FA2BA7F-BDA8-DBCA-CDD9-471490135368}"/>
                </a:ext>
              </a:extLst>
            </p:cNvPr>
            <p:cNvSpPr/>
            <p:nvPr/>
          </p:nvSpPr>
          <p:spPr>
            <a:xfrm>
              <a:off x="11391900" y="3549492"/>
              <a:ext cx="546100" cy="369332"/>
            </a:xfrm>
            <a:prstGeom prst="rect">
              <a:avLst/>
            </a:prstGeom>
            <a:solidFill>
              <a:srgbClr val="2E9CC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24EB427-4A38-EB63-0F04-DE01C855C27B}"/>
                </a:ext>
              </a:extLst>
            </p:cNvPr>
            <p:cNvSpPr/>
            <p:nvPr/>
          </p:nvSpPr>
          <p:spPr>
            <a:xfrm>
              <a:off x="11391900" y="4021456"/>
              <a:ext cx="546100" cy="369332"/>
            </a:xfrm>
            <a:prstGeom prst="rect">
              <a:avLst/>
            </a:prstGeom>
            <a:solidFill>
              <a:srgbClr val="2964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975782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  <p:sldLayoutId id="2147483723" r:id="rId14"/>
    <p:sldLayoutId id="2147483724" r:id="rId15"/>
    <p:sldLayoutId id="2147483725" r:id="rId16"/>
  </p:sldLayoutIdLst>
  <p:txStyles>
    <p:titleStyle>
      <a:lvl1pPr marL="0" algn="ctr" defTabSz="914446" rtl="0" eaLnBrk="1" latinLnBrk="0" hangingPunct="1">
        <a:lnSpc>
          <a:spcPct val="90000"/>
        </a:lnSpc>
        <a:spcBef>
          <a:spcPct val="0"/>
        </a:spcBef>
        <a:buNone/>
        <a:defRPr lang="en-US" sz="4000" b="1" kern="1200" dirty="0">
          <a:solidFill>
            <a:srgbClr val="EF7C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11" indent="-228611" algn="l" defTabSz="91444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3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7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80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03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5">
          <p15:clr>
            <a:srgbClr val="F26B43"/>
          </p15:clr>
        </p15:guide>
        <p15:guide id="2" orient="horz" pos="448">
          <p15:clr>
            <a:srgbClr val="F26B43"/>
          </p15:clr>
        </p15:guide>
        <p15:guide id="3" orient="horz" pos="592">
          <p15:clr>
            <a:srgbClr val="F26B43"/>
          </p15:clr>
        </p15:guide>
        <p15:guide id="4" orient="horz" pos="704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361FA6-EFB1-C46A-4CE9-F75761906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D6CA2-8E40-F109-7DD4-292AD9FBC8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7DF56-F5B7-BE81-FC8E-44502B75F6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C3F75D-4688-4B8E-9E14-9186137B2A8A}" type="datetimeFigureOut">
              <a:rPr lang="en-GB" smtClean="0"/>
              <a:t>12/09/2026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F7B8C-6A93-D5E1-DAE8-FC0EA2683F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987539-A276-3DA7-F7A1-E028A489A5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02D4BE-250B-47A9-AB79-776E42941E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4715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  <p:sldLayoutId id="2147483744" r:id="rId18"/>
    <p:sldLayoutId id="2147483745" r:id="rId19"/>
    <p:sldLayoutId id="2147483746" r:id="rId20"/>
    <p:sldLayoutId id="2147483747" r:id="rId21"/>
    <p:sldLayoutId id="2147483748" r:id="rId22"/>
    <p:sldLayoutId id="2147483749" r:id="rId23"/>
    <p:sldLayoutId id="2147483750" r:id="rId24"/>
    <p:sldLayoutId id="2147483751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16C175C8-6329-02F2-2C0D-936C2BCC1A08}"/>
              </a:ext>
            </a:extLst>
          </p:cNvPr>
          <p:cNvGrpSpPr/>
          <p:nvPr userDrawn="1"/>
        </p:nvGrpSpPr>
        <p:grpSpPr>
          <a:xfrm>
            <a:off x="-704040" y="0"/>
            <a:ext cx="546100" cy="2257188"/>
            <a:chOff x="11391900" y="2133600"/>
            <a:chExt cx="546100" cy="225718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4C16DB0-EFC3-33B1-DE35-E37FB4D8AC83}"/>
                </a:ext>
              </a:extLst>
            </p:cNvPr>
            <p:cNvSpPr/>
            <p:nvPr/>
          </p:nvSpPr>
          <p:spPr>
            <a:xfrm>
              <a:off x="11391900" y="2133600"/>
              <a:ext cx="546100" cy="369332"/>
            </a:xfrm>
            <a:prstGeom prst="rect">
              <a:avLst/>
            </a:prstGeom>
            <a:solidFill>
              <a:srgbClr val="25274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3D60050-2EA7-2C17-FD95-5EA8BA441142}"/>
                </a:ext>
              </a:extLst>
            </p:cNvPr>
            <p:cNvSpPr/>
            <p:nvPr/>
          </p:nvSpPr>
          <p:spPr>
            <a:xfrm>
              <a:off x="11391900" y="2605564"/>
              <a:ext cx="546100" cy="369332"/>
            </a:xfrm>
            <a:prstGeom prst="rect">
              <a:avLst/>
            </a:prstGeom>
            <a:solidFill>
              <a:srgbClr val="4648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BD55CC4-A7CA-DD1C-9127-937B366B7A42}"/>
                </a:ext>
              </a:extLst>
            </p:cNvPr>
            <p:cNvSpPr/>
            <p:nvPr/>
          </p:nvSpPr>
          <p:spPr>
            <a:xfrm>
              <a:off x="11391900" y="3077528"/>
              <a:ext cx="546100" cy="369332"/>
            </a:xfrm>
            <a:prstGeom prst="rect">
              <a:avLst/>
            </a:prstGeom>
            <a:solidFill>
              <a:srgbClr val="AAABB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0E64AFC-BBF0-D1BF-858A-C928FFC90BAB}"/>
                </a:ext>
              </a:extLst>
            </p:cNvPr>
            <p:cNvSpPr/>
            <p:nvPr/>
          </p:nvSpPr>
          <p:spPr>
            <a:xfrm>
              <a:off x="11391900" y="3549492"/>
              <a:ext cx="546100" cy="369332"/>
            </a:xfrm>
            <a:prstGeom prst="rect">
              <a:avLst/>
            </a:prstGeom>
            <a:solidFill>
              <a:srgbClr val="2E9CC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D711976-2046-629F-DACE-B2A5210268CD}"/>
                </a:ext>
              </a:extLst>
            </p:cNvPr>
            <p:cNvSpPr/>
            <p:nvPr/>
          </p:nvSpPr>
          <p:spPr>
            <a:xfrm>
              <a:off x="11391900" y="4021456"/>
              <a:ext cx="546100" cy="369332"/>
            </a:xfrm>
            <a:prstGeom prst="rect">
              <a:avLst/>
            </a:prstGeom>
            <a:solidFill>
              <a:srgbClr val="29648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4115006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</p:sldLayoutIdLst>
  <p:txStyles>
    <p:titleStyle>
      <a:lvl1pPr marL="0" algn="l" defTabSz="914446" rtl="0" eaLnBrk="1" latinLnBrk="0" hangingPunct="1">
        <a:lnSpc>
          <a:spcPct val="90000"/>
        </a:lnSpc>
        <a:spcBef>
          <a:spcPct val="0"/>
        </a:spcBef>
        <a:buNone/>
        <a:defRPr lang="en-US" sz="4000" b="1" kern="1200" dirty="0">
          <a:solidFill>
            <a:srgbClr val="EF7C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11" indent="-228611" algn="l" defTabSz="91444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3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7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80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03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3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3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3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3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3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3.xml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3.xml"/><Relationship Id="rId4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3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51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2.xml"/><Relationship Id="rId6" Type="http://schemas.microsoft.com/office/2007/relationships/hdphoto" Target="../media/hdphoto2.wdp"/><Relationship Id="rId5" Type="http://schemas.openxmlformats.org/officeDocument/2006/relationships/image" Target="../media/image52.png"/><Relationship Id="rId4" Type="http://schemas.microsoft.com/office/2007/relationships/hdphoto" Target="../media/hdphoto1.wdp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55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5.xml"/></Relationships>
</file>

<file path=ppt/slides/_rels/slide42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13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58.png"/><Relationship Id="rId12" Type="http://schemas.microsoft.com/office/2007/relationships/hdphoto" Target="../media/hdphoto7.wdp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0.xml"/><Relationship Id="rId6" Type="http://schemas.microsoft.com/office/2007/relationships/hdphoto" Target="../media/hdphoto4.wdp"/><Relationship Id="rId11" Type="http://schemas.openxmlformats.org/officeDocument/2006/relationships/image" Target="../media/image60.png"/><Relationship Id="rId5" Type="http://schemas.openxmlformats.org/officeDocument/2006/relationships/image" Target="../media/image57.png"/><Relationship Id="rId10" Type="http://schemas.microsoft.com/office/2007/relationships/hdphoto" Target="../media/hdphoto6.wdp"/><Relationship Id="rId4" Type="http://schemas.microsoft.com/office/2007/relationships/hdphoto" Target="../media/hdphoto3.wdp"/><Relationship Id="rId9" Type="http://schemas.openxmlformats.org/officeDocument/2006/relationships/image" Target="../media/image59.png"/><Relationship Id="rId14" Type="http://schemas.microsoft.com/office/2007/relationships/hdphoto" Target="../media/hdphoto8.wdp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EAF445-18FD-B723-16BB-76EBD19542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9999" y="2482074"/>
            <a:ext cx="5430369" cy="189385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IN" sz="4000" dirty="0"/>
              <a:t>Data and Feature Engineering	</a:t>
            </a:r>
          </a:p>
        </p:txBody>
      </p:sp>
    </p:spTree>
    <p:extLst>
      <p:ext uri="{BB962C8B-B14F-4D97-AF65-F5344CB8AC3E}">
        <p14:creationId xmlns:p14="http://schemas.microsoft.com/office/powerpoint/2010/main" val="3644262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C240F-B896-AE10-20B3-42237A713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DD82B4-FB52-9928-9829-A7864AD0987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9999" y="2482074"/>
            <a:ext cx="10422826" cy="189385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600" dirty="0"/>
              <a:t>Know Your Challenge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A0AEC0"/>
                </a:solidFill>
              </a:rPr>
              <a:t>From Business Problem to Data</a:t>
            </a:r>
          </a:p>
        </p:txBody>
      </p:sp>
    </p:spTree>
    <p:extLst>
      <p:ext uri="{BB962C8B-B14F-4D97-AF65-F5344CB8AC3E}">
        <p14:creationId xmlns:p14="http://schemas.microsoft.com/office/powerpoint/2010/main" val="1777806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E7EB0-64AD-51EB-95F4-179A8FFEE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688E38-2081-7C46-0FA9-58D599C9C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HR Employee Attrition Dataset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BAA5DFE-5F8E-B7FB-D9F2-4DA99B4FAA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Understanding Our Business Problem</a:t>
            </a:r>
          </a:p>
          <a:p>
            <a:endParaRPr lang="en-GB" dirty="0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A96E8F95-1D65-5497-DF46-4D541CAB5C9A}"/>
              </a:ext>
            </a:extLst>
          </p:cNvPr>
          <p:cNvSpPr txBox="1">
            <a:spLocks/>
          </p:cNvSpPr>
          <p:nvPr/>
        </p:nvSpPr>
        <p:spPr>
          <a:xfrm>
            <a:off x="536544" y="2093948"/>
            <a:ext cx="5118683" cy="1546699"/>
          </a:xfrm>
          <a:prstGeom prst="roundRect">
            <a:avLst>
              <a:gd name="adj" fmla="val 6409"/>
            </a:avLst>
          </a:prstGeom>
          <a:solidFill>
            <a:srgbClr val="AAABB8">
              <a:alpha val="20000"/>
            </a:srgbClr>
          </a:solidFill>
        </p:spPr>
        <p:txBody>
          <a:bodyPr anchor="ctr"/>
          <a:lstStyle>
            <a:lvl1pPr marL="228611" indent="-228611" algn="l" defTabSz="91444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 defTabSz="88900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>
              <a:ea typeface="Martel Sans" pitchFamily="34" charset="-122"/>
              <a:cs typeface="Martel Sans" pitchFamily="34" charset="-120"/>
            </a:endParaRPr>
          </a:p>
          <a:p>
            <a:pPr marL="0" indent="0">
              <a:buNone/>
            </a:pPr>
            <a:r>
              <a:rPr lang="en-US" sz="1800" dirty="0"/>
              <a:t>Identify the key factors contributing to employee turnover to help predict attrition and reduce recruitment and training costs.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B0200F02-A507-6B15-9946-DC6ECB01531D}"/>
              </a:ext>
            </a:extLst>
          </p:cNvPr>
          <p:cNvSpPr txBox="1">
            <a:spLocks/>
          </p:cNvSpPr>
          <p:nvPr/>
        </p:nvSpPr>
        <p:spPr>
          <a:xfrm>
            <a:off x="531436" y="4352652"/>
            <a:ext cx="5069760" cy="1546699"/>
          </a:xfrm>
          <a:prstGeom prst="roundRect">
            <a:avLst>
              <a:gd name="adj" fmla="val 6409"/>
            </a:avLst>
          </a:prstGeom>
          <a:solidFill>
            <a:srgbClr val="AAABB8">
              <a:alpha val="20000"/>
            </a:srgbClr>
          </a:solidFill>
        </p:spPr>
        <p:txBody>
          <a:bodyPr anchor="ctr"/>
          <a:lstStyle>
            <a:lvl1pPr marL="228611" indent="-228611" algn="l" defTabSz="91444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 defTabSz="88900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>
              <a:solidFill>
                <a:srgbClr val="25274D"/>
              </a:solidFill>
              <a:latin typeface="Aptos" panose="020B0004020202020204" pitchFamily="34" charset="0"/>
              <a:ea typeface="Martel Sans" pitchFamily="34" charset="-122"/>
              <a:cs typeface="Martel Sans" pitchFamily="34" charset="-12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25274D"/>
                </a:solidFill>
              </a:rPr>
              <a:t>1,470 employee records with 35 features, used to predict Attrition (Yes/No)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277C2946-CC06-9D88-B7FF-27FB93E98B11}"/>
              </a:ext>
            </a:extLst>
          </p:cNvPr>
          <p:cNvSpPr txBox="1">
            <a:spLocks/>
          </p:cNvSpPr>
          <p:nvPr/>
        </p:nvSpPr>
        <p:spPr>
          <a:xfrm>
            <a:off x="547687" y="2093948"/>
            <a:ext cx="5092043" cy="462022"/>
          </a:xfrm>
          <a:prstGeom prst="roundRect">
            <a:avLst>
              <a:gd name="adj" fmla="val 23351"/>
            </a:avLst>
          </a:prstGeom>
          <a:solidFill>
            <a:srgbClr val="2E9CCA">
              <a:alpha val="20000"/>
            </a:srgbClr>
          </a:solidFill>
        </p:spPr>
        <p:txBody>
          <a:bodyPr/>
          <a:lstStyle>
            <a:lvl1pPr marL="228611" indent="-228611" algn="l" defTabSz="91444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defTabSz="8890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25274D"/>
                </a:solidFill>
                <a:ea typeface="Kanit Light" pitchFamily="34" charset="-122"/>
                <a:cs typeface="Kanit Light" pitchFamily="34" charset="-120"/>
              </a:rPr>
              <a:t>Business Context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3867BA74-76C1-020C-69A8-47A4254CD6C3}"/>
              </a:ext>
            </a:extLst>
          </p:cNvPr>
          <p:cNvSpPr txBox="1">
            <a:spLocks/>
          </p:cNvSpPr>
          <p:nvPr/>
        </p:nvSpPr>
        <p:spPr>
          <a:xfrm>
            <a:off x="515938" y="4352652"/>
            <a:ext cx="5099464" cy="462022"/>
          </a:xfrm>
          <a:prstGeom prst="roundRect">
            <a:avLst>
              <a:gd name="adj" fmla="val 23351"/>
            </a:avLst>
          </a:prstGeom>
          <a:solidFill>
            <a:srgbClr val="2E9CCA">
              <a:alpha val="20000"/>
            </a:srgbClr>
          </a:solidFill>
        </p:spPr>
        <p:txBody>
          <a:bodyPr/>
          <a:lstStyle>
            <a:lvl1pPr marL="228611" indent="-228611" algn="l" defTabSz="91444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defTabSz="8890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25274D"/>
                </a:solidFill>
                <a:ea typeface="Kanit Light" pitchFamily="34" charset="-122"/>
                <a:cs typeface="Kanit Light" pitchFamily="34" charset="-120"/>
              </a:rPr>
              <a:t>Dataset Overview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0641E69-0FC6-AE58-6BF1-12E216F63A62}"/>
              </a:ext>
            </a:extLst>
          </p:cNvPr>
          <p:cNvGrpSpPr/>
          <p:nvPr/>
        </p:nvGrpSpPr>
        <p:grpSpPr>
          <a:xfrm>
            <a:off x="6099139" y="2749740"/>
            <a:ext cx="6038088" cy="553998"/>
            <a:chOff x="5926899" y="1428078"/>
            <a:chExt cx="6038088" cy="553998"/>
          </a:xfrm>
        </p:grpSpPr>
        <p:sp>
          <p:nvSpPr>
            <p:cNvPr id="26" name="Text Placeholder 3">
              <a:extLst>
                <a:ext uri="{FF2B5EF4-FFF2-40B4-BE49-F238E27FC236}">
                  <a16:creationId xmlns:a16="http://schemas.microsoft.com/office/drawing/2014/main" id="{9B4C2FD6-775B-FA49-363A-BC7F0441C4DD}"/>
                </a:ext>
              </a:extLst>
            </p:cNvPr>
            <p:cNvSpPr txBox="1">
              <a:spLocks/>
            </p:cNvSpPr>
            <p:nvPr/>
          </p:nvSpPr>
          <p:spPr>
            <a:xfrm>
              <a:off x="6467798" y="1428078"/>
              <a:ext cx="5497189" cy="553998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>
              <a:lvl1pPr marL="0" indent="0" algn="ctr">
                <a:buNone/>
                <a:defRPr sz="16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algn="l"/>
              <a:r>
                <a:rPr lang="en-US" sz="1800" b="1" dirty="0">
                  <a:solidFill>
                    <a:srgbClr val="2E9CCA"/>
                  </a:solidFill>
                </a:rPr>
                <a:t>Demographics: </a:t>
              </a:r>
              <a:r>
                <a:rPr lang="en-US" sz="1800" dirty="0">
                  <a:solidFill>
                    <a:srgbClr val="25274D"/>
                  </a:solidFill>
                </a:rPr>
                <a:t>Age, gender, marital status, education</a:t>
              </a:r>
            </a:p>
          </p:txBody>
        </p:sp>
        <p:sp>
          <p:nvSpPr>
            <p:cNvPr id="31" name="Freeform 45">
              <a:extLst>
                <a:ext uri="{FF2B5EF4-FFF2-40B4-BE49-F238E27FC236}">
                  <a16:creationId xmlns:a16="http://schemas.microsoft.com/office/drawing/2014/main" id="{506A239C-F341-2074-2069-04D12DD679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26899" y="1490491"/>
              <a:ext cx="414624" cy="414624"/>
            </a:xfrm>
            <a:custGeom>
              <a:avLst/>
              <a:gdLst/>
              <a:ahLst/>
              <a:cxnLst>
                <a:cxn ang="0">
                  <a:pos x="27" y="55"/>
                </a:cxn>
                <a:cxn ang="0">
                  <a:pos x="0" y="27"/>
                </a:cxn>
                <a:cxn ang="0">
                  <a:pos x="27" y="0"/>
                </a:cxn>
                <a:cxn ang="0">
                  <a:pos x="55" y="27"/>
                </a:cxn>
                <a:cxn ang="0">
                  <a:pos x="27" y="55"/>
                </a:cxn>
                <a:cxn ang="0">
                  <a:pos x="45" y="20"/>
                </a:cxn>
                <a:cxn ang="0">
                  <a:pos x="42" y="17"/>
                </a:cxn>
                <a:cxn ang="0">
                  <a:pos x="40" y="16"/>
                </a:cxn>
                <a:cxn ang="0">
                  <a:pos x="38" y="17"/>
                </a:cxn>
                <a:cxn ang="0">
                  <a:pos x="24" y="31"/>
                </a:cxn>
                <a:cxn ang="0">
                  <a:pos x="16" y="23"/>
                </a:cxn>
                <a:cxn ang="0">
                  <a:pos x="14" y="22"/>
                </a:cxn>
                <a:cxn ang="0">
                  <a:pos x="13" y="23"/>
                </a:cxn>
                <a:cxn ang="0">
                  <a:pos x="9" y="26"/>
                </a:cxn>
                <a:cxn ang="0">
                  <a:pos x="9" y="28"/>
                </a:cxn>
                <a:cxn ang="0">
                  <a:pos x="9" y="30"/>
                </a:cxn>
                <a:cxn ang="0">
                  <a:pos x="22" y="43"/>
                </a:cxn>
                <a:cxn ang="0">
                  <a:pos x="24" y="43"/>
                </a:cxn>
                <a:cxn ang="0">
                  <a:pos x="26" y="43"/>
                </a:cxn>
                <a:cxn ang="0">
                  <a:pos x="45" y="23"/>
                </a:cxn>
                <a:cxn ang="0">
                  <a:pos x="46" y="22"/>
                </a:cxn>
                <a:cxn ang="0">
                  <a:pos x="45" y="20"/>
                </a:cxn>
              </a:cxnLst>
              <a:rect l="0" t="0" r="r" b="b"/>
              <a:pathLst>
                <a:path w="55" h="55">
                  <a:moveTo>
                    <a:pt x="27" y="55"/>
                  </a:moveTo>
                  <a:cubicBezTo>
                    <a:pt x="12" y="55"/>
                    <a:pt x="0" y="42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5" y="12"/>
                    <a:pt x="55" y="27"/>
                  </a:cubicBezTo>
                  <a:cubicBezTo>
                    <a:pt x="55" y="42"/>
                    <a:pt x="42" y="55"/>
                    <a:pt x="27" y="55"/>
                  </a:cubicBezTo>
                  <a:close/>
                  <a:moveTo>
                    <a:pt x="45" y="20"/>
                  </a:moveTo>
                  <a:cubicBezTo>
                    <a:pt x="42" y="17"/>
                    <a:pt x="42" y="17"/>
                    <a:pt x="42" y="17"/>
                  </a:cubicBezTo>
                  <a:cubicBezTo>
                    <a:pt x="41" y="16"/>
                    <a:pt x="41" y="16"/>
                    <a:pt x="40" y="16"/>
                  </a:cubicBezTo>
                  <a:cubicBezTo>
                    <a:pt x="39" y="16"/>
                    <a:pt x="39" y="16"/>
                    <a:pt x="38" y="17"/>
                  </a:cubicBezTo>
                  <a:cubicBezTo>
                    <a:pt x="24" y="31"/>
                    <a:pt x="24" y="31"/>
                    <a:pt x="24" y="31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5" y="23"/>
                    <a:pt x="15" y="22"/>
                    <a:pt x="14" y="22"/>
                  </a:cubicBezTo>
                  <a:cubicBezTo>
                    <a:pt x="14" y="22"/>
                    <a:pt x="13" y="23"/>
                    <a:pt x="13" y="23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9" y="27"/>
                    <a:pt x="9" y="27"/>
                    <a:pt x="9" y="28"/>
                  </a:cubicBezTo>
                  <a:cubicBezTo>
                    <a:pt x="9" y="29"/>
                    <a:pt x="9" y="29"/>
                    <a:pt x="9" y="30"/>
                  </a:cubicBezTo>
                  <a:cubicBezTo>
                    <a:pt x="22" y="43"/>
                    <a:pt x="22" y="43"/>
                    <a:pt x="22" y="43"/>
                  </a:cubicBezTo>
                  <a:cubicBezTo>
                    <a:pt x="23" y="43"/>
                    <a:pt x="23" y="43"/>
                    <a:pt x="24" y="43"/>
                  </a:cubicBezTo>
                  <a:cubicBezTo>
                    <a:pt x="25" y="43"/>
                    <a:pt x="25" y="43"/>
                    <a:pt x="26" y="4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6" y="22"/>
                    <a:pt x="46" y="22"/>
                  </a:cubicBezTo>
                  <a:cubicBezTo>
                    <a:pt x="46" y="21"/>
                    <a:pt x="45" y="20"/>
                    <a:pt x="45" y="20"/>
                  </a:cubicBezTo>
                  <a:close/>
                </a:path>
              </a:pathLst>
            </a:custGeom>
            <a:solidFill>
              <a:srgbClr val="2E9CC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0B458CFD-6E1A-35EC-5A1E-B644BD09694B}"/>
              </a:ext>
            </a:extLst>
          </p:cNvPr>
          <p:cNvSpPr txBox="1"/>
          <p:nvPr/>
        </p:nvSpPr>
        <p:spPr>
          <a:xfrm>
            <a:off x="7655053" y="1990721"/>
            <a:ext cx="2482595" cy="408623"/>
          </a:xfrm>
          <a:prstGeom prst="roundRect">
            <a:avLst/>
          </a:prstGeom>
          <a:solidFill>
            <a:srgbClr val="2E9CCA">
              <a:alpha val="30196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en-GB" dirty="0"/>
              <a:t>Feature Categories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C3315DC-CD64-9494-DC8E-CCADEFCE8AA5}"/>
              </a:ext>
            </a:extLst>
          </p:cNvPr>
          <p:cNvGrpSpPr/>
          <p:nvPr/>
        </p:nvGrpSpPr>
        <p:grpSpPr>
          <a:xfrm>
            <a:off x="6096000" y="3728264"/>
            <a:ext cx="5580064" cy="553998"/>
            <a:chOff x="5926899" y="1428078"/>
            <a:chExt cx="5580064" cy="553998"/>
          </a:xfrm>
        </p:grpSpPr>
        <p:sp>
          <p:nvSpPr>
            <p:cNvPr id="35" name="Text Placeholder 3">
              <a:extLst>
                <a:ext uri="{FF2B5EF4-FFF2-40B4-BE49-F238E27FC236}">
                  <a16:creationId xmlns:a16="http://schemas.microsoft.com/office/drawing/2014/main" id="{05EE27DB-F6CD-C421-3F3E-DBFA5E47B7F0}"/>
                </a:ext>
              </a:extLst>
            </p:cNvPr>
            <p:cNvSpPr txBox="1">
              <a:spLocks/>
            </p:cNvSpPr>
            <p:nvPr/>
          </p:nvSpPr>
          <p:spPr>
            <a:xfrm>
              <a:off x="6467799" y="1428078"/>
              <a:ext cx="5039164" cy="553998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>
              <a:lvl1pPr marL="0" indent="0" algn="ctr">
                <a:buNone/>
                <a:defRPr sz="16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algn="l"/>
              <a:r>
                <a:rPr lang="en-US" sz="1800" b="1" dirty="0">
                  <a:solidFill>
                    <a:srgbClr val="2E9CCA"/>
                  </a:solidFill>
                </a:rPr>
                <a:t>Job-related: </a:t>
              </a:r>
              <a:r>
                <a:rPr lang="en-US" sz="1800" dirty="0">
                  <a:solidFill>
                    <a:srgbClr val="25274D"/>
                  </a:solidFill>
                </a:rPr>
                <a:t>Department, job role, job level, years at company</a:t>
              </a:r>
            </a:p>
          </p:txBody>
        </p:sp>
        <p:sp>
          <p:nvSpPr>
            <p:cNvPr id="36" name="Freeform 45">
              <a:extLst>
                <a:ext uri="{FF2B5EF4-FFF2-40B4-BE49-F238E27FC236}">
                  <a16:creationId xmlns:a16="http://schemas.microsoft.com/office/drawing/2014/main" id="{66DA8410-97AD-6191-3E35-DBF8E8C201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26899" y="1490491"/>
              <a:ext cx="414624" cy="414624"/>
            </a:xfrm>
            <a:custGeom>
              <a:avLst/>
              <a:gdLst/>
              <a:ahLst/>
              <a:cxnLst>
                <a:cxn ang="0">
                  <a:pos x="27" y="55"/>
                </a:cxn>
                <a:cxn ang="0">
                  <a:pos x="0" y="27"/>
                </a:cxn>
                <a:cxn ang="0">
                  <a:pos x="27" y="0"/>
                </a:cxn>
                <a:cxn ang="0">
                  <a:pos x="55" y="27"/>
                </a:cxn>
                <a:cxn ang="0">
                  <a:pos x="27" y="55"/>
                </a:cxn>
                <a:cxn ang="0">
                  <a:pos x="45" y="20"/>
                </a:cxn>
                <a:cxn ang="0">
                  <a:pos x="42" y="17"/>
                </a:cxn>
                <a:cxn ang="0">
                  <a:pos x="40" y="16"/>
                </a:cxn>
                <a:cxn ang="0">
                  <a:pos x="38" y="17"/>
                </a:cxn>
                <a:cxn ang="0">
                  <a:pos x="24" y="31"/>
                </a:cxn>
                <a:cxn ang="0">
                  <a:pos x="16" y="23"/>
                </a:cxn>
                <a:cxn ang="0">
                  <a:pos x="14" y="22"/>
                </a:cxn>
                <a:cxn ang="0">
                  <a:pos x="13" y="23"/>
                </a:cxn>
                <a:cxn ang="0">
                  <a:pos x="9" y="26"/>
                </a:cxn>
                <a:cxn ang="0">
                  <a:pos x="9" y="28"/>
                </a:cxn>
                <a:cxn ang="0">
                  <a:pos x="9" y="30"/>
                </a:cxn>
                <a:cxn ang="0">
                  <a:pos x="22" y="43"/>
                </a:cxn>
                <a:cxn ang="0">
                  <a:pos x="24" y="43"/>
                </a:cxn>
                <a:cxn ang="0">
                  <a:pos x="26" y="43"/>
                </a:cxn>
                <a:cxn ang="0">
                  <a:pos x="45" y="23"/>
                </a:cxn>
                <a:cxn ang="0">
                  <a:pos x="46" y="22"/>
                </a:cxn>
                <a:cxn ang="0">
                  <a:pos x="45" y="20"/>
                </a:cxn>
              </a:cxnLst>
              <a:rect l="0" t="0" r="r" b="b"/>
              <a:pathLst>
                <a:path w="55" h="55">
                  <a:moveTo>
                    <a:pt x="27" y="55"/>
                  </a:moveTo>
                  <a:cubicBezTo>
                    <a:pt x="12" y="55"/>
                    <a:pt x="0" y="42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5" y="12"/>
                    <a:pt x="55" y="27"/>
                  </a:cubicBezTo>
                  <a:cubicBezTo>
                    <a:pt x="55" y="42"/>
                    <a:pt x="42" y="55"/>
                    <a:pt x="27" y="55"/>
                  </a:cubicBezTo>
                  <a:close/>
                  <a:moveTo>
                    <a:pt x="45" y="20"/>
                  </a:moveTo>
                  <a:cubicBezTo>
                    <a:pt x="42" y="17"/>
                    <a:pt x="42" y="17"/>
                    <a:pt x="42" y="17"/>
                  </a:cubicBezTo>
                  <a:cubicBezTo>
                    <a:pt x="41" y="16"/>
                    <a:pt x="41" y="16"/>
                    <a:pt x="40" y="16"/>
                  </a:cubicBezTo>
                  <a:cubicBezTo>
                    <a:pt x="39" y="16"/>
                    <a:pt x="39" y="16"/>
                    <a:pt x="38" y="17"/>
                  </a:cubicBezTo>
                  <a:cubicBezTo>
                    <a:pt x="24" y="31"/>
                    <a:pt x="24" y="31"/>
                    <a:pt x="24" y="31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5" y="23"/>
                    <a:pt x="15" y="22"/>
                    <a:pt x="14" y="22"/>
                  </a:cubicBezTo>
                  <a:cubicBezTo>
                    <a:pt x="14" y="22"/>
                    <a:pt x="13" y="23"/>
                    <a:pt x="13" y="23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9" y="27"/>
                    <a:pt x="9" y="27"/>
                    <a:pt x="9" y="28"/>
                  </a:cubicBezTo>
                  <a:cubicBezTo>
                    <a:pt x="9" y="29"/>
                    <a:pt x="9" y="29"/>
                    <a:pt x="9" y="30"/>
                  </a:cubicBezTo>
                  <a:cubicBezTo>
                    <a:pt x="22" y="43"/>
                    <a:pt x="22" y="43"/>
                    <a:pt x="22" y="43"/>
                  </a:cubicBezTo>
                  <a:cubicBezTo>
                    <a:pt x="23" y="43"/>
                    <a:pt x="23" y="43"/>
                    <a:pt x="24" y="43"/>
                  </a:cubicBezTo>
                  <a:cubicBezTo>
                    <a:pt x="25" y="43"/>
                    <a:pt x="25" y="43"/>
                    <a:pt x="26" y="4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6" y="22"/>
                    <a:pt x="46" y="22"/>
                  </a:cubicBezTo>
                  <a:cubicBezTo>
                    <a:pt x="46" y="21"/>
                    <a:pt x="45" y="20"/>
                    <a:pt x="45" y="20"/>
                  </a:cubicBezTo>
                  <a:close/>
                </a:path>
              </a:pathLst>
            </a:custGeom>
            <a:solidFill>
              <a:srgbClr val="25274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AE0AABF-75E6-899F-9B28-6C28C69928E0}"/>
              </a:ext>
            </a:extLst>
          </p:cNvPr>
          <p:cNvGrpSpPr/>
          <p:nvPr/>
        </p:nvGrpSpPr>
        <p:grpSpPr>
          <a:xfrm>
            <a:off x="6092861" y="4706788"/>
            <a:ext cx="5610660" cy="553998"/>
            <a:chOff x="5926899" y="1428078"/>
            <a:chExt cx="5610660" cy="553998"/>
          </a:xfrm>
        </p:grpSpPr>
        <p:sp>
          <p:nvSpPr>
            <p:cNvPr id="38" name="Text Placeholder 3">
              <a:extLst>
                <a:ext uri="{FF2B5EF4-FFF2-40B4-BE49-F238E27FC236}">
                  <a16:creationId xmlns:a16="http://schemas.microsoft.com/office/drawing/2014/main" id="{9BC5D21B-E4D1-7827-8ADD-62E050EAB6E7}"/>
                </a:ext>
              </a:extLst>
            </p:cNvPr>
            <p:cNvSpPr txBox="1">
              <a:spLocks/>
            </p:cNvSpPr>
            <p:nvPr/>
          </p:nvSpPr>
          <p:spPr>
            <a:xfrm>
              <a:off x="6467799" y="1428078"/>
              <a:ext cx="5069760" cy="553998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>
              <a:lvl1pPr marL="0" indent="0" algn="ctr">
                <a:buNone/>
                <a:defRPr sz="16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algn="l"/>
              <a:r>
                <a:rPr lang="en-US" sz="1800" b="1" dirty="0">
                  <a:solidFill>
                    <a:srgbClr val="2E9CCA"/>
                  </a:solidFill>
                </a:rPr>
                <a:t>Compensation: </a:t>
              </a:r>
              <a:r>
                <a:rPr lang="en-US" sz="1800" dirty="0">
                  <a:solidFill>
                    <a:srgbClr val="25274D"/>
                  </a:solidFill>
                </a:rPr>
                <a:t>Monthly income, percent salary hike, stock option level</a:t>
              </a:r>
            </a:p>
          </p:txBody>
        </p:sp>
        <p:sp>
          <p:nvSpPr>
            <p:cNvPr id="39" name="Freeform 45">
              <a:extLst>
                <a:ext uri="{FF2B5EF4-FFF2-40B4-BE49-F238E27FC236}">
                  <a16:creationId xmlns:a16="http://schemas.microsoft.com/office/drawing/2014/main" id="{35BC55C1-25D3-AF47-9276-92BA19EF48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26899" y="1490491"/>
              <a:ext cx="414624" cy="414624"/>
            </a:xfrm>
            <a:custGeom>
              <a:avLst/>
              <a:gdLst/>
              <a:ahLst/>
              <a:cxnLst>
                <a:cxn ang="0">
                  <a:pos x="27" y="55"/>
                </a:cxn>
                <a:cxn ang="0">
                  <a:pos x="0" y="27"/>
                </a:cxn>
                <a:cxn ang="0">
                  <a:pos x="27" y="0"/>
                </a:cxn>
                <a:cxn ang="0">
                  <a:pos x="55" y="27"/>
                </a:cxn>
                <a:cxn ang="0">
                  <a:pos x="27" y="55"/>
                </a:cxn>
                <a:cxn ang="0">
                  <a:pos x="45" y="20"/>
                </a:cxn>
                <a:cxn ang="0">
                  <a:pos x="42" y="17"/>
                </a:cxn>
                <a:cxn ang="0">
                  <a:pos x="40" y="16"/>
                </a:cxn>
                <a:cxn ang="0">
                  <a:pos x="38" y="17"/>
                </a:cxn>
                <a:cxn ang="0">
                  <a:pos x="24" y="31"/>
                </a:cxn>
                <a:cxn ang="0">
                  <a:pos x="16" y="23"/>
                </a:cxn>
                <a:cxn ang="0">
                  <a:pos x="14" y="22"/>
                </a:cxn>
                <a:cxn ang="0">
                  <a:pos x="13" y="23"/>
                </a:cxn>
                <a:cxn ang="0">
                  <a:pos x="9" y="26"/>
                </a:cxn>
                <a:cxn ang="0">
                  <a:pos x="9" y="28"/>
                </a:cxn>
                <a:cxn ang="0">
                  <a:pos x="9" y="30"/>
                </a:cxn>
                <a:cxn ang="0">
                  <a:pos x="22" y="43"/>
                </a:cxn>
                <a:cxn ang="0">
                  <a:pos x="24" y="43"/>
                </a:cxn>
                <a:cxn ang="0">
                  <a:pos x="26" y="43"/>
                </a:cxn>
                <a:cxn ang="0">
                  <a:pos x="45" y="23"/>
                </a:cxn>
                <a:cxn ang="0">
                  <a:pos x="46" y="22"/>
                </a:cxn>
                <a:cxn ang="0">
                  <a:pos x="45" y="20"/>
                </a:cxn>
              </a:cxnLst>
              <a:rect l="0" t="0" r="r" b="b"/>
              <a:pathLst>
                <a:path w="55" h="55">
                  <a:moveTo>
                    <a:pt x="27" y="55"/>
                  </a:moveTo>
                  <a:cubicBezTo>
                    <a:pt x="12" y="55"/>
                    <a:pt x="0" y="42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5" y="12"/>
                    <a:pt x="55" y="27"/>
                  </a:cubicBezTo>
                  <a:cubicBezTo>
                    <a:pt x="55" y="42"/>
                    <a:pt x="42" y="55"/>
                    <a:pt x="27" y="55"/>
                  </a:cubicBezTo>
                  <a:close/>
                  <a:moveTo>
                    <a:pt x="45" y="20"/>
                  </a:moveTo>
                  <a:cubicBezTo>
                    <a:pt x="42" y="17"/>
                    <a:pt x="42" y="17"/>
                    <a:pt x="42" y="17"/>
                  </a:cubicBezTo>
                  <a:cubicBezTo>
                    <a:pt x="41" y="16"/>
                    <a:pt x="41" y="16"/>
                    <a:pt x="40" y="16"/>
                  </a:cubicBezTo>
                  <a:cubicBezTo>
                    <a:pt x="39" y="16"/>
                    <a:pt x="39" y="16"/>
                    <a:pt x="38" y="17"/>
                  </a:cubicBezTo>
                  <a:cubicBezTo>
                    <a:pt x="24" y="31"/>
                    <a:pt x="24" y="31"/>
                    <a:pt x="24" y="31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5" y="23"/>
                    <a:pt x="15" y="22"/>
                    <a:pt x="14" y="22"/>
                  </a:cubicBezTo>
                  <a:cubicBezTo>
                    <a:pt x="14" y="22"/>
                    <a:pt x="13" y="23"/>
                    <a:pt x="13" y="23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9" y="27"/>
                    <a:pt x="9" y="27"/>
                    <a:pt x="9" y="28"/>
                  </a:cubicBezTo>
                  <a:cubicBezTo>
                    <a:pt x="9" y="29"/>
                    <a:pt x="9" y="29"/>
                    <a:pt x="9" y="30"/>
                  </a:cubicBezTo>
                  <a:cubicBezTo>
                    <a:pt x="22" y="43"/>
                    <a:pt x="22" y="43"/>
                    <a:pt x="22" y="43"/>
                  </a:cubicBezTo>
                  <a:cubicBezTo>
                    <a:pt x="23" y="43"/>
                    <a:pt x="23" y="43"/>
                    <a:pt x="24" y="43"/>
                  </a:cubicBezTo>
                  <a:cubicBezTo>
                    <a:pt x="25" y="43"/>
                    <a:pt x="25" y="43"/>
                    <a:pt x="26" y="4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6" y="22"/>
                    <a:pt x="46" y="22"/>
                  </a:cubicBezTo>
                  <a:cubicBezTo>
                    <a:pt x="46" y="21"/>
                    <a:pt x="45" y="20"/>
                    <a:pt x="45" y="20"/>
                  </a:cubicBezTo>
                  <a:close/>
                </a:path>
              </a:pathLst>
            </a:custGeom>
            <a:solidFill>
              <a:srgbClr val="2E9CC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6D0D3E0-7B10-7C14-A45C-3C61CCE62553}"/>
              </a:ext>
            </a:extLst>
          </p:cNvPr>
          <p:cNvGrpSpPr/>
          <p:nvPr/>
        </p:nvGrpSpPr>
        <p:grpSpPr>
          <a:xfrm>
            <a:off x="6089722" y="5685312"/>
            <a:ext cx="6038088" cy="553998"/>
            <a:chOff x="5926899" y="1428078"/>
            <a:chExt cx="6038088" cy="553998"/>
          </a:xfrm>
        </p:grpSpPr>
        <p:sp>
          <p:nvSpPr>
            <p:cNvPr id="41" name="Text Placeholder 3">
              <a:extLst>
                <a:ext uri="{FF2B5EF4-FFF2-40B4-BE49-F238E27FC236}">
                  <a16:creationId xmlns:a16="http://schemas.microsoft.com/office/drawing/2014/main" id="{A94C8262-C9E6-1293-B498-2C549C07B1EC}"/>
                </a:ext>
              </a:extLst>
            </p:cNvPr>
            <p:cNvSpPr txBox="1">
              <a:spLocks/>
            </p:cNvSpPr>
            <p:nvPr/>
          </p:nvSpPr>
          <p:spPr>
            <a:xfrm>
              <a:off x="6467798" y="1428078"/>
              <a:ext cx="5497189" cy="553998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>
              <a:lvl1pPr marL="0" indent="0" algn="ctr">
                <a:buNone/>
                <a:defRPr sz="1600" baseline="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algn="l"/>
              <a:r>
                <a:rPr lang="en-US" sz="1800" b="1" dirty="0">
                  <a:solidFill>
                    <a:srgbClr val="2E9CCA"/>
                  </a:solidFill>
                </a:rPr>
                <a:t>Satisfaction: </a:t>
              </a:r>
              <a:r>
                <a:rPr lang="en-US" sz="1800" dirty="0">
                  <a:solidFill>
                    <a:srgbClr val="25274D"/>
                  </a:solidFill>
                </a:rPr>
                <a:t>Job satisfaction, environment satisfaction, work life balance</a:t>
              </a:r>
            </a:p>
          </p:txBody>
        </p:sp>
        <p:sp>
          <p:nvSpPr>
            <p:cNvPr id="42" name="Freeform 45">
              <a:extLst>
                <a:ext uri="{FF2B5EF4-FFF2-40B4-BE49-F238E27FC236}">
                  <a16:creationId xmlns:a16="http://schemas.microsoft.com/office/drawing/2014/main" id="{4B392493-4578-0EE9-EC43-EE5F6CC990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26899" y="1490491"/>
              <a:ext cx="414624" cy="414624"/>
            </a:xfrm>
            <a:custGeom>
              <a:avLst/>
              <a:gdLst/>
              <a:ahLst/>
              <a:cxnLst>
                <a:cxn ang="0">
                  <a:pos x="27" y="55"/>
                </a:cxn>
                <a:cxn ang="0">
                  <a:pos x="0" y="27"/>
                </a:cxn>
                <a:cxn ang="0">
                  <a:pos x="27" y="0"/>
                </a:cxn>
                <a:cxn ang="0">
                  <a:pos x="55" y="27"/>
                </a:cxn>
                <a:cxn ang="0">
                  <a:pos x="27" y="55"/>
                </a:cxn>
                <a:cxn ang="0">
                  <a:pos x="45" y="20"/>
                </a:cxn>
                <a:cxn ang="0">
                  <a:pos x="42" y="17"/>
                </a:cxn>
                <a:cxn ang="0">
                  <a:pos x="40" y="16"/>
                </a:cxn>
                <a:cxn ang="0">
                  <a:pos x="38" y="17"/>
                </a:cxn>
                <a:cxn ang="0">
                  <a:pos x="24" y="31"/>
                </a:cxn>
                <a:cxn ang="0">
                  <a:pos x="16" y="23"/>
                </a:cxn>
                <a:cxn ang="0">
                  <a:pos x="14" y="22"/>
                </a:cxn>
                <a:cxn ang="0">
                  <a:pos x="13" y="23"/>
                </a:cxn>
                <a:cxn ang="0">
                  <a:pos x="9" y="26"/>
                </a:cxn>
                <a:cxn ang="0">
                  <a:pos x="9" y="28"/>
                </a:cxn>
                <a:cxn ang="0">
                  <a:pos x="9" y="30"/>
                </a:cxn>
                <a:cxn ang="0">
                  <a:pos x="22" y="43"/>
                </a:cxn>
                <a:cxn ang="0">
                  <a:pos x="24" y="43"/>
                </a:cxn>
                <a:cxn ang="0">
                  <a:pos x="26" y="43"/>
                </a:cxn>
                <a:cxn ang="0">
                  <a:pos x="45" y="23"/>
                </a:cxn>
                <a:cxn ang="0">
                  <a:pos x="46" y="22"/>
                </a:cxn>
                <a:cxn ang="0">
                  <a:pos x="45" y="20"/>
                </a:cxn>
              </a:cxnLst>
              <a:rect l="0" t="0" r="r" b="b"/>
              <a:pathLst>
                <a:path w="55" h="55">
                  <a:moveTo>
                    <a:pt x="27" y="55"/>
                  </a:moveTo>
                  <a:cubicBezTo>
                    <a:pt x="12" y="55"/>
                    <a:pt x="0" y="42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5" y="12"/>
                    <a:pt x="55" y="27"/>
                  </a:cubicBezTo>
                  <a:cubicBezTo>
                    <a:pt x="55" y="42"/>
                    <a:pt x="42" y="55"/>
                    <a:pt x="27" y="55"/>
                  </a:cubicBezTo>
                  <a:close/>
                  <a:moveTo>
                    <a:pt x="45" y="20"/>
                  </a:moveTo>
                  <a:cubicBezTo>
                    <a:pt x="42" y="17"/>
                    <a:pt x="42" y="17"/>
                    <a:pt x="42" y="17"/>
                  </a:cubicBezTo>
                  <a:cubicBezTo>
                    <a:pt x="41" y="16"/>
                    <a:pt x="41" y="16"/>
                    <a:pt x="40" y="16"/>
                  </a:cubicBezTo>
                  <a:cubicBezTo>
                    <a:pt x="39" y="16"/>
                    <a:pt x="39" y="16"/>
                    <a:pt x="38" y="17"/>
                  </a:cubicBezTo>
                  <a:cubicBezTo>
                    <a:pt x="24" y="31"/>
                    <a:pt x="24" y="31"/>
                    <a:pt x="24" y="31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5" y="23"/>
                    <a:pt x="15" y="22"/>
                    <a:pt x="14" y="22"/>
                  </a:cubicBezTo>
                  <a:cubicBezTo>
                    <a:pt x="14" y="22"/>
                    <a:pt x="13" y="23"/>
                    <a:pt x="13" y="23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9" y="27"/>
                    <a:pt x="9" y="27"/>
                    <a:pt x="9" y="28"/>
                  </a:cubicBezTo>
                  <a:cubicBezTo>
                    <a:pt x="9" y="29"/>
                    <a:pt x="9" y="29"/>
                    <a:pt x="9" y="30"/>
                  </a:cubicBezTo>
                  <a:cubicBezTo>
                    <a:pt x="22" y="43"/>
                    <a:pt x="22" y="43"/>
                    <a:pt x="22" y="43"/>
                  </a:cubicBezTo>
                  <a:cubicBezTo>
                    <a:pt x="23" y="43"/>
                    <a:pt x="23" y="43"/>
                    <a:pt x="24" y="43"/>
                  </a:cubicBezTo>
                  <a:cubicBezTo>
                    <a:pt x="25" y="43"/>
                    <a:pt x="25" y="43"/>
                    <a:pt x="26" y="4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6" y="22"/>
                    <a:pt x="46" y="22"/>
                  </a:cubicBezTo>
                  <a:cubicBezTo>
                    <a:pt x="46" y="21"/>
                    <a:pt x="45" y="20"/>
                    <a:pt x="45" y="20"/>
                  </a:cubicBezTo>
                  <a:close/>
                </a:path>
              </a:pathLst>
            </a:custGeom>
            <a:solidFill>
              <a:srgbClr val="25274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843993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CF223-5F0C-B6F4-3DE5-6843A1C78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1CF9D36-D42A-2627-0D3C-B2C74EF7B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We'll Build Today</a:t>
            </a:r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7C4DEA98-B482-8E0F-7C3C-D35C143FD984}"/>
              </a:ext>
            </a:extLst>
          </p:cNvPr>
          <p:cNvGrpSpPr/>
          <p:nvPr/>
        </p:nvGrpSpPr>
        <p:grpSpPr>
          <a:xfrm>
            <a:off x="279225" y="1738533"/>
            <a:ext cx="2482596" cy="1812247"/>
            <a:chOff x="374475" y="2043333"/>
            <a:chExt cx="2482596" cy="1812247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5127E1FC-EC36-0BAB-BCF3-EB3D764DB7BC}"/>
                </a:ext>
              </a:extLst>
            </p:cNvPr>
            <p:cNvGrpSpPr/>
            <p:nvPr/>
          </p:nvGrpSpPr>
          <p:grpSpPr>
            <a:xfrm>
              <a:off x="620495" y="2043333"/>
              <a:ext cx="1960098" cy="1106424"/>
              <a:chOff x="620495" y="2043333"/>
              <a:chExt cx="1960098" cy="1106424"/>
            </a:xfrm>
          </p:grpSpPr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BE56A78F-03B7-C7F5-AC76-4461955A4113}"/>
                  </a:ext>
                </a:extLst>
              </p:cNvPr>
              <p:cNvSpPr/>
              <p:nvPr/>
            </p:nvSpPr>
            <p:spPr>
              <a:xfrm>
                <a:off x="620495" y="2043333"/>
                <a:ext cx="1960098" cy="1106424"/>
              </a:xfrm>
              <a:prstGeom prst="roundRect">
                <a:avLst/>
              </a:prstGeom>
              <a:solidFill>
                <a:srgbClr val="464866">
                  <a:alpha val="4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524975D2-8234-0FA0-1F08-9381357D36C9}"/>
                  </a:ext>
                </a:extLst>
              </p:cNvPr>
              <p:cNvSpPr txBox="1"/>
              <p:nvPr/>
            </p:nvSpPr>
            <p:spPr>
              <a:xfrm>
                <a:off x="1211656" y="2733124"/>
                <a:ext cx="777777" cy="369332"/>
              </a:xfrm>
              <a:prstGeom prst="rect">
                <a:avLst/>
              </a:prstGeom>
            </p:spPr>
            <p:txBody>
              <a:bodyPr wrap="none" rtlCol="0" anchor="ctr">
                <a:spAutoFit/>
              </a:bodyPr>
              <a:lstStyle/>
              <a:p>
                <a:pPr algn="l"/>
                <a:r>
                  <a:rPr lang="en-GB" b="1" dirty="0">
                    <a:solidFill>
                      <a:srgbClr val="25274D"/>
                    </a:solidFill>
                  </a:rPr>
                  <a:t>Load</a:t>
                </a:r>
              </a:p>
            </p:txBody>
          </p:sp>
          <p:pic>
            <p:nvPicPr>
              <p:cNvPr id="58" name="Picture 57">
                <a:extLst>
                  <a:ext uri="{FF2B5EF4-FFF2-40B4-BE49-F238E27FC236}">
                    <a16:creationId xmlns:a16="http://schemas.microsoft.com/office/drawing/2014/main" id="{CB9CC92B-A203-5AD6-6EFD-7148CF006E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352984" y="2172766"/>
                <a:ext cx="495120" cy="495120"/>
              </a:xfrm>
              <a:prstGeom prst="rect">
                <a:avLst/>
              </a:prstGeom>
            </p:spPr>
          </p:pic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AF78C1B-B749-9472-530E-BE2DDBDB41FF}"/>
                </a:ext>
              </a:extLst>
            </p:cNvPr>
            <p:cNvSpPr txBox="1"/>
            <p:nvPr/>
          </p:nvSpPr>
          <p:spPr>
            <a:xfrm>
              <a:off x="374475" y="3209249"/>
              <a:ext cx="248259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dirty="0">
                  <a:solidFill>
                    <a:srgbClr val="25274D"/>
                  </a:solidFill>
                  <a:ea typeface="Arial" pitchFamily="34" charset="-122"/>
                  <a:cs typeface="Arial" pitchFamily="34" charset="-120"/>
                </a:rPr>
                <a:t>Understand structure</a:t>
              </a:r>
              <a:endParaRPr lang="en-US" sz="1800" dirty="0">
                <a:solidFill>
                  <a:srgbClr val="25274D"/>
                </a:solidFill>
              </a:endParaRP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A4A20DE9-1E8A-83DF-9ED7-79A3B9AB8D5E}"/>
              </a:ext>
            </a:extLst>
          </p:cNvPr>
          <p:cNvGrpSpPr/>
          <p:nvPr/>
        </p:nvGrpSpPr>
        <p:grpSpPr>
          <a:xfrm>
            <a:off x="5157034" y="1738533"/>
            <a:ext cx="2256905" cy="1616597"/>
            <a:chOff x="5157034" y="2043333"/>
            <a:chExt cx="2256905" cy="1616597"/>
          </a:xfrm>
        </p:grpSpPr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EC1AF041-651B-4BA0-D0D3-EA7476086333}"/>
                </a:ext>
              </a:extLst>
            </p:cNvPr>
            <p:cNvGrpSpPr/>
            <p:nvPr/>
          </p:nvGrpSpPr>
          <p:grpSpPr>
            <a:xfrm>
              <a:off x="5290208" y="2043333"/>
              <a:ext cx="1960098" cy="1106424"/>
              <a:chOff x="4992743" y="2043333"/>
              <a:chExt cx="1960098" cy="1106424"/>
            </a:xfrm>
          </p:grpSpPr>
          <p:sp>
            <p:nvSpPr>
              <p:cNvPr id="80" name="Rectangle: Rounded Corners 79">
                <a:extLst>
                  <a:ext uri="{FF2B5EF4-FFF2-40B4-BE49-F238E27FC236}">
                    <a16:creationId xmlns:a16="http://schemas.microsoft.com/office/drawing/2014/main" id="{2FE20E17-E26A-8F07-BC4E-5A615941322E}"/>
                  </a:ext>
                </a:extLst>
              </p:cNvPr>
              <p:cNvSpPr/>
              <p:nvPr/>
            </p:nvSpPr>
            <p:spPr>
              <a:xfrm>
                <a:off x="4992743" y="2043333"/>
                <a:ext cx="1960098" cy="1106424"/>
              </a:xfrm>
              <a:prstGeom prst="roundRect">
                <a:avLst/>
              </a:prstGeom>
              <a:solidFill>
                <a:srgbClr val="464866">
                  <a:alpha val="4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F501D377-0F88-89BB-FD7A-8F8AB30285D3}"/>
                  </a:ext>
                </a:extLst>
              </p:cNvPr>
              <p:cNvSpPr txBox="1"/>
              <p:nvPr/>
            </p:nvSpPr>
            <p:spPr>
              <a:xfrm>
                <a:off x="5538218" y="2733124"/>
                <a:ext cx="869148" cy="369332"/>
              </a:xfrm>
              <a:prstGeom prst="rect">
                <a:avLst/>
              </a:prstGeom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GB" b="1" dirty="0">
                    <a:solidFill>
                      <a:srgbClr val="25274D"/>
                    </a:solidFill>
                  </a:rPr>
                  <a:t>Clean</a:t>
                </a:r>
              </a:p>
            </p:txBody>
          </p:sp>
          <p:pic>
            <p:nvPicPr>
              <p:cNvPr id="82" name="Picture 81">
                <a:extLst>
                  <a:ext uri="{FF2B5EF4-FFF2-40B4-BE49-F238E27FC236}">
                    <a16:creationId xmlns:a16="http://schemas.microsoft.com/office/drawing/2014/main" id="{96A16434-71AA-9BFA-7ACB-E67DCD80B5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725232" y="2153716"/>
                <a:ext cx="495120" cy="495120"/>
              </a:xfrm>
              <a:prstGeom prst="rect">
                <a:avLst/>
              </a:prstGeom>
            </p:spPr>
          </p:pic>
        </p:grp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D58F1A5C-509C-C4DC-813A-E59FC1A39F47}"/>
                </a:ext>
              </a:extLst>
            </p:cNvPr>
            <p:cNvSpPr txBox="1"/>
            <p:nvPr/>
          </p:nvSpPr>
          <p:spPr>
            <a:xfrm>
              <a:off x="5157034" y="3290598"/>
              <a:ext cx="225690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dirty="0">
                  <a:solidFill>
                    <a:srgbClr val="25274D"/>
                  </a:solidFill>
                  <a:ea typeface="Arial" pitchFamily="34" charset="-122"/>
                  <a:cs typeface="Arial" pitchFamily="34" charset="-120"/>
                </a:rPr>
                <a:t>Fix quality issues</a:t>
              </a:r>
              <a:endParaRPr lang="en-US" sz="1800" dirty="0">
                <a:solidFill>
                  <a:srgbClr val="25274D"/>
                </a:solidFill>
              </a:endParaRPr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7A6C6F11-F299-F0AB-B040-4031C66CC2F6}"/>
              </a:ext>
            </a:extLst>
          </p:cNvPr>
          <p:cNvGrpSpPr/>
          <p:nvPr/>
        </p:nvGrpSpPr>
        <p:grpSpPr>
          <a:xfrm>
            <a:off x="9713901" y="1738533"/>
            <a:ext cx="1960098" cy="1616597"/>
            <a:chOff x="9713901" y="2043333"/>
            <a:chExt cx="1960098" cy="1616597"/>
          </a:xfrm>
        </p:grpSpPr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1C95596D-48D9-5447-28A9-1D7CF004AB4F}"/>
                </a:ext>
              </a:extLst>
            </p:cNvPr>
            <p:cNvGrpSpPr/>
            <p:nvPr/>
          </p:nvGrpSpPr>
          <p:grpSpPr>
            <a:xfrm>
              <a:off x="9713901" y="2043333"/>
              <a:ext cx="1960098" cy="1106424"/>
              <a:chOff x="9504351" y="2043333"/>
              <a:chExt cx="1960098" cy="1106424"/>
            </a:xfrm>
          </p:grpSpPr>
          <p:sp>
            <p:nvSpPr>
              <p:cNvPr id="85" name="Rectangle: Rounded Corners 84">
                <a:extLst>
                  <a:ext uri="{FF2B5EF4-FFF2-40B4-BE49-F238E27FC236}">
                    <a16:creationId xmlns:a16="http://schemas.microsoft.com/office/drawing/2014/main" id="{9EA4516F-A969-C1AC-22F0-F8C45113BAA4}"/>
                  </a:ext>
                </a:extLst>
              </p:cNvPr>
              <p:cNvSpPr/>
              <p:nvPr/>
            </p:nvSpPr>
            <p:spPr>
              <a:xfrm>
                <a:off x="9504351" y="2043333"/>
                <a:ext cx="1960098" cy="1106424"/>
              </a:xfrm>
              <a:prstGeom prst="roundRect">
                <a:avLst/>
              </a:prstGeom>
              <a:solidFill>
                <a:srgbClr val="464866">
                  <a:alpha val="4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A8C1819-228F-2EDB-FBA8-02A1E525B024}"/>
                  </a:ext>
                </a:extLst>
              </p:cNvPr>
              <p:cNvSpPr txBox="1"/>
              <p:nvPr/>
            </p:nvSpPr>
            <p:spPr>
              <a:xfrm>
                <a:off x="9933608" y="2733124"/>
                <a:ext cx="1101584" cy="369332"/>
              </a:xfrm>
              <a:prstGeom prst="rect">
                <a:avLst/>
              </a:prstGeom>
            </p:spPr>
            <p:txBody>
              <a:bodyPr wrap="none" rtlCol="0" anchor="ctr">
                <a:spAutoFit/>
              </a:bodyPr>
              <a:lstStyle/>
              <a:p>
                <a:pPr algn="l"/>
                <a:r>
                  <a:rPr lang="en-GB" b="1" dirty="0">
                    <a:solidFill>
                      <a:srgbClr val="25274D"/>
                    </a:solidFill>
                  </a:rPr>
                  <a:t>Explore</a:t>
                </a:r>
              </a:p>
            </p:txBody>
          </p:sp>
          <p:pic>
            <p:nvPicPr>
              <p:cNvPr id="87" name="Picture 86">
                <a:extLst>
                  <a:ext uri="{FF2B5EF4-FFF2-40B4-BE49-F238E27FC236}">
                    <a16:creationId xmlns:a16="http://schemas.microsoft.com/office/drawing/2014/main" id="{08BB0771-7115-A64F-BD29-E025950FFC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0236840" y="2153716"/>
                <a:ext cx="495120" cy="495120"/>
              </a:xfrm>
              <a:prstGeom prst="rect">
                <a:avLst/>
              </a:prstGeom>
            </p:spPr>
          </p:pic>
        </p:grp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D1C0F4FE-4CCD-5B46-F51B-4057C0FACADD}"/>
                </a:ext>
              </a:extLst>
            </p:cNvPr>
            <p:cNvSpPr txBox="1"/>
            <p:nvPr/>
          </p:nvSpPr>
          <p:spPr>
            <a:xfrm>
              <a:off x="9761345" y="3290598"/>
              <a:ext cx="186521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dirty="0">
                  <a:solidFill>
                    <a:srgbClr val="25274D"/>
                  </a:solidFill>
                  <a:ea typeface="Arial" pitchFamily="34" charset="-122"/>
                  <a:cs typeface="Arial" pitchFamily="34" charset="-120"/>
                </a:rPr>
                <a:t>Find patterns</a:t>
              </a:r>
              <a:endParaRPr lang="en-US" sz="1800" dirty="0">
                <a:solidFill>
                  <a:srgbClr val="25274D"/>
                </a:solidFill>
              </a:endParaRPr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4F6D3B12-0EAE-1FBD-E833-AA9E14415DF1}"/>
              </a:ext>
            </a:extLst>
          </p:cNvPr>
          <p:cNvGrpSpPr/>
          <p:nvPr/>
        </p:nvGrpSpPr>
        <p:grpSpPr>
          <a:xfrm>
            <a:off x="530678" y="4016220"/>
            <a:ext cx="1960098" cy="1586648"/>
            <a:chOff x="530678" y="4759170"/>
            <a:chExt cx="1960098" cy="1586648"/>
          </a:xfrm>
        </p:grpSpPr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3B735155-5C57-4A30-A952-7E4AAF01EB54}"/>
                </a:ext>
              </a:extLst>
            </p:cNvPr>
            <p:cNvGrpSpPr/>
            <p:nvPr/>
          </p:nvGrpSpPr>
          <p:grpSpPr>
            <a:xfrm>
              <a:off x="530678" y="4759170"/>
              <a:ext cx="1960098" cy="1106424"/>
              <a:chOff x="530678" y="4759170"/>
              <a:chExt cx="1960098" cy="1106424"/>
            </a:xfrm>
          </p:grpSpPr>
          <p:sp>
            <p:nvSpPr>
              <p:cNvPr id="90" name="Rectangle: Rounded Corners 89">
                <a:extLst>
                  <a:ext uri="{FF2B5EF4-FFF2-40B4-BE49-F238E27FC236}">
                    <a16:creationId xmlns:a16="http://schemas.microsoft.com/office/drawing/2014/main" id="{049D6A8E-A4F0-4C1A-A0C7-1EDBE54F55C6}"/>
                  </a:ext>
                </a:extLst>
              </p:cNvPr>
              <p:cNvSpPr/>
              <p:nvPr/>
            </p:nvSpPr>
            <p:spPr>
              <a:xfrm>
                <a:off x="530678" y="4759170"/>
                <a:ext cx="1960098" cy="1106424"/>
              </a:xfrm>
              <a:prstGeom prst="roundRect">
                <a:avLst/>
              </a:prstGeom>
              <a:solidFill>
                <a:srgbClr val="464866">
                  <a:alpha val="4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E9AC50CA-85F7-D1D3-1F27-91791F4A9642}"/>
                  </a:ext>
                </a:extLst>
              </p:cNvPr>
              <p:cNvSpPr txBox="1"/>
              <p:nvPr/>
            </p:nvSpPr>
            <p:spPr>
              <a:xfrm>
                <a:off x="1145884" y="5448961"/>
                <a:ext cx="729687" cy="369332"/>
              </a:xfrm>
              <a:prstGeom prst="rect">
                <a:avLst/>
              </a:prstGeom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GB" b="1" dirty="0">
                    <a:solidFill>
                      <a:srgbClr val="25274D"/>
                    </a:solidFill>
                  </a:rPr>
                  <a:t>Split</a:t>
                </a:r>
              </a:p>
            </p:txBody>
          </p:sp>
          <p:pic>
            <p:nvPicPr>
              <p:cNvPr id="92" name="Picture 91">
                <a:extLst>
                  <a:ext uri="{FF2B5EF4-FFF2-40B4-BE49-F238E27FC236}">
                    <a16:creationId xmlns:a16="http://schemas.microsoft.com/office/drawing/2014/main" id="{33EF75BC-62B3-E437-7195-AA79DFFE23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263167" y="4869553"/>
                <a:ext cx="495120" cy="495120"/>
              </a:xfrm>
              <a:prstGeom prst="rect">
                <a:avLst/>
              </a:prstGeom>
            </p:spPr>
          </p:pic>
        </p:grp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1CADF9C2-B873-F7B2-6D81-D13ED225EF99}"/>
                </a:ext>
              </a:extLst>
            </p:cNvPr>
            <p:cNvSpPr txBox="1"/>
            <p:nvPr/>
          </p:nvSpPr>
          <p:spPr>
            <a:xfrm>
              <a:off x="593351" y="5976486"/>
              <a:ext cx="186521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dirty="0">
                  <a:solidFill>
                    <a:srgbClr val="25274D"/>
                  </a:solidFill>
                  <a:ea typeface="Arial" pitchFamily="34" charset="-122"/>
                  <a:cs typeface="Arial" pitchFamily="34" charset="-120"/>
                </a:rPr>
                <a:t>Train and test</a:t>
              </a:r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E8B32364-3155-1947-DC5A-EF4E5CC54415}"/>
              </a:ext>
            </a:extLst>
          </p:cNvPr>
          <p:cNvGrpSpPr/>
          <p:nvPr/>
        </p:nvGrpSpPr>
        <p:grpSpPr>
          <a:xfrm>
            <a:off x="4871920" y="4016220"/>
            <a:ext cx="2482596" cy="1586648"/>
            <a:chOff x="4871920" y="4759170"/>
            <a:chExt cx="2482596" cy="1586648"/>
          </a:xfrm>
        </p:grpSpPr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D2D40B68-756D-599C-4989-CE053CAAA277}"/>
                </a:ext>
              </a:extLst>
            </p:cNvPr>
            <p:cNvGrpSpPr/>
            <p:nvPr/>
          </p:nvGrpSpPr>
          <p:grpSpPr>
            <a:xfrm>
              <a:off x="5117940" y="4759170"/>
              <a:ext cx="1960098" cy="1106424"/>
              <a:chOff x="4968239" y="4759170"/>
              <a:chExt cx="1960098" cy="1106424"/>
            </a:xfrm>
          </p:grpSpPr>
          <p:sp>
            <p:nvSpPr>
              <p:cNvPr id="95" name="Rectangle: Rounded Corners 94">
                <a:extLst>
                  <a:ext uri="{FF2B5EF4-FFF2-40B4-BE49-F238E27FC236}">
                    <a16:creationId xmlns:a16="http://schemas.microsoft.com/office/drawing/2014/main" id="{0DFAEDC8-5A1F-107E-A19B-5C2802145C3F}"/>
                  </a:ext>
                </a:extLst>
              </p:cNvPr>
              <p:cNvSpPr/>
              <p:nvPr/>
            </p:nvSpPr>
            <p:spPr>
              <a:xfrm>
                <a:off x="4968239" y="4759170"/>
                <a:ext cx="1960098" cy="1106424"/>
              </a:xfrm>
              <a:prstGeom prst="roundRect">
                <a:avLst/>
              </a:prstGeom>
              <a:solidFill>
                <a:srgbClr val="464866">
                  <a:alpha val="4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8AB0940E-9383-308A-E8EA-CD92C76FEDE1}"/>
                  </a:ext>
                </a:extLst>
              </p:cNvPr>
              <p:cNvSpPr txBox="1"/>
              <p:nvPr/>
            </p:nvSpPr>
            <p:spPr>
              <a:xfrm>
                <a:off x="5235593" y="5448961"/>
                <a:ext cx="1425390" cy="369332"/>
              </a:xfrm>
              <a:prstGeom prst="rect">
                <a:avLst/>
              </a:prstGeom>
            </p:spPr>
            <p:txBody>
              <a:bodyPr wrap="none" rtlCol="0" anchor="ctr">
                <a:spAutoFit/>
              </a:bodyPr>
              <a:lstStyle/>
              <a:p>
                <a:pPr algn="l"/>
                <a:r>
                  <a:rPr lang="en-GB" b="1" dirty="0">
                    <a:solidFill>
                      <a:srgbClr val="25274D"/>
                    </a:solidFill>
                  </a:rPr>
                  <a:t>Transform</a:t>
                </a:r>
              </a:p>
            </p:txBody>
          </p:sp>
          <p:pic>
            <p:nvPicPr>
              <p:cNvPr id="97" name="Picture 96">
                <a:extLst>
                  <a:ext uri="{FF2B5EF4-FFF2-40B4-BE49-F238E27FC236}">
                    <a16:creationId xmlns:a16="http://schemas.microsoft.com/office/drawing/2014/main" id="{D91E618B-B29B-2A97-F58D-D502C91C26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5723234" y="4892059"/>
                <a:ext cx="450109" cy="450109"/>
              </a:xfrm>
              <a:prstGeom prst="rect">
                <a:avLst/>
              </a:prstGeom>
            </p:spPr>
          </p:pic>
        </p:grp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D4517995-38D8-1710-3B9E-356AB0CCB119}"/>
                </a:ext>
              </a:extLst>
            </p:cNvPr>
            <p:cNvSpPr txBox="1"/>
            <p:nvPr/>
          </p:nvSpPr>
          <p:spPr>
            <a:xfrm>
              <a:off x="4871920" y="5976486"/>
              <a:ext cx="248259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dirty="0">
                  <a:solidFill>
                    <a:srgbClr val="25274D"/>
                  </a:solidFill>
                  <a:ea typeface="Arial" pitchFamily="34" charset="-122"/>
                  <a:cs typeface="Arial" pitchFamily="34" charset="-120"/>
                </a:rPr>
                <a:t>Scale and encode</a:t>
              </a:r>
              <a:endParaRPr lang="en-US" sz="1800" dirty="0">
                <a:solidFill>
                  <a:srgbClr val="25274D"/>
                </a:solidFill>
              </a:endParaRPr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F1BD5EAE-211E-8611-F872-CB4B0B5561A4}"/>
              </a:ext>
            </a:extLst>
          </p:cNvPr>
          <p:cNvGrpSpPr/>
          <p:nvPr/>
        </p:nvGrpSpPr>
        <p:grpSpPr>
          <a:xfrm>
            <a:off x="9735660" y="4016220"/>
            <a:ext cx="1960098" cy="1586648"/>
            <a:chOff x="9735660" y="4759170"/>
            <a:chExt cx="1960098" cy="1586648"/>
          </a:xfrm>
        </p:grpSpPr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72C094E8-7260-7277-EBD3-0743E13B50AE}"/>
                </a:ext>
              </a:extLst>
            </p:cNvPr>
            <p:cNvGrpSpPr/>
            <p:nvPr/>
          </p:nvGrpSpPr>
          <p:grpSpPr>
            <a:xfrm>
              <a:off x="9735660" y="4759170"/>
              <a:ext cx="1960098" cy="1106424"/>
              <a:chOff x="9545160" y="4759170"/>
              <a:chExt cx="1960098" cy="1106424"/>
            </a:xfrm>
          </p:grpSpPr>
          <p:sp>
            <p:nvSpPr>
              <p:cNvPr id="100" name="Rectangle: Rounded Corners 99">
                <a:extLst>
                  <a:ext uri="{FF2B5EF4-FFF2-40B4-BE49-F238E27FC236}">
                    <a16:creationId xmlns:a16="http://schemas.microsoft.com/office/drawing/2014/main" id="{2865FA09-2362-AFED-EF8E-95E8AFD31482}"/>
                  </a:ext>
                </a:extLst>
              </p:cNvPr>
              <p:cNvSpPr/>
              <p:nvPr/>
            </p:nvSpPr>
            <p:spPr>
              <a:xfrm>
                <a:off x="9545160" y="4759170"/>
                <a:ext cx="1960098" cy="1106424"/>
              </a:xfrm>
              <a:prstGeom prst="roundRect">
                <a:avLst/>
              </a:prstGeom>
              <a:solidFill>
                <a:srgbClr val="464866">
                  <a:alpha val="4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CD2690FB-FB07-8D0A-A291-440B56C9B2DA}"/>
                  </a:ext>
                </a:extLst>
              </p:cNvPr>
              <p:cNvSpPr txBox="1"/>
              <p:nvPr/>
            </p:nvSpPr>
            <p:spPr>
              <a:xfrm>
                <a:off x="9898275" y="5448961"/>
                <a:ext cx="1253869" cy="369332"/>
              </a:xfrm>
              <a:prstGeom prst="rect">
                <a:avLst/>
              </a:prstGeom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GB" b="1" dirty="0">
                    <a:solidFill>
                      <a:srgbClr val="25274D"/>
                    </a:solidFill>
                  </a:rPr>
                  <a:t>Visualise</a:t>
                </a:r>
              </a:p>
            </p:txBody>
          </p:sp>
          <p:pic>
            <p:nvPicPr>
              <p:cNvPr id="102" name="Picture 101">
                <a:extLst>
                  <a:ext uri="{FF2B5EF4-FFF2-40B4-BE49-F238E27FC236}">
                    <a16:creationId xmlns:a16="http://schemas.microsoft.com/office/drawing/2014/main" id="{821F014D-5135-CB60-B93D-BD0311C878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0277649" y="4869553"/>
                <a:ext cx="495120" cy="495120"/>
              </a:xfrm>
              <a:prstGeom prst="rect">
                <a:avLst/>
              </a:prstGeom>
            </p:spPr>
          </p:pic>
        </p:grp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01C7B5AC-BA3D-EA49-FAB8-A03B2AED8D9C}"/>
                </a:ext>
              </a:extLst>
            </p:cNvPr>
            <p:cNvSpPr txBox="1"/>
            <p:nvPr/>
          </p:nvSpPr>
          <p:spPr>
            <a:xfrm>
              <a:off x="9867886" y="5976486"/>
              <a:ext cx="16956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dirty="0">
                  <a:solidFill>
                    <a:srgbClr val="25274D"/>
                  </a:solidFill>
                  <a:ea typeface="Arial" pitchFamily="34" charset="-122"/>
                  <a:cs typeface="Arial" pitchFamily="34" charset="-120"/>
                </a:rPr>
                <a:t>Tell the story</a:t>
              </a:r>
              <a:endParaRPr lang="en-US" sz="1800" dirty="0">
                <a:solidFill>
                  <a:srgbClr val="25274D"/>
                </a:solidFill>
              </a:endParaRPr>
            </a:p>
          </p:txBody>
        </p:sp>
      </p:grpSp>
      <p:sp>
        <p:nvSpPr>
          <p:cNvPr id="104" name="Arrow: Right 103">
            <a:extLst>
              <a:ext uri="{FF2B5EF4-FFF2-40B4-BE49-F238E27FC236}">
                <a16:creationId xmlns:a16="http://schemas.microsoft.com/office/drawing/2014/main" id="{DDE706EE-D5E0-6E20-551F-51A0B5CC8249}"/>
              </a:ext>
            </a:extLst>
          </p:cNvPr>
          <p:cNvSpPr/>
          <p:nvPr/>
        </p:nvSpPr>
        <p:spPr>
          <a:xfrm>
            <a:off x="3209366" y="2175254"/>
            <a:ext cx="1195328" cy="232983"/>
          </a:xfrm>
          <a:prstGeom prst="rightArrow">
            <a:avLst/>
          </a:prstGeom>
          <a:solidFill>
            <a:srgbClr val="2527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5" name="Arrow: Right 104">
            <a:extLst>
              <a:ext uri="{FF2B5EF4-FFF2-40B4-BE49-F238E27FC236}">
                <a16:creationId xmlns:a16="http://schemas.microsoft.com/office/drawing/2014/main" id="{251C38EC-3A3C-FC19-740D-8F2AC115EE9A}"/>
              </a:ext>
            </a:extLst>
          </p:cNvPr>
          <p:cNvSpPr/>
          <p:nvPr/>
        </p:nvSpPr>
        <p:spPr>
          <a:xfrm>
            <a:off x="7766619" y="2175254"/>
            <a:ext cx="1195328" cy="232983"/>
          </a:xfrm>
          <a:prstGeom prst="rightArrow">
            <a:avLst/>
          </a:prstGeom>
          <a:solidFill>
            <a:srgbClr val="2527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6" name="Arrow: Right 105">
            <a:extLst>
              <a:ext uri="{FF2B5EF4-FFF2-40B4-BE49-F238E27FC236}">
                <a16:creationId xmlns:a16="http://schemas.microsoft.com/office/drawing/2014/main" id="{ECCACABE-DD97-7773-320C-FF9494F4BCEF}"/>
              </a:ext>
            </a:extLst>
          </p:cNvPr>
          <p:cNvSpPr/>
          <p:nvPr/>
        </p:nvSpPr>
        <p:spPr>
          <a:xfrm rot="5400000">
            <a:off x="10440482" y="3550187"/>
            <a:ext cx="506936" cy="211803"/>
          </a:xfrm>
          <a:prstGeom prst="rightArrow">
            <a:avLst/>
          </a:prstGeom>
          <a:solidFill>
            <a:srgbClr val="2527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7" name="Arrow: Right 106">
            <a:extLst>
              <a:ext uri="{FF2B5EF4-FFF2-40B4-BE49-F238E27FC236}">
                <a16:creationId xmlns:a16="http://schemas.microsoft.com/office/drawing/2014/main" id="{DB7775D5-083C-989C-9719-5BFCD8831B19}"/>
              </a:ext>
            </a:extLst>
          </p:cNvPr>
          <p:cNvSpPr/>
          <p:nvPr/>
        </p:nvSpPr>
        <p:spPr>
          <a:xfrm flipH="1">
            <a:off x="3281057" y="4452941"/>
            <a:ext cx="1195328" cy="232983"/>
          </a:xfrm>
          <a:prstGeom prst="rightArrow">
            <a:avLst/>
          </a:prstGeom>
          <a:solidFill>
            <a:srgbClr val="2527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" name="Arrow: Right 107">
            <a:extLst>
              <a:ext uri="{FF2B5EF4-FFF2-40B4-BE49-F238E27FC236}">
                <a16:creationId xmlns:a16="http://schemas.microsoft.com/office/drawing/2014/main" id="{43D23258-9F65-4FA3-C4E3-8B858C870D8B}"/>
              </a:ext>
            </a:extLst>
          </p:cNvPr>
          <p:cNvSpPr/>
          <p:nvPr/>
        </p:nvSpPr>
        <p:spPr>
          <a:xfrm flipH="1">
            <a:off x="7838310" y="4452941"/>
            <a:ext cx="1195328" cy="232983"/>
          </a:xfrm>
          <a:prstGeom prst="rightArrow">
            <a:avLst/>
          </a:prstGeom>
          <a:solidFill>
            <a:srgbClr val="2527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9" name="Text Placeholder 11">
            <a:extLst>
              <a:ext uri="{FF2B5EF4-FFF2-40B4-BE49-F238E27FC236}">
                <a16:creationId xmlns:a16="http://schemas.microsoft.com/office/drawing/2014/main" id="{C6A68EBE-7781-0462-FE0A-632ECAECC84B}"/>
              </a:ext>
            </a:extLst>
          </p:cNvPr>
          <p:cNvSpPr txBox="1">
            <a:spLocks/>
          </p:cNvSpPr>
          <p:nvPr/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kern="1200">
                <a:solidFill>
                  <a:srgbClr val="2E9CCA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457223" indent="0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End-to-End Data Preprocessing Pipeline</a:t>
            </a:r>
          </a:p>
          <a:p>
            <a:endParaRPr lang="en-GB" dirty="0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BE56D95D-447D-DEB8-55F2-D288E8F511FC}"/>
              </a:ext>
            </a:extLst>
          </p:cNvPr>
          <p:cNvSpPr txBox="1"/>
          <p:nvPr/>
        </p:nvSpPr>
        <p:spPr>
          <a:xfrm>
            <a:off x="1810703" y="5967949"/>
            <a:ext cx="8570595" cy="408623"/>
          </a:xfrm>
          <a:prstGeom prst="roundRect">
            <a:avLst/>
          </a:prstGeom>
          <a:solidFill>
            <a:srgbClr val="2E9CCA">
              <a:alpha val="20000"/>
            </a:srgbClr>
          </a:solidFill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dirty="0">
                <a:solidFill>
                  <a:srgbClr val="25274D"/>
                </a:solidFill>
              </a:rPr>
              <a:t>Have a complete, reusable pre-processing workflow by session end</a:t>
            </a:r>
          </a:p>
        </p:txBody>
      </p:sp>
    </p:spTree>
    <p:extLst>
      <p:ext uri="{BB962C8B-B14F-4D97-AF65-F5344CB8AC3E}">
        <p14:creationId xmlns:p14="http://schemas.microsoft.com/office/powerpoint/2010/main" val="2091947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3B980-2820-0CB4-ADDF-3F68DFCF4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DD5E44-57EC-E389-39F3-5C8F3B235A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9999" y="2482074"/>
            <a:ext cx="10422826" cy="189385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600" dirty="0"/>
              <a:t>Trust Your Data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A0AEC0"/>
                </a:solidFill>
              </a:rPr>
              <a:t>From Messy to Clean</a:t>
            </a:r>
          </a:p>
        </p:txBody>
      </p:sp>
    </p:spTree>
    <p:extLst>
      <p:ext uri="{BB962C8B-B14F-4D97-AF65-F5344CB8AC3E}">
        <p14:creationId xmlns:p14="http://schemas.microsoft.com/office/powerpoint/2010/main" val="2659599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FAC02-0B1C-7D7B-B0F2-21ADB76EB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FBBBE2F-544B-8631-36CD-5943FCBFC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Demo: Data Quality Assessment</a:t>
            </a:r>
          </a:p>
        </p:txBody>
      </p:sp>
      <p:sp>
        <p:nvSpPr>
          <p:cNvPr id="60" name="Text Placeholder 15">
            <a:extLst>
              <a:ext uri="{FF2B5EF4-FFF2-40B4-BE49-F238E27FC236}">
                <a16:creationId xmlns:a16="http://schemas.microsoft.com/office/drawing/2014/main" id="{51FE3147-CFD0-72C4-87F8-66FBB7391E06}"/>
              </a:ext>
            </a:extLst>
          </p:cNvPr>
          <p:cNvSpPr txBox="1">
            <a:spLocks/>
          </p:cNvSpPr>
          <p:nvPr/>
        </p:nvSpPr>
        <p:spPr>
          <a:xfrm>
            <a:off x="6092214" y="1952874"/>
            <a:ext cx="5576736" cy="3764707"/>
          </a:xfrm>
          <a:prstGeom prst="roundRect">
            <a:avLst>
              <a:gd name="adj" fmla="val 6409"/>
            </a:avLst>
          </a:prstGeom>
          <a:solidFill>
            <a:srgbClr val="2E9CCA">
              <a:alpha val="20000"/>
            </a:srgbClr>
          </a:solidFill>
        </p:spPr>
        <p:txBody>
          <a:bodyPr anchor="ctr"/>
          <a:lstStyle>
            <a:lvl1pPr marL="228611" indent="-228611" algn="l" defTabSz="91444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 defTabSz="88900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>
              <a:solidFill>
                <a:srgbClr val="25274D"/>
              </a:solidFill>
              <a:latin typeface="Aptos" panose="020B0004020202020204" pitchFamily="34" charset="0"/>
              <a:ea typeface="Martel Sans" pitchFamily="34" charset="-122"/>
              <a:cs typeface="Martel Sans" pitchFamily="34" charset="-120"/>
            </a:endParaRPr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35E13BCC-D249-979F-4385-77A7C9BA02E9}"/>
              </a:ext>
            </a:extLst>
          </p:cNvPr>
          <p:cNvSpPr txBox="1">
            <a:spLocks/>
          </p:cNvSpPr>
          <p:nvPr/>
        </p:nvSpPr>
        <p:spPr>
          <a:xfrm>
            <a:off x="6092214" y="1952872"/>
            <a:ext cx="5576736" cy="622173"/>
          </a:xfrm>
          <a:prstGeom prst="roundRect">
            <a:avLst>
              <a:gd name="adj" fmla="val 23351"/>
            </a:avLst>
          </a:prstGeom>
          <a:solidFill>
            <a:srgbClr val="2E9CCA">
              <a:alpha val="50196"/>
            </a:srgbClr>
          </a:solidFill>
        </p:spPr>
        <p:txBody>
          <a:bodyPr/>
          <a:lstStyle>
            <a:lvl1pPr marL="228611" indent="-228611" algn="l" defTabSz="91444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3300"/>
              </a:lnSpc>
              <a:buNone/>
            </a:pP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4E1F529-918A-E2A8-6287-6DE88EA0D2AD}"/>
              </a:ext>
            </a:extLst>
          </p:cNvPr>
          <p:cNvSpPr txBox="1"/>
          <p:nvPr/>
        </p:nvSpPr>
        <p:spPr>
          <a:xfrm>
            <a:off x="1033376" y="1959299"/>
            <a:ext cx="3005137" cy="408623"/>
          </a:xfrm>
          <a:prstGeom prst="roundRect">
            <a:avLst/>
          </a:prstGeom>
          <a:solidFill>
            <a:srgbClr val="2E9CCA">
              <a:alpha val="30196"/>
            </a:srgbClr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5274D"/>
                </a:solidFill>
              </a:rPr>
              <a:t>First look at the data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2DFBD79-099D-BBE5-0DBF-87E08D17FB11}"/>
              </a:ext>
            </a:extLst>
          </p:cNvPr>
          <p:cNvSpPr txBox="1"/>
          <p:nvPr/>
        </p:nvSpPr>
        <p:spPr>
          <a:xfrm>
            <a:off x="7042997" y="2072600"/>
            <a:ext cx="36751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What are we looking for?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05F7B64-79F0-2695-7631-4DDB2AE739C7}"/>
              </a:ext>
            </a:extLst>
          </p:cNvPr>
          <p:cNvSpPr txBox="1"/>
          <p:nvPr/>
        </p:nvSpPr>
        <p:spPr>
          <a:xfrm>
            <a:off x="6259225" y="2731671"/>
            <a:ext cx="51128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b="1" dirty="0">
                <a:solidFill>
                  <a:srgbClr val="25274D"/>
                </a:solidFill>
              </a:rPr>
              <a:t>Missing values: </a:t>
            </a:r>
            <a:r>
              <a:rPr lang="sv-SE" dirty="0">
                <a:solidFill>
                  <a:srgbClr val="25274D"/>
                </a:solidFill>
              </a:rPr>
              <a:t>Nan, null, blank cells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3E8F68A-1FE8-D84C-9D5A-50695D67849E}"/>
              </a:ext>
            </a:extLst>
          </p:cNvPr>
          <p:cNvSpPr txBox="1"/>
          <p:nvPr/>
        </p:nvSpPr>
        <p:spPr>
          <a:xfrm>
            <a:off x="6264531" y="3328354"/>
            <a:ext cx="51128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b="1" dirty="0">
                <a:solidFill>
                  <a:srgbClr val="25274D"/>
                </a:solidFill>
              </a:rPr>
              <a:t>Duplicates: </a:t>
            </a:r>
            <a:r>
              <a:rPr lang="sv-SE" dirty="0">
                <a:solidFill>
                  <a:srgbClr val="25274D"/>
                </a:solidFill>
              </a:rPr>
              <a:t>Repeated rows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EF028BC-CAC9-6A42-C07D-100E376B6EB4}"/>
              </a:ext>
            </a:extLst>
          </p:cNvPr>
          <p:cNvSpPr txBox="1"/>
          <p:nvPr/>
        </p:nvSpPr>
        <p:spPr>
          <a:xfrm>
            <a:off x="6255323" y="3925037"/>
            <a:ext cx="54136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5274D"/>
                </a:solidFill>
              </a:rPr>
              <a:t>Wrong data types: </a:t>
            </a:r>
            <a:r>
              <a:rPr lang="en-US" dirty="0">
                <a:solidFill>
                  <a:srgbClr val="25274D"/>
                </a:solidFill>
              </a:rPr>
              <a:t>Numbers as strings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E835EEC-0E4E-6048-9E22-5239D72A8B9A}"/>
              </a:ext>
            </a:extLst>
          </p:cNvPr>
          <p:cNvSpPr txBox="1"/>
          <p:nvPr/>
        </p:nvSpPr>
        <p:spPr>
          <a:xfrm>
            <a:off x="6260629" y="4521720"/>
            <a:ext cx="51128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b="1" dirty="0">
                <a:solidFill>
                  <a:srgbClr val="25274D"/>
                </a:solidFill>
              </a:rPr>
              <a:t>Outliers: </a:t>
            </a:r>
            <a:r>
              <a:rPr lang="sv-SE" dirty="0">
                <a:solidFill>
                  <a:srgbClr val="25274D"/>
                </a:solidFill>
              </a:rPr>
              <a:t>Extreme values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934F14E-926C-979C-B075-F13A08D31E0A}"/>
              </a:ext>
            </a:extLst>
          </p:cNvPr>
          <p:cNvSpPr txBox="1"/>
          <p:nvPr/>
        </p:nvSpPr>
        <p:spPr>
          <a:xfrm>
            <a:off x="6251421" y="5118401"/>
            <a:ext cx="5576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b="1" dirty="0">
                <a:solidFill>
                  <a:srgbClr val="25274D"/>
                </a:solidFill>
              </a:rPr>
              <a:t>Inconsistencies: </a:t>
            </a:r>
            <a:r>
              <a:rPr lang="sv-SE" dirty="0">
                <a:solidFill>
                  <a:srgbClr val="25274D"/>
                </a:solidFill>
              </a:rPr>
              <a:t>"Male" vs "M" vs "male"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7A46F87-53B9-E5DA-08E6-DFD680AACBEE}"/>
              </a:ext>
            </a:extLst>
          </p:cNvPr>
          <p:cNvGrpSpPr/>
          <p:nvPr/>
        </p:nvGrpSpPr>
        <p:grpSpPr>
          <a:xfrm>
            <a:off x="1065754" y="2731671"/>
            <a:ext cx="3564140" cy="3560400"/>
            <a:chOff x="560388" y="1952872"/>
            <a:chExt cx="3564140" cy="356040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4234D45-0B6A-D811-6527-81AF1CD924DC}"/>
                </a:ext>
              </a:extLst>
            </p:cNvPr>
            <p:cNvGrpSpPr/>
            <p:nvPr/>
          </p:nvGrpSpPr>
          <p:grpSpPr>
            <a:xfrm>
              <a:off x="560388" y="1952872"/>
              <a:ext cx="3564140" cy="3560400"/>
              <a:chOff x="560388" y="2584156"/>
              <a:chExt cx="3564140" cy="3560400"/>
            </a:xfrm>
          </p:grpSpPr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A23E32C5-28D8-62E9-C365-B5A7E4C3CDC9}"/>
                  </a:ext>
                </a:extLst>
              </p:cNvPr>
              <p:cNvSpPr/>
              <p:nvPr/>
            </p:nvSpPr>
            <p:spPr>
              <a:xfrm>
                <a:off x="560388" y="2584156"/>
                <a:ext cx="3564140" cy="3560400"/>
              </a:xfrm>
              <a:prstGeom prst="roundRect">
                <a:avLst>
                  <a:gd name="adj" fmla="val 4952"/>
                </a:avLst>
              </a:prstGeom>
              <a:solidFill>
                <a:srgbClr val="1E293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BC9638D6-C063-6EDB-A36C-7F7DC7387D1D}"/>
                  </a:ext>
                </a:extLst>
              </p:cNvPr>
              <p:cNvGrpSpPr/>
              <p:nvPr/>
            </p:nvGrpSpPr>
            <p:grpSpPr>
              <a:xfrm>
                <a:off x="698475" y="2688457"/>
                <a:ext cx="548439" cy="132480"/>
                <a:chOff x="977875" y="3452203"/>
                <a:chExt cx="548439" cy="132480"/>
              </a:xfrm>
            </p:grpSpPr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CF0CD8F2-C4D2-1689-8E8A-71ABF860F2BF}"/>
                    </a:ext>
                  </a:extLst>
                </p:cNvPr>
                <p:cNvSpPr/>
                <p:nvPr/>
              </p:nvSpPr>
              <p:spPr>
                <a:xfrm>
                  <a:off x="977875" y="3452203"/>
                  <a:ext cx="137211" cy="13248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760B357B-2768-7922-9FED-BEE195770B23}"/>
                    </a:ext>
                  </a:extLst>
                </p:cNvPr>
                <p:cNvSpPr/>
                <p:nvPr/>
              </p:nvSpPr>
              <p:spPr>
                <a:xfrm>
                  <a:off x="1183489" y="3452203"/>
                  <a:ext cx="137211" cy="13248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AEFA3FDF-B625-A197-13C4-8485A5023CC8}"/>
                    </a:ext>
                  </a:extLst>
                </p:cNvPr>
                <p:cNvSpPr/>
                <p:nvPr/>
              </p:nvSpPr>
              <p:spPr>
                <a:xfrm>
                  <a:off x="1389103" y="3452203"/>
                  <a:ext cx="137211" cy="13248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A78C9D0-B798-931C-56C4-EA557A6F61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9788" y="2271747"/>
              <a:ext cx="2381582" cy="30388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91677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D3E7D-2FDF-5707-9063-F2F295BD2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98CC355-4080-66C6-522C-74843BBED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+mn-lt"/>
              </a:rPr>
              <a:t>Identifying Data Issues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F7ED522E-3261-98A9-68C3-7EDEEEE2CB3E}"/>
              </a:ext>
            </a:extLst>
          </p:cNvPr>
          <p:cNvSpPr txBox="1">
            <a:spLocks/>
          </p:cNvSpPr>
          <p:nvPr/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kern="1200">
                <a:solidFill>
                  <a:srgbClr val="2E9CCA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457223" indent="0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What We Found in Our HR Dataset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026D717F-9F9C-1EE7-753C-538A5B0EA74B}"/>
              </a:ext>
            </a:extLst>
          </p:cNvPr>
          <p:cNvSpPr txBox="1">
            <a:spLocks/>
          </p:cNvSpPr>
          <p:nvPr/>
        </p:nvSpPr>
        <p:spPr>
          <a:xfrm>
            <a:off x="612744" y="1790525"/>
            <a:ext cx="5118683" cy="2264400"/>
          </a:xfrm>
          <a:prstGeom prst="roundRect">
            <a:avLst>
              <a:gd name="adj" fmla="val 6409"/>
            </a:avLst>
          </a:prstGeom>
          <a:solidFill>
            <a:srgbClr val="AAABB8">
              <a:alpha val="20000"/>
            </a:srgbClr>
          </a:solidFill>
        </p:spPr>
        <p:txBody>
          <a:bodyPr anchor="ctr"/>
          <a:lstStyle>
            <a:lvl1pPr marL="228611" indent="-228611" algn="l" defTabSz="91444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defTabSz="889000">
              <a:lnSpc>
                <a:spcPct val="100000"/>
              </a:lnSpc>
              <a:spcBef>
                <a:spcPts val="600"/>
              </a:spcBef>
              <a:buNone/>
            </a:pPr>
            <a:endParaRPr lang="en-US" altLang="en-US" sz="1800" dirty="0">
              <a:solidFill>
                <a:srgbClr val="25274D"/>
              </a:solidFill>
            </a:endParaRPr>
          </a:p>
        </p:txBody>
      </p:sp>
      <p:sp>
        <p:nvSpPr>
          <p:cNvPr id="43" name="Text Placeholder 16">
            <a:extLst>
              <a:ext uri="{FF2B5EF4-FFF2-40B4-BE49-F238E27FC236}">
                <a16:creationId xmlns:a16="http://schemas.microsoft.com/office/drawing/2014/main" id="{EEF34CAE-B6F6-C219-678F-C9B8A721B7EC}"/>
              </a:ext>
            </a:extLst>
          </p:cNvPr>
          <p:cNvSpPr txBox="1">
            <a:spLocks/>
          </p:cNvSpPr>
          <p:nvPr/>
        </p:nvSpPr>
        <p:spPr>
          <a:xfrm>
            <a:off x="623887" y="1789148"/>
            <a:ext cx="5092043" cy="462022"/>
          </a:xfrm>
          <a:prstGeom prst="roundRect">
            <a:avLst>
              <a:gd name="adj" fmla="val 23351"/>
            </a:avLst>
          </a:prstGeom>
          <a:solidFill>
            <a:srgbClr val="29648A"/>
          </a:solidFill>
        </p:spPr>
        <p:txBody>
          <a:bodyPr/>
          <a:lstStyle>
            <a:lvl1pPr marL="228611" indent="-228611" algn="l" defTabSz="91444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defTabSz="8890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Missing values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3B91B5B5-48F0-6503-8B25-C0C6188CAA90}"/>
              </a:ext>
            </a:extLst>
          </p:cNvPr>
          <p:cNvSpPr txBox="1">
            <a:spLocks/>
          </p:cNvSpPr>
          <p:nvPr/>
        </p:nvSpPr>
        <p:spPr>
          <a:xfrm>
            <a:off x="6776137" y="1819594"/>
            <a:ext cx="5080901" cy="2264400"/>
          </a:xfrm>
          <a:prstGeom prst="roundRect">
            <a:avLst>
              <a:gd name="adj" fmla="val 6409"/>
            </a:avLst>
          </a:prstGeom>
          <a:solidFill>
            <a:srgbClr val="AAABB8">
              <a:alpha val="20000"/>
            </a:srgbClr>
          </a:solidFill>
        </p:spPr>
        <p:txBody>
          <a:bodyPr anchor="ctr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>
                <a:srgbClr val="EF7C00"/>
              </a:buClr>
              <a:buFont typeface="Arial" panose="020B0604020202020204" pitchFamily="34" charset="0"/>
              <a:buNone/>
              <a:defRPr lang="en-US" sz="1800" b="0" kern="1200" dirty="0" smtClean="0">
                <a:solidFill>
                  <a:srgbClr val="25274D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25274D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25274D"/>
              </a:solidFill>
              <a:effectLst/>
              <a:uLnTx/>
              <a:uFillTx/>
              <a:latin typeface="Montserrat" panose="00000500000000000000" pitchFamily="2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45" name="Text Placeholder 16">
            <a:extLst>
              <a:ext uri="{FF2B5EF4-FFF2-40B4-BE49-F238E27FC236}">
                <a16:creationId xmlns:a16="http://schemas.microsoft.com/office/drawing/2014/main" id="{26CE0D22-F30E-DB3C-64DC-1E7338A98D5E}"/>
              </a:ext>
            </a:extLst>
          </p:cNvPr>
          <p:cNvSpPr txBox="1">
            <a:spLocks/>
          </p:cNvSpPr>
          <p:nvPr/>
        </p:nvSpPr>
        <p:spPr>
          <a:xfrm>
            <a:off x="6764993" y="1804396"/>
            <a:ext cx="5092045" cy="453952"/>
          </a:xfrm>
          <a:prstGeom prst="roundRect">
            <a:avLst>
              <a:gd name="adj" fmla="val 23351"/>
            </a:avLst>
          </a:prstGeom>
          <a:solidFill>
            <a:srgbClr val="29648A"/>
          </a:solidFill>
        </p:spPr>
        <p:txBody>
          <a:bodyPr wrap="square" anchor="t" anchorCtr="0">
            <a:spAutoFit/>
          </a:bodyPr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lang="en-US" sz="2000" b="1" kern="1200" dirty="0" smtClean="0">
                <a:solidFill>
                  <a:srgbClr val="29648A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889000">
              <a:lnSpc>
                <a:spcPct val="114000"/>
              </a:lnSpc>
            </a:pPr>
            <a:r>
              <a:rPr lang="en-US" sz="1800" dirty="0">
                <a:solidFill>
                  <a:schemeClr val="bg1"/>
                </a:solidFill>
                <a:latin typeface="+mn-lt"/>
              </a:rPr>
              <a:t>Duplicates</a:t>
            </a:r>
          </a:p>
        </p:txBody>
      </p:sp>
      <p:sp>
        <p:nvSpPr>
          <p:cNvPr id="46" name="Text Placeholder 14">
            <a:extLst>
              <a:ext uri="{FF2B5EF4-FFF2-40B4-BE49-F238E27FC236}">
                <a16:creationId xmlns:a16="http://schemas.microsoft.com/office/drawing/2014/main" id="{1E9ED216-EBE7-5E07-B5E6-FE1C5D5058D7}"/>
              </a:ext>
            </a:extLst>
          </p:cNvPr>
          <p:cNvSpPr txBox="1">
            <a:spLocks/>
          </p:cNvSpPr>
          <p:nvPr/>
        </p:nvSpPr>
        <p:spPr>
          <a:xfrm>
            <a:off x="3561122" y="4348942"/>
            <a:ext cx="5080901" cy="2264400"/>
          </a:xfrm>
          <a:prstGeom prst="roundRect">
            <a:avLst>
              <a:gd name="adj" fmla="val 6409"/>
            </a:avLst>
          </a:prstGeom>
          <a:solidFill>
            <a:srgbClr val="AAABB8">
              <a:alpha val="20000"/>
            </a:srgbClr>
          </a:solidFill>
        </p:spPr>
        <p:txBody>
          <a:bodyPr anchor="ctr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>
                <a:srgbClr val="EF7C00"/>
              </a:buClr>
              <a:buFont typeface="Arial" panose="020B0604020202020204" pitchFamily="34" charset="0"/>
              <a:buNone/>
              <a:defRPr lang="en-US" sz="1800" b="0" kern="1200" dirty="0" smtClean="0">
                <a:solidFill>
                  <a:srgbClr val="25274D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25274D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25274D"/>
              </a:solidFill>
              <a:effectLst/>
              <a:uLnTx/>
              <a:uFillTx/>
              <a:latin typeface="Montserrat" panose="00000500000000000000" pitchFamily="2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47" name="Text Placeholder 16">
            <a:extLst>
              <a:ext uri="{FF2B5EF4-FFF2-40B4-BE49-F238E27FC236}">
                <a16:creationId xmlns:a16="http://schemas.microsoft.com/office/drawing/2014/main" id="{87E87B3C-DB02-A9DD-196C-B98F9F82D6A9}"/>
              </a:ext>
            </a:extLst>
          </p:cNvPr>
          <p:cNvSpPr txBox="1">
            <a:spLocks/>
          </p:cNvSpPr>
          <p:nvPr/>
        </p:nvSpPr>
        <p:spPr>
          <a:xfrm>
            <a:off x="3549978" y="4343088"/>
            <a:ext cx="5092045" cy="453952"/>
          </a:xfrm>
          <a:prstGeom prst="roundRect">
            <a:avLst>
              <a:gd name="adj" fmla="val 23351"/>
            </a:avLst>
          </a:prstGeom>
          <a:solidFill>
            <a:srgbClr val="29648A"/>
          </a:solidFill>
        </p:spPr>
        <p:txBody>
          <a:bodyPr wrap="square" anchor="t" anchorCtr="0">
            <a:spAutoFit/>
          </a:bodyPr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lang="en-US" sz="2000" b="1" kern="1200" dirty="0" smtClean="0">
                <a:solidFill>
                  <a:srgbClr val="29648A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889000">
              <a:lnSpc>
                <a:spcPct val="114000"/>
              </a:lnSpc>
            </a:pPr>
            <a:r>
              <a:rPr lang="en-US" sz="1800" dirty="0">
                <a:solidFill>
                  <a:schemeClr val="bg1"/>
                </a:solidFill>
                <a:latin typeface="+mn-lt"/>
              </a:rPr>
              <a:t>Outliers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543E5F-F484-5D44-78C5-7AC78CCD4216}"/>
              </a:ext>
            </a:extLst>
          </p:cNvPr>
          <p:cNvSpPr txBox="1"/>
          <p:nvPr/>
        </p:nvSpPr>
        <p:spPr>
          <a:xfrm>
            <a:off x="749998" y="2377717"/>
            <a:ext cx="3371436" cy="369332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25274D"/>
                </a:solidFill>
              </a:rPr>
              <a:t>Monthly income: 45 nulls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16AE93-8E6C-7D52-68B1-62F9467F4BA0}"/>
              </a:ext>
            </a:extLst>
          </p:cNvPr>
          <p:cNvSpPr txBox="1"/>
          <p:nvPr/>
        </p:nvSpPr>
        <p:spPr>
          <a:xfrm>
            <a:off x="749998" y="2771311"/>
            <a:ext cx="3708066" cy="369332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25274D"/>
                </a:solidFill>
              </a:rPr>
              <a:t>Total working years: 32 nulls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E723E9-6C3F-F89A-BA92-B49A72782095}"/>
              </a:ext>
            </a:extLst>
          </p:cNvPr>
          <p:cNvSpPr txBox="1"/>
          <p:nvPr/>
        </p:nvSpPr>
        <p:spPr>
          <a:xfrm>
            <a:off x="749998" y="3164905"/>
            <a:ext cx="4286751" cy="369332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25274D"/>
                </a:solidFill>
              </a:rPr>
              <a:t>Num companies worked: 19 nulls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1FCD9B-6685-9E16-A385-62270DC92ECA}"/>
              </a:ext>
            </a:extLst>
          </p:cNvPr>
          <p:cNvSpPr txBox="1"/>
          <p:nvPr/>
        </p:nvSpPr>
        <p:spPr>
          <a:xfrm>
            <a:off x="7085330" y="2371794"/>
            <a:ext cx="3207929" cy="369332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25274D"/>
                </a:solidFill>
              </a:rPr>
              <a:t>12 duplicate rows found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E22CEA-7E04-24CA-4E95-D8F0150C43F8}"/>
              </a:ext>
            </a:extLst>
          </p:cNvPr>
          <p:cNvSpPr txBox="1"/>
          <p:nvPr/>
        </p:nvSpPr>
        <p:spPr>
          <a:xfrm>
            <a:off x="7085330" y="2764929"/>
            <a:ext cx="3464410" cy="369332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25274D"/>
                </a:solidFill>
              </a:rPr>
              <a:t>Same employee recorded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18F086-2E4A-6749-2A86-0C3274F2C715}"/>
              </a:ext>
            </a:extLst>
          </p:cNvPr>
          <p:cNvSpPr txBox="1"/>
          <p:nvPr/>
        </p:nvSpPr>
        <p:spPr>
          <a:xfrm>
            <a:off x="7085330" y="3158064"/>
            <a:ext cx="2140330" cy="369332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25274D"/>
                </a:solidFill>
              </a:rPr>
              <a:t>Multiple times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ACC546-DB30-9EDE-1A49-A6EF16720C7C}"/>
              </a:ext>
            </a:extLst>
          </p:cNvPr>
          <p:cNvSpPr txBox="1"/>
          <p:nvPr/>
        </p:nvSpPr>
        <p:spPr>
          <a:xfrm>
            <a:off x="3732530" y="4898614"/>
            <a:ext cx="3666388" cy="369332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25274D"/>
                </a:solidFill>
              </a:rPr>
              <a:t>Monthly income: 8 extreme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C664CF-7C30-6EFB-5B8E-8353FC76EDE7}"/>
              </a:ext>
            </a:extLst>
          </p:cNvPr>
          <p:cNvSpPr txBox="1"/>
          <p:nvPr/>
        </p:nvSpPr>
        <p:spPr>
          <a:xfrm>
            <a:off x="3732530" y="5311481"/>
            <a:ext cx="3886000" cy="369332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25274D"/>
                </a:solidFill>
              </a:rPr>
              <a:t>Years at company: 5 extreme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54F20A-9A50-49C5-9800-4FF80E50B7A5}"/>
              </a:ext>
            </a:extLst>
          </p:cNvPr>
          <p:cNvSpPr txBox="1"/>
          <p:nvPr/>
        </p:nvSpPr>
        <p:spPr>
          <a:xfrm>
            <a:off x="3732530" y="5724348"/>
            <a:ext cx="3425938" cy="369332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25274D"/>
                </a:solidFill>
              </a:rPr>
              <a:t>Detected via IQR method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EDFAEB-824D-AC21-89DB-DB45CEA693B0}"/>
              </a:ext>
            </a:extLst>
          </p:cNvPr>
          <p:cNvSpPr txBox="1"/>
          <p:nvPr/>
        </p:nvSpPr>
        <p:spPr>
          <a:xfrm>
            <a:off x="749998" y="3558500"/>
            <a:ext cx="2993127" cy="369332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rgbClr val="25274D"/>
                </a:solidFill>
              </a:rPr>
              <a:t>Strategy : </a:t>
            </a:r>
            <a:r>
              <a:rPr lang="en-US" altLang="en-US" dirty="0">
                <a:solidFill>
                  <a:srgbClr val="25274D"/>
                </a:solidFill>
              </a:rPr>
              <a:t>Imputation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F4FF62-B705-A564-91F3-F57FCE8867DB}"/>
              </a:ext>
            </a:extLst>
          </p:cNvPr>
          <p:cNvSpPr txBox="1"/>
          <p:nvPr/>
        </p:nvSpPr>
        <p:spPr>
          <a:xfrm>
            <a:off x="7085330" y="3551200"/>
            <a:ext cx="3488455" cy="369332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rgbClr val="25274D"/>
                </a:solidFill>
              </a:rPr>
              <a:t>Strategy: </a:t>
            </a:r>
            <a:r>
              <a:rPr lang="en-US" altLang="en-US" dirty="0">
                <a:solidFill>
                  <a:srgbClr val="25274D"/>
                </a:solidFill>
              </a:rPr>
              <a:t>Drop duplicates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1D366E-2ED9-AE12-93A8-6270A10D0633}"/>
              </a:ext>
            </a:extLst>
          </p:cNvPr>
          <p:cNvSpPr txBox="1"/>
          <p:nvPr/>
        </p:nvSpPr>
        <p:spPr>
          <a:xfrm>
            <a:off x="3743125" y="6137214"/>
            <a:ext cx="3845925" cy="369332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rgbClr val="25274D"/>
                </a:solidFill>
              </a:rPr>
              <a:t>Strategy: </a:t>
            </a:r>
            <a:r>
              <a:rPr lang="en-US" altLang="en-US" dirty="0">
                <a:solidFill>
                  <a:srgbClr val="25274D"/>
                </a:solidFill>
              </a:rPr>
              <a:t>Cap or investigate</a:t>
            </a:r>
          </a:p>
        </p:txBody>
      </p:sp>
    </p:spTree>
    <p:extLst>
      <p:ext uri="{BB962C8B-B14F-4D97-AF65-F5344CB8AC3E}">
        <p14:creationId xmlns:p14="http://schemas.microsoft.com/office/powerpoint/2010/main" val="119768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912C8-1283-F442-AF9D-A12CE2175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B70BF342-B041-8920-BFE5-F9A4AA42633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83990" y="2584083"/>
            <a:ext cx="5169600" cy="654545"/>
          </a:xfrm>
          <a:solidFill>
            <a:srgbClr val="464866">
              <a:alpha val="40000"/>
            </a:srgbClr>
          </a:solidFill>
        </p:spPr>
        <p:txBody>
          <a:bodyPr/>
          <a:lstStyle/>
          <a:p>
            <a:r>
              <a:rPr lang="en-US" dirty="0">
                <a:solidFill>
                  <a:srgbClr val="25274D"/>
                </a:solidFill>
              </a:rPr>
              <a:t>Load the dataset and check its shape</a:t>
            </a:r>
            <a:endParaRPr lang="en-GB" dirty="0">
              <a:solidFill>
                <a:srgbClr val="25274D"/>
              </a:solidFill>
            </a:endParaRP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CCCB46F6-C3D3-31B1-77C6-AD8C8C9D98C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183990" y="3430169"/>
            <a:ext cx="5169600" cy="654545"/>
          </a:xfrm>
          <a:solidFill>
            <a:srgbClr val="2E9CCA">
              <a:alpha val="40000"/>
            </a:srgbClr>
          </a:solidFill>
        </p:spPr>
        <p:txBody>
          <a:bodyPr/>
          <a:lstStyle/>
          <a:p>
            <a:r>
              <a:rPr lang="en-US" dirty="0">
                <a:solidFill>
                  <a:srgbClr val="25274D"/>
                </a:solidFill>
              </a:rPr>
              <a:t>Identify columns with missing values</a:t>
            </a:r>
            <a:endParaRPr lang="en-GB" dirty="0">
              <a:solidFill>
                <a:srgbClr val="25274D"/>
              </a:solidFill>
            </a:endParaRPr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CDE37F3E-9D2C-81CB-18E0-15E36CED3E3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183991" y="4280665"/>
            <a:ext cx="5169600" cy="654545"/>
          </a:xfrm>
          <a:solidFill>
            <a:srgbClr val="464866">
              <a:alpha val="40000"/>
            </a:srgbClr>
          </a:solidFill>
        </p:spPr>
        <p:txBody>
          <a:bodyPr/>
          <a:lstStyle/>
          <a:p>
            <a:r>
              <a:rPr lang="en-US" dirty="0">
                <a:solidFill>
                  <a:srgbClr val="25274D"/>
                </a:solidFill>
              </a:rPr>
              <a:t>Fill missing numerical values with median</a:t>
            </a:r>
            <a:endParaRPr lang="en-GB" dirty="0">
              <a:solidFill>
                <a:srgbClr val="25274D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29F5697-8FEF-1BA6-1F06-FC011951B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Activity: Fix the Messy Data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F63B316E-C33D-2A1E-869A-C361351656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Time: 10 minutes</a:t>
            </a:r>
          </a:p>
          <a:p>
            <a:endParaRPr lang="en-GB" dirty="0"/>
          </a:p>
        </p:txBody>
      </p:sp>
      <p:sp>
        <p:nvSpPr>
          <p:cNvPr id="54" name="Text Placeholder 16">
            <a:extLst>
              <a:ext uri="{FF2B5EF4-FFF2-40B4-BE49-F238E27FC236}">
                <a16:creationId xmlns:a16="http://schemas.microsoft.com/office/drawing/2014/main" id="{13E276C5-D060-FF0C-DB68-A675173FF29E}"/>
              </a:ext>
            </a:extLst>
          </p:cNvPr>
          <p:cNvSpPr txBox="1">
            <a:spLocks/>
          </p:cNvSpPr>
          <p:nvPr/>
        </p:nvSpPr>
        <p:spPr>
          <a:xfrm>
            <a:off x="7218451" y="2343599"/>
            <a:ext cx="4634568" cy="462022"/>
          </a:xfrm>
          <a:prstGeom prst="roundRect">
            <a:avLst>
              <a:gd name="adj" fmla="val 23351"/>
            </a:avLst>
          </a:prstGeom>
          <a:solidFill>
            <a:srgbClr val="2E9CCA">
              <a:alpha val="40000"/>
            </a:srgbClr>
          </a:solidFill>
        </p:spPr>
        <p:txBody>
          <a:bodyPr/>
          <a:lstStyle>
            <a:lvl1pPr marL="228611" indent="-228611" algn="l" defTabSz="91444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defTabSz="8890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25274D"/>
                </a:solidFill>
              </a:rPr>
              <a:t>Helpful Code</a:t>
            </a:r>
          </a:p>
        </p:txBody>
      </p:sp>
      <p:sp>
        <p:nvSpPr>
          <p:cNvPr id="58" name="Arrow: Pentagon 57">
            <a:extLst>
              <a:ext uri="{FF2B5EF4-FFF2-40B4-BE49-F238E27FC236}">
                <a16:creationId xmlns:a16="http://schemas.microsoft.com/office/drawing/2014/main" id="{17554CB5-A0E3-D303-BA05-01B95FCCC6A7}"/>
              </a:ext>
            </a:extLst>
          </p:cNvPr>
          <p:cNvSpPr/>
          <p:nvPr/>
        </p:nvSpPr>
        <p:spPr>
          <a:xfrm>
            <a:off x="7132452" y="6021080"/>
            <a:ext cx="4631937" cy="586405"/>
          </a:xfrm>
          <a:prstGeom prst="homePlate">
            <a:avLst/>
          </a:prstGeom>
          <a:solidFill>
            <a:srgbClr val="2E9CC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25274D"/>
                </a:solidFill>
              </a:rPr>
              <a:t>Raise your hand if you need help</a:t>
            </a:r>
            <a:endParaRPr lang="en-GB" dirty="0">
              <a:solidFill>
                <a:srgbClr val="25274D"/>
              </a:solidFill>
            </a:endParaRPr>
          </a:p>
        </p:txBody>
      </p:sp>
      <p:sp>
        <p:nvSpPr>
          <p:cNvPr id="73" name="Text Placeholder 62">
            <a:extLst>
              <a:ext uri="{FF2B5EF4-FFF2-40B4-BE49-F238E27FC236}">
                <a16:creationId xmlns:a16="http://schemas.microsoft.com/office/drawing/2014/main" id="{13856B1D-7027-7438-D59A-0EFC63D32492}"/>
              </a:ext>
            </a:extLst>
          </p:cNvPr>
          <p:cNvSpPr txBox="1">
            <a:spLocks/>
          </p:cNvSpPr>
          <p:nvPr/>
        </p:nvSpPr>
        <p:spPr>
          <a:xfrm>
            <a:off x="1183989" y="5131160"/>
            <a:ext cx="5169600" cy="654545"/>
          </a:xfrm>
          <a:prstGeom prst="roundRect">
            <a:avLst/>
          </a:prstGeom>
          <a:solidFill>
            <a:srgbClr val="2E9CCA">
              <a:alpha val="40000"/>
            </a:srgbClr>
          </a:solidFill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dirty="0" smtClean="0">
                <a:solidFill>
                  <a:srgbClr val="F5F5F5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5274D"/>
                </a:solidFill>
              </a:rPr>
              <a:t>Remove duplicate rows</a:t>
            </a:r>
          </a:p>
        </p:txBody>
      </p:sp>
      <p:sp>
        <p:nvSpPr>
          <p:cNvPr id="74" name="Text Placeholder 64">
            <a:extLst>
              <a:ext uri="{FF2B5EF4-FFF2-40B4-BE49-F238E27FC236}">
                <a16:creationId xmlns:a16="http://schemas.microsoft.com/office/drawing/2014/main" id="{37BDADC7-1991-495D-0D05-D6ED7969D7ED}"/>
              </a:ext>
            </a:extLst>
          </p:cNvPr>
          <p:cNvSpPr txBox="1">
            <a:spLocks/>
          </p:cNvSpPr>
          <p:nvPr/>
        </p:nvSpPr>
        <p:spPr>
          <a:xfrm>
            <a:off x="1183990" y="5933008"/>
            <a:ext cx="5169600" cy="654545"/>
          </a:xfrm>
          <a:prstGeom prst="roundRect">
            <a:avLst/>
          </a:prstGeom>
          <a:solidFill>
            <a:srgbClr val="464866">
              <a:alpha val="40000"/>
            </a:srgbClr>
          </a:solidFill>
        </p:spPr>
        <p:txBody>
          <a:bodyPr anchor="ctr"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dirty="0" smtClean="0">
                <a:solidFill>
                  <a:srgbClr val="F5F5F5"/>
                </a:solidFill>
                <a:latin typeface="+mn-lt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5274D"/>
                </a:solidFill>
              </a:rPr>
              <a:t>Verify: Are there still missing values?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FEF11D39-B193-02BC-9185-91A6EB468461}"/>
              </a:ext>
            </a:extLst>
          </p:cNvPr>
          <p:cNvGrpSpPr/>
          <p:nvPr/>
        </p:nvGrpSpPr>
        <p:grpSpPr>
          <a:xfrm>
            <a:off x="338315" y="2599081"/>
            <a:ext cx="624548" cy="624548"/>
            <a:chOff x="686654" y="2599081"/>
            <a:chExt cx="624548" cy="624548"/>
          </a:xfrm>
        </p:grpSpPr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11301EAA-5446-5B97-4B8E-B701735B652B}"/>
                </a:ext>
              </a:extLst>
            </p:cNvPr>
            <p:cNvSpPr/>
            <p:nvPr/>
          </p:nvSpPr>
          <p:spPr>
            <a:xfrm>
              <a:off x="686654" y="2599081"/>
              <a:ext cx="624548" cy="624548"/>
            </a:xfrm>
            <a:prstGeom prst="ellipse">
              <a:avLst/>
            </a:prstGeom>
            <a:solidFill>
              <a:srgbClr val="25274D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 dirty="0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5A455406-BCCE-8A52-8477-69FC8F345F5B}"/>
                </a:ext>
              </a:extLst>
            </p:cNvPr>
            <p:cNvSpPr txBox="1"/>
            <p:nvPr/>
          </p:nvSpPr>
          <p:spPr>
            <a:xfrm>
              <a:off x="796789" y="2750402"/>
              <a:ext cx="404278" cy="338554"/>
            </a:xfrm>
            <a:prstGeom prst="rect">
              <a:avLst/>
            </a:prstGeom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en-GB" sz="1600" b="1" dirty="0">
                  <a:solidFill>
                    <a:schemeClr val="bg1"/>
                  </a:solidFill>
                </a:rPr>
                <a:t>01</a:t>
              </a: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FAE1C7B6-2167-57AF-EABA-2322157111A0}"/>
              </a:ext>
            </a:extLst>
          </p:cNvPr>
          <p:cNvGrpSpPr/>
          <p:nvPr/>
        </p:nvGrpSpPr>
        <p:grpSpPr>
          <a:xfrm>
            <a:off x="338315" y="3445167"/>
            <a:ext cx="624548" cy="624548"/>
            <a:chOff x="686654" y="3469021"/>
            <a:chExt cx="624548" cy="624548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C779E9F9-50A5-8465-E864-9C440A2634D8}"/>
                </a:ext>
              </a:extLst>
            </p:cNvPr>
            <p:cNvSpPr/>
            <p:nvPr/>
          </p:nvSpPr>
          <p:spPr>
            <a:xfrm>
              <a:off x="686654" y="3469021"/>
              <a:ext cx="624548" cy="624548"/>
            </a:xfrm>
            <a:prstGeom prst="ellipse">
              <a:avLst/>
            </a:prstGeom>
            <a:solidFill>
              <a:srgbClr val="2E9CCA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 dirty="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309EA7E3-A914-A890-7A6D-DB0440DDF264}"/>
                </a:ext>
              </a:extLst>
            </p:cNvPr>
            <p:cNvSpPr txBox="1"/>
            <p:nvPr/>
          </p:nvSpPr>
          <p:spPr>
            <a:xfrm>
              <a:off x="775950" y="3612018"/>
              <a:ext cx="445956" cy="338554"/>
            </a:xfrm>
            <a:prstGeom prst="rect">
              <a:avLst/>
            </a:prstGeom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en-GB" sz="1600" b="1" dirty="0">
                  <a:solidFill>
                    <a:schemeClr val="bg1"/>
                  </a:solidFill>
                </a:rPr>
                <a:t>02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3858F3FA-A9C1-FFB5-C249-3453BE0EB87B}"/>
              </a:ext>
            </a:extLst>
          </p:cNvPr>
          <p:cNvGrpSpPr/>
          <p:nvPr/>
        </p:nvGrpSpPr>
        <p:grpSpPr>
          <a:xfrm>
            <a:off x="338315" y="4295663"/>
            <a:ext cx="624548" cy="624548"/>
            <a:chOff x="686654" y="4332781"/>
            <a:chExt cx="624548" cy="624548"/>
          </a:xfrm>
        </p:grpSpPr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44E7833F-8AEE-6268-7B65-0BDCD2DBACB4}"/>
                </a:ext>
              </a:extLst>
            </p:cNvPr>
            <p:cNvSpPr/>
            <p:nvPr/>
          </p:nvSpPr>
          <p:spPr>
            <a:xfrm>
              <a:off x="686654" y="4332781"/>
              <a:ext cx="624548" cy="624548"/>
            </a:xfrm>
            <a:prstGeom prst="ellipse">
              <a:avLst/>
            </a:prstGeom>
            <a:solidFill>
              <a:srgbClr val="25274D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 dirty="0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DEB1BFD8-E415-2E41-08BF-962DCD1A4831}"/>
                </a:ext>
              </a:extLst>
            </p:cNvPr>
            <p:cNvSpPr txBox="1"/>
            <p:nvPr/>
          </p:nvSpPr>
          <p:spPr>
            <a:xfrm>
              <a:off x="775950" y="4487689"/>
              <a:ext cx="445956" cy="338554"/>
            </a:xfrm>
            <a:prstGeom prst="rect">
              <a:avLst/>
            </a:prstGeom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en-GB" sz="1600" b="1" dirty="0">
                  <a:solidFill>
                    <a:schemeClr val="bg1"/>
                  </a:solidFill>
                </a:rPr>
                <a:t>03</a:t>
              </a: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79F0D23C-510C-1D80-0D5D-F0F45CE9A46A}"/>
              </a:ext>
            </a:extLst>
          </p:cNvPr>
          <p:cNvGrpSpPr/>
          <p:nvPr/>
        </p:nvGrpSpPr>
        <p:grpSpPr>
          <a:xfrm>
            <a:off x="338315" y="5146158"/>
            <a:ext cx="624548" cy="624548"/>
            <a:chOff x="686654" y="5196540"/>
            <a:chExt cx="624548" cy="624548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1D8617BA-C2FE-2AF4-30BD-A2BB06ABF4EE}"/>
                </a:ext>
              </a:extLst>
            </p:cNvPr>
            <p:cNvSpPr/>
            <p:nvPr/>
          </p:nvSpPr>
          <p:spPr>
            <a:xfrm>
              <a:off x="686654" y="5196540"/>
              <a:ext cx="624548" cy="624548"/>
            </a:xfrm>
            <a:prstGeom prst="ellipse">
              <a:avLst/>
            </a:prstGeom>
            <a:solidFill>
              <a:srgbClr val="2E9CCA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3F16ABCB-D1C3-0094-4A8C-AA796AC1F5CD}"/>
                </a:ext>
              </a:extLst>
            </p:cNvPr>
            <p:cNvSpPr txBox="1"/>
            <p:nvPr/>
          </p:nvSpPr>
          <p:spPr>
            <a:xfrm>
              <a:off x="766332" y="5339537"/>
              <a:ext cx="465192" cy="338554"/>
            </a:xfrm>
            <a:prstGeom prst="rect">
              <a:avLst/>
            </a:prstGeom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en-GB" sz="1600" b="1" dirty="0">
                  <a:solidFill>
                    <a:schemeClr val="bg1"/>
                  </a:solidFill>
                </a:rPr>
                <a:t>04</a:t>
              </a: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7117FB3B-78F2-B025-3EC2-12E8684914A3}"/>
              </a:ext>
            </a:extLst>
          </p:cNvPr>
          <p:cNvGrpSpPr/>
          <p:nvPr/>
        </p:nvGrpSpPr>
        <p:grpSpPr>
          <a:xfrm>
            <a:off x="338315" y="5948006"/>
            <a:ext cx="624548" cy="624548"/>
            <a:chOff x="686654" y="6060300"/>
            <a:chExt cx="624548" cy="624548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0F765B35-74FC-D3F5-A652-C3D8DC2F7F81}"/>
                </a:ext>
              </a:extLst>
            </p:cNvPr>
            <p:cNvSpPr/>
            <p:nvPr/>
          </p:nvSpPr>
          <p:spPr>
            <a:xfrm>
              <a:off x="686654" y="6060300"/>
              <a:ext cx="624548" cy="624548"/>
            </a:xfrm>
            <a:prstGeom prst="ellipse">
              <a:avLst/>
            </a:prstGeom>
            <a:solidFill>
              <a:srgbClr val="25274D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 dirty="0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78F11194-7627-C13B-415B-852D2BE97FDC}"/>
                </a:ext>
              </a:extLst>
            </p:cNvPr>
            <p:cNvSpPr txBox="1"/>
            <p:nvPr/>
          </p:nvSpPr>
          <p:spPr>
            <a:xfrm>
              <a:off x="775950" y="6218537"/>
              <a:ext cx="445956" cy="338554"/>
            </a:xfrm>
            <a:prstGeom prst="rect">
              <a:avLst/>
            </a:prstGeom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en-GB" sz="1600" b="1" dirty="0">
                  <a:solidFill>
                    <a:schemeClr val="bg1"/>
                  </a:solidFill>
                </a:rPr>
                <a:t>05</a:t>
              </a:r>
            </a:p>
          </p:txBody>
        </p:sp>
      </p:grpSp>
      <p:sp>
        <p:nvSpPr>
          <p:cNvPr id="93" name="Arrow: Pentagon 92">
            <a:extLst>
              <a:ext uri="{FF2B5EF4-FFF2-40B4-BE49-F238E27FC236}">
                <a16:creationId xmlns:a16="http://schemas.microsoft.com/office/drawing/2014/main" id="{DCD1C0B8-878E-CE10-1657-4AA8ED7BC5D9}"/>
              </a:ext>
            </a:extLst>
          </p:cNvPr>
          <p:cNvSpPr/>
          <p:nvPr/>
        </p:nvSpPr>
        <p:spPr>
          <a:xfrm>
            <a:off x="327187" y="1784085"/>
            <a:ext cx="1922528" cy="440575"/>
          </a:xfrm>
          <a:prstGeom prst="homePlate">
            <a:avLst/>
          </a:prstGeom>
          <a:solidFill>
            <a:srgbClr val="29648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25274D"/>
                </a:solidFill>
              </a:rPr>
              <a:t>Your Tasks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7ED5FE4-739A-BDAB-9931-427973BDEA13}"/>
              </a:ext>
            </a:extLst>
          </p:cNvPr>
          <p:cNvGrpSpPr/>
          <p:nvPr/>
        </p:nvGrpSpPr>
        <p:grpSpPr>
          <a:xfrm>
            <a:off x="7218451" y="2913860"/>
            <a:ext cx="3789558" cy="3017287"/>
            <a:chOff x="7218451" y="3088955"/>
            <a:chExt cx="3789558" cy="3017287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7ECA6FDA-D2C8-D382-D29F-A9FB8AF6BC79}"/>
                </a:ext>
              </a:extLst>
            </p:cNvPr>
            <p:cNvGrpSpPr/>
            <p:nvPr/>
          </p:nvGrpSpPr>
          <p:grpSpPr>
            <a:xfrm>
              <a:off x="7218451" y="3088955"/>
              <a:ext cx="3789558" cy="3017287"/>
              <a:chOff x="6523038" y="2431755"/>
              <a:chExt cx="3789558" cy="3017287"/>
            </a:xfrm>
          </p:grpSpPr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914193F2-2DE4-6265-CC0B-5353B0B319A1}"/>
                  </a:ext>
                </a:extLst>
              </p:cNvPr>
              <p:cNvSpPr/>
              <p:nvPr/>
            </p:nvSpPr>
            <p:spPr>
              <a:xfrm>
                <a:off x="6523038" y="2431755"/>
                <a:ext cx="3789558" cy="3017287"/>
              </a:xfrm>
              <a:prstGeom prst="roundRect">
                <a:avLst>
                  <a:gd name="adj" fmla="val 4952"/>
                </a:avLst>
              </a:prstGeom>
              <a:solidFill>
                <a:srgbClr val="1E293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3890F506-089F-F782-98B8-3CA9C7306F32}"/>
                  </a:ext>
                </a:extLst>
              </p:cNvPr>
              <p:cNvGrpSpPr/>
              <p:nvPr/>
            </p:nvGrpSpPr>
            <p:grpSpPr>
              <a:xfrm>
                <a:off x="6661125" y="2536057"/>
                <a:ext cx="548439" cy="132480"/>
                <a:chOff x="977875" y="3452203"/>
                <a:chExt cx="548439" cy="132480"/>
              </a:xfrm>
            </p:grpSpPr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287B2519-D41B-84A8-124E-D4C80E0ED8BF}"/>
                    </a:ext>
                  </a:extLst>
                </p:cNvPr>
                <p:cNvSpPr/>
                <p:nvPr/>
              </p:nvSpPr>
              <p:spPr>
                <a:xfrm>
                  <a:off x="977875" y="3452203"/>
                  <a:ext cx="137211" cy="13248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3D08CD3E-111D-5026-9FF9-869536F66FA2}"/>
                    </a:ext>
                  </a:extLst>
                </p:cNvPr>
                <p:cNvSpPr/>
                <p:nvPr/>
              </p:nvSpPr>
              <p:spPr>
                <a:xfrm>
                  <a:off x="1183489" y="3452203"/>
                  <a:ext cx="137211" cy="13248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440299D-6C24-9A45-4E1B-057654E1AB5F}"/>
                    </a:ext>
                  </a:extLst>
                </p:cNvPr>
                <p:cNvSpPr/>
                <p:nvPr/>
              </p:nvSpPr>
              <p:spPr>
                <a:xfrm>
                  <a:off x="1389103" y="3452203"/>
                  <a:ext cx="137211" cy="13248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76F58C1-C613-91B2-463C-91CB78D674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62152" y="3456162"/>
              <a:ext cx="3067478" cy="24768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53839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F2525-3C31-4B29-4B54-01DA0B8C6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A7A74061-AD49-2033-B265-22865CFFF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Live Demo: Handling Missing Values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8EC34D31-A085-8CF6-B52A-D1D146ED0A61}"/>
              </a:ext>
            </a:extLst>
          </p:cNvPr>
          <p:cNvGrpSpPr/>
          <p:nvPr/>
        </p:nvGrpSpPr>
        <p:grpSpPr>
          <a:xfrm>
            <a:off x="5165464" y="1685900"/>
            <a:ext cx="6605510" cy="4714232"/>
            <a:chOff x="3418531" y="1696102"/>
            <a:chExt cx="5437078" cy="4714232"/>
          </a:xfrm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AB8F55D2-3286-60CD-B1A7-6FC634C1D5B3}"/>
                </a:ext>
              </a:extLst>
            </p:cNvPr>
            <p:cNvSpPr/>
            <p:nvPr/>
          </p:nvSpPr>
          <p:spPr>
            <a:xfrm>
              <a:off x="3418531" y="1696102"/>
              <a:ext cx="5437077" cy="4714232"/>
            </a:xfrm>
            <a:prstGeom prst="roundRect">
              <a:avLst>
                <a:gd name="adj" fmla="val 7335"/>
              </a:avLst>
            </a:prstGeom>
            <a:solidFill>
              <a:srgbClr val="2E9CCA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 algn="ctr">
                <a:buFont typeface="Arial" panose="020B0604020202020204" pitchFamily="34" charset="0"/>
                <a:buChar char="•"/>
              </a:pPr>
              <a:endParaRPr lang="en-US" noProof="0" dirty="0">
                <a:solidFill>
                  <a:schemeClr val="bg1"/>
                </a:solidFill>
              </a:endParaRPr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endParaRPr lang="en-US" noProof="0" dirty="0">
                <a:solidFill>
                  <a:schemeClr val="bg1"/>
                </a:solidFill>
              </a:endParaRPr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endParaRPr lang="en-US" noProof="0" dirty="0">
                <a:solidFill>
                  <a:schemeClr val="bg1"/>
                </a:solidFill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0746FFFA-3771-9E2D-7599-67E065A22D0D}"/>
                </a:ext>
              </a:extLst>
            </p:cNvPr>
            <p:cNvSpPr/>
            <p:nvPr/>
          </p:nvSpPr>
          <p:spPr>
            <a:xfrm>
              <a:off x="3418532" y="2063837"/>
              <a:ext cx="5437077" cy="567907"/>
            </a:xfrm>
            <a:prstGeom prst="rect">
              <a:avLst/>
            </a:prstGeom>
            <a:solidFill>
              <a:srgbClr val="29648A">
                <a:alpha val="5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2750"/>
                </a:lnSpc>
              </a:pPr>
              <a:r>
                <a:rPr lang="en-US" b="1" dirty="0">
                  <a:solidFill>
                    <a:schemeClr val="bg1"/>
                  </a:solidFill>
                  <a:latin typeface="Montserrat Bold" pitchFamily="34" charset="0"/>
                  <a:ea typeface="Montserrat Bold" pitchFamily="34" charset="-122"/>
                  <a:cs typeface="Montserrat Bold" pitchFamily="34" charset="-120"/>
                </a:rPr>
                <a:t>When to Use What?</a:t>
              </a: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02C4F813-2F9D-4A75-AD58-31176579A569}"/>
              </a:ext>
            </a:extLst>
          </p:cNvPr>
          <p:cNvSpPr txBox="1"/>
          <p:nvPr/>
        </p:nvSpPr>
        <p:spPr>
          <a:xfrm>
            <a:off x="5439876" y="2857103"/>
            <a:ext cx="6194911" cy="6463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527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Mean</a:t>
            </a:r>
          </a:p>
          <a:p>
            <a:pPr marL="292100"/>
            <a:r>
              <a:rPr lang="en-US" dirty="0">
                <a:solidFill>
                  <a:srgbClr val="2527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Identify normally distributed data with no outliers</a:t>
            </a:r>
            <a:endParaRPr lang="en-US" dirty="0">
              <a:solidFill>
                <a:srgbClr val="25274D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ED383FA-2F8C-F504-DD00-F47D62D36CB0}"/>
              </a:ext>
            </a:extLst>
          </p:cNvPr>
          <p:cNvSpPr txBox="1"/>
          <p:nvPr/>
        </p:nvSpPr>
        <p:spPr>
          <a:xfrm>
            <a:off x="5439876" y="3763446"/>
            <a:ext cx="5670149" cy="6463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527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Median</a:t>
            </a:r>
          </a:p>
          <a:p>
            <a:pPr marL="292100"/>
            <a:r>
              <a:rPr lang="en-US" dirty="0">
                <a:solidFill>
                  <a:srgbClr val="2527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Detect skewed data or outliers</a:t>
            </a:r>
            <a:endParaRPr lang="en-US" dirty="0">
              <a:solidFill>
                <a:srgbClr val="25274D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FAE4928-AEA7-359E-E792-9835262CE335}"/>
              </a:ext>
            </a:extLst>
          </p:cNvPr>
          <p:cNvSpPr txBox="1"/>
          <p:nvPr/>
        </p:nvSpPr>
        <p:spPr>
          <a:xfrm>
            <a:off x="5439876" y="4669789"/>
            <a:ext cx="5670149" cy="6463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527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</a:t>
            </a:r>
          </a:p>
          <a:p>
            <a:pPr marL="292100"/>
            <a:r>
              <a:rPr lang="en-US" dirty="0">
                <a:solidFill>
                  <a:srgbClr val="2527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Recognise categorical variables</a:t>
            </a:r>
            <a:endParaRPr lang="en-US" dirty="0">
              <a:solidFill>
                <a:srgbClr val="25274D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60C359A-FF5D-10C3-C1A1-AB447F371E62}"/>
              </a:ext>
            </a:extLst>
          </p:cNvPr>
          <p:cNvSpPr txBox="1"/>
          <p:nvPr/>
        </p:nvSpPr>
        <p:spPr>
          <a:xfrm>
            <a:off x="5439876" y="5576133"/>
            <a:ext cx="5670149" cy="6463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527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Forward/Backward Fill                                      </a:t>
            </a:r>
            <a:r>
              <a:rPr lang="en-US" dirty="0">
                <a:solidFill>
                  <a:srgbClr val="2527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 series data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8B13C8A-3082-19F2-2BAF-8B733BE58B30}"/>
              </a:ext>
            </a:extLst>
          </p:cNvPr>
          <p:cNvGrpSpPr/>
          <p:nvPr/>
        </p:nvGrpSpPr>
        <p:grpSpPr>
          <a:xfrm>
            <a:off x="334964" y="1731137"/>
            <a:ext cx="4606688" cy="2711744"/>
            <a:chOff x="334964" y="1731137"/>
            <a:chExt cx="4606688" cy="2711744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A98C707D-95CB-C62B-5594-6BEBE884370C}"/>
                </a:ext>
              </a:extLst>
            </p:cNvPr>
            <p:cNvGrpSpPr/>
            <p:nvPr/>
          </p:nvGrpSpPr>
          <p:grpSpPr>
            <a:xfrm>
              <a:off x="334964" y="1731137"/>
              <a:ext cx="4606688" cy="2711744"/>
              <a:chOff x="334964" y="2012656"/>
              <a:chExt cx="4606688" cy="2711744"/>
            </a:xfrm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C85AE947-B3B1-84E8-7D48-254919A18BD1}"/>
                  </a:ext>
                </a:extLst>
              </p:cNvPr>
              <p:cNvSpPr/>
              <p:nvPr/>
            </p:nvSpPr>
            <p:spPr>
              <a:xfrm>
                <a:off x="334964" y="2012656"/>
                <a:ext cx="4606688" cy="2711744"/>
              </a:xfrm>
              <a:prstGeom prst="roundRect">
                <a:avLst>
                  <a:gd name="adj" fmla="val 4952"/>
                </a:avLst>
              </a:prstGeom>
              <a:solidFill>
                <a:srgbClr val="1E293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A66F5A24-251C-3BEE-17E6-B0DBC9EF33F6}"/>
                  </a:ext>
                </a:extLst>
              </p:cNvPr>
              <p:cNvGrpSpPr/>
              <p:nvPr/>
            </p:nvGrpSpPr>
            <p:grpSpPr>
              <a:xfrm>
                <a:off x="558775" y="2116957"/>
                <a:ext cx="548439" cy="132480"/>
                <a:chOff x="977875" y="3452203"/>
                <a:chExt cx="548439" cy="132480"/>
              </a:xfrm>
            </p:grpSpPr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BC2968AD-EAE1-BBA9-9E54-7B49A7D4BD5A}"/>
                    </a:ext>
                  </a:extLst>
                </p:cNvPr>
                <p:cNvSpPr/>
                <p:nvPr/>
              </p:nvSpPr>
              <p:spPr>
                <a:xfrm>
                  <a:off x="977875" y="3452203"/>
                  <a:ext cx="137211" cy="13248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959BCFF2-3377-3AED-722C-626CD1365173}"/>
                    </a:ext>
                  </a:extLst>
                </p:cNvPr>
                <p:cNvSpPr/>
                <p:nvPr/>
              </p:nvSpPr>
              <p:spPr>
                <a:xfrm>
                  <a:off x="1183489" y="3452203"/>
                  <a:ext cx="137211" cy="13248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A522020D-2785-D469-637E-A023E4A4FFB0}"/>
                    </a:ext>
                  </a:extLst>
                </p:cNvPr>
                <p:cNvSpPr/>
                <p:nvPr/>
              </p:nvSpPr>
              <p:spPr>
                <a:xfrm>
                  <a:off x="1389103" y="3452203"/>
                  <a:ext cx="137211" cy="13248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BE64F67-76F8-7C10-15C9-15CDD07F3D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7380" y="2068929"/>
              <a:ext cx="4080807" cy="2305472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9D18743-C5CD-7B75-CE65-C56C0475CA96}"/>
              </a:ext>
            </a:extLst>
          </p:cNvPr>
          <p:cNvGrpSpPr/>
          <p:nvPr/>
        </p:nvGrpSpPr>
        <p:grpSpPr>
          <a:xfrm>
            <a:off x="334963" y="5004653"/>
            <a:ext cx="4606689" cy="1339431"/>
            <a:chOff x="334963" y="5004653"/>
            <a:chExt cx="4606689" cy="1339431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52328896-6137-1DAE-885E-8D939FAD50FF}"/>
                </a:ext>
              </a:extLst>
            </p:cNvPr>
            <p:cNvGrpSpPr/>
            <p:nvPr/>
          </p:nvGrpSpPr>
          <p:grpSpPr>
            <a:xfrm>
              <a:off x="334963" y="5004653"/>
              <a:ext cx="4606689" cy="1339431"/>
              <a:chOff x="334963" y="5293409"/>
              <a:chExt cx="4606689" cy="1339431"/>
            </a:xfrm>
          </p:grpSpPr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93C4ED3C-0216-ABFB-9AD9-E613D0F30DAB}"/>
                  </a:ext>
                </a:extLst>
              </p:cNvPr>
              <p:cNvSpPr/>
              <p:nvPr/>
            </p:nvSpPr>
            <p:spPr>
              <a:xfrm>
                <a:off x="334963" y="5293409"/>
                <a:ext cx="4606689" cy="1339431"/>
              </a:xfrm>
              <a:prstGeom prst="roundRect">
                <a:avLst>
                  <a:gd name="adj" fmla="val 4952"/>
                </a:avLst>
              </a:prstGeom>
              <a:solidFill>
                <a:srgbClr val="1E293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30644910-0A5D-56F6-A52C-E23A82D80091}"/>
                  </a:ext>
                </a:extLst>
              </p:cNvPr>
              <p:cNvGrpSpPr/>
              <p:nvPr/>
            </p:nvGrpSpPr>
            <p:grpSpPr>
              <a:xfrm>
                <a:off x="558775" y="5409698"/>
                <a:ext cx="548439" cy="132480"/>
                <a:chOff x="977875" y="3452203"/>
                <a:chExt cx="548439" cy="132480"/>
              </a:xfrm>
            </p:grpSpPr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474DF541-E47D-BB5F-52E9-F4053ED398C2}"/>
                    </a:ext>
                  </a:extLst>
                </p:cNvPr>
                <p:cNvSpPr/>
                <p:nvPr/>
              </p:nvSpPr>
              <p:spPr>
                <a:xfrm>
                  <a:off x="977875" y="3452203"/>
                  <a:ext cx="137211" cy="13248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A559E902-CCE8-E315-C9BB-9C5DB823F836}"/>
                    </a:ext>
                  </a:extLst>
                </p:cNvPr>
                <p:cNvSpPr/>
                <p:nvPr/>
              </p:nvSpPr>
              <p:spPr>
                <a:xfrm>
                  <a:off x="1183489" y="3452203"/>
                  <a:ext cx="137211" cy="13248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609D3F08-C217-4AC8-3D73-23A6110AA28B}"/>
                    </a:ext>
                  </a:extLst>
                </p:cNvPr>
                <p:cNvSpPr/>
                <p:nvPr/>
              </p:nvSpPr>
              <p:spPr>
                <a:xfrm>
                  <a:off x="1389103" y="3452203"/>
                  <a:ext cx="137211" cy="13248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E047AD0-D24A-4949-A234-14758B88A9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5986" y="5269758"/>
              <a:ext cx="3019980" cy="9624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59061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1F798-80A1-8822-EF91-1BABDF468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C757B351-140C-4AB8-08F5-610FD6FF5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Live Demo: Outlier Detection — IQR Method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DA2474D-23DB-0896-4F6B-97F538C79EF4}"/>
              </a:ext>
            </a:extLst>
          </p:cNvPr>
          <p:cNvGrpSpPr/>
          <p:nvPr/>
        </p:nvGrpSpPr>
        <p:grpSpPr>
          <a:xfrm>
            <a:off x="334963" y="1464400"/>
            <a:ext cx="7159353" cy="5133250"/>
            <a:chOff x="3418531" y="1696102"/>
            <a:chExt cx="5437078" cy="5133250"/>
          </a:xfrm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74FDF6ED-3E3E-E9D5-9B6A-4591ED997293}"/>
                </a:ext>
              </a:extLst>
            </p:cNvPr>
            <p:cNvSpPr/>
            <p:nvPr/>
          </p:nvSpPr>
          <p:spPr>
            <a:xfrm>
              <a:off x="3418531" y="1696102"/>
              <a:ext cx="5437077" cy="5133250"/>
            </a:xfrm>
            <a:prstGeom prst="roundRect">
              <a:avLst>
                <a:gd name="adj" fmla="val 7335"/>
              </a:avLst>
            </a:prstGeom>
            <a:solidFill>
              <a:srgbClr val="464866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marR="0" lvl="0" indent="-2857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  <a:p>
              <a:pPr marL="285750" marR="0" lvl="0" indent="-2857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  <a:p>
              <a:pPr marL="285750" marR="0" lvl="0" indent="-2857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827F1194-9DA4-1A3D-ED14-00AC443D26E0}"/>
                </a:ext>
              </a:extLst>
            </p:cNvPr>
            <p:cNvSpPr/>
            <p:nvPr/>
          </p:nvSpPr>
          <p:spPr>
            <a:xfrm>
              <a:off x="3418532" y="2063837"/>
              <a:ext cx="5437077" cy="567907"/>
            </a:xfrm>
            <a:prstGeom prst="rect">
              <a:avLst/>
            </a:prstGeom>
            <a:solidFill>
              <a:srgbClr val="25274D">
                <a:alpha val="5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75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 Bold" pitchFamily="34" charset="0"/>
                  <a:ea typeface="Montserrat Bold" pitchFamily="34" charset="-122"/>
                  <a:cs typeface="Montserrat Bold" pitchFamily="34" charset="-120"/>
                </a:rPr>
                <a:t>Treatment Options</a:t>
              </a: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F1D2D678-8B17-4DA3-1F23-178CC22DAF36}"/>
              </a:ext>
            </a:extLst>
          </p:cNvPr>
          <p:cNvSpPr txBox="1"/>
          <p:nvPr/>
        </p:nvSpPr>
        <p:spPr>
          <a:xfrm>
            <a:off x="678073" y="2548519"/>
            <a:ext cx="6419631" cy="6463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Remove </a:t>
            </a:r>
          </a:p>
          <a:p>
            <a:pPr marL="279400"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Identify when outliers are data errors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5274D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C24578F-15D7-2131-AA88-DCC2576C9712}"/>
              </a:ext>
            </a:extLst>
          </p:cNvPr>
          <p:cNvSpPr txBox="1"/>
          <p:nvPr/>
        </p:nvSpPr>
        <p:spPr>
          <a:xfrm>
            <a:off x="678074" y="3488319"/>
            <a:ext cx="6419631" cy="6463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 (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Winsorise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)</a:t>
            </a:r>
          </a:p>
          <a:p>
            <a:pPr marL="279400"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Replace with upper or lower bound</a:t>
            </a: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rgbClr val="25274D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838C34A-2124-C4C3-1CE3-BDD0849BE77D}"/>
              </a:ext>
            </a:extLst>
          </p:cNvPr>
          <p:cNvSpPr txBox="1"/>
          <p:nvPr/>
        </p:nvSpPr>
        <p:spPr>
          <a:xfrm>
            <a:off x="678074" y="4566619"/>
            <a:ext cx="6419631" cy="6463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</a:t>
            </a:r>
          </a:p>
          <a:p>
            <a:pPr marL="279400"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Apply log transform to reduce impact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5274D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5118AB1-EB2F-FA0C-18D5-173E871D0596}"/>
              </a:ext>
            </a:extLst>
          </p:cNvPr>
          <p:cNvSpPr txBox="1"/>
          <p:nvPr/>
        </p:nvSpPr>
        <p:spPr>
          <a:xfrm>
            <a:off x="678073" y="5644918"/>
            <a:ext cx="6419631" cy="6463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Keep</a:t>
            </a:r>
          </a:p>
          <a:p>
            <a:pPr marL="279400"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Recognise when outliers are valid (e.g. CEO salary)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9BDD139-458C-A3C9-8ACF-C620616AAA88}"/>
              </a:ext>
            </a:extLst>
          </p:cNvPr>
          <p:cNvGrpSpPr/>
          <p:nvPr/>
        </p:nvGrpSpPr>
        <p:grpSpPr>
          <a:xfrm>
            <a:off x="8085233" y="1462099"/>
            <a:ext cx="3764646" cy="3296097"/>
            <a:chOff x="5827224" y="1462099"/>
            <a:chExt cx="3764646" cy="3296097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AA9E595-26C8-F231-9A17-BE5574D18C77}"/>
                </a:ext>
              </a:extLst>
            </p:cNvPr>
            <p:cNvGrpSpPr/>
            <p:nvPr/>
          </p:nvGrpSpPr>
          <p:grpSpPr>
            <a:xfrm>
              <a:off x="5827224" y="1462099"/>
              <a:ext cx="3764646" cy="3296097"/>
              <a:chOff x="5827224" y="1601799"/>
              <a:chExt cx="3764646" cy="3296097"/>
            </a:xfrm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789F972C-EC10-F965-851C-A0D407D5398D}"/>
                  </a:ext>
                </a:extLst>
              </p:cNvPr>
              <p:cNvSpPr/>
              <p:nvPr/>
            </p:nvSpPr>
            <p:spPr>
              <a:xfrm>
                <a:off x="5827224" y="1601799"/>
                <a:ext cx="3764646" cy="3296097"/>
              </a:xfrm>
              <a:prstGeom prst="roundRect">
                <a:avLst>
                  <a:gd name="adj" fmla="val 4952"/>
                </a:avLst>
              </a:prstGeom>
              <a:solidFill>
                <a:srgbClr val="1E293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027986E2-2792-E631-2A3C-F4DC6396E724}"/>
                  </a:ext>
                </a:extLst>
              </p:cNvPr>
              <p:cNvGrpSpPr/>
              <p:nvPr/>
            </p:nvGrpSpPr>
            <p:grpSpPr>
              <a:xfrm>
                <a:off x="6051035" y="1711133"/>
                <a:ext cx="548439" cy="132480"/>
                <a:chOff x="977875" y="3452203"/>
                <a:chExt cx="548439" cy="132480"/>
              </a:xfrm>
            </p:grpSpPr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AE4D550F-18D2-DA1D-B2CB-386A1387E8CC}"/>
                    </a:ext>
                  </a:extLst>
                </p:cNvPr>
                <p:cNvSpPr/>
                <p:nvPr/>
              </p:nvSpPr>
              <p:spPr>
                <a:xfrm>
                  <a:off x="977875" y="3452203"/>
                  <a:ext cx="137211" cy="13248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107B3539-E164-F148-AA66-382EF4A6612A}"/>
                    </a:ext>
                  </a:extLst>
                </p:cNvPr>
                <p:cNvSpPr/>
                <p:nvPr/>
              </p:nvSpPr>
              <p:spPr>
                <a:xfrm>
                  <a:off x="1183489" y="3452203"/>
                  <a:ext cx="137211" cy="13248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B614F07D-7419-E82A-063E-513AEA738437}"/>
                    </a:ext>
                  </a:extLst>
                </p:cNvPr>
                <p:cNvSpPr/>
                <p:nvPr/>
              </p:nvSpPr>
              <p:spPr>
                <a:xfrm>
                  <a:off x="1389103" y="3452203"/>
                  <a:ext cx="137211" cy="13248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</p:grpSp>
        </p:grp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5F1F2C04-5C85-80D0-92C2-EDFC1FC22F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44160" y="1787252"/>
              <a:ext cx="3118501" cy="2948787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DDECA77-3CA6-70C4-5564-A71C7B2FB7BB}"/>
              </a:ext>
            </a:extLst>
          </p:cNvPr>
          <p:cNvGrpSpPr/>
          <p:nvPr/>
        </p:nvGrpSpPr>
        <p:grpSpPr>
          <a:xfrm>
            <a:off x="8085233" y="5170329"/>
            <a:ext cx="3764646" cy="1339431"/>
            <a:chOff x="5827224" y="5170329"/>
            <a:chExt cx="3764646" cy="1339431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073E8DA0-A0E3-9247-29FC-3DE1BBB75C63}"/>
                </a:ext>
              </a:extLst>
            </p:cNvPr>
            <p:cNvGrpSpPr/>
            <p:nvPr/>
          </p:nvGrpSpPr>
          <p:grpSpPr>
            <a:xfrm>
              <a:off x="5827224" y="5170329"/>
              <a:ext cx="3764646" cy="1339431"/>
              <a:chOff x="334964" y="5293409"/>
              <a:chExt cx="3764646" cy="1339431"/>
            </a:xfrm>
          </p:grpSpPr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0B2AA0EC-E6B6-0923-6B10-673F845486DC}"/>
                  </a:ext>
                </a:extLst>
              </p:cNvPr>
              <p:cNvSpPr/>
              <p:nvPr/>
            </p:nvSpPr>
            <p:spPr>
              <a:xfrm>
                <a:off x="334964" y="5293409"/>
                <a:ext cx="3764646" cy="1339431"/>
              </a:xfrm>
              <a:prstGeom prst="roundRect">
                <a:avLst>
                  <a:gd name="adj" fmla="val 4952"/>
                </a:avLst>
              </a:prstGeom>
              <a:solidFill>
                <a:srgbClr val="1E293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1E11DE13-C66B-6080-A419-61800C0D1136}"/>
                  </a:ext>
                </a:extLst>
              </p:cNvPr>
              <p:cNvGrpSpPr/>
              <p:nvPr/>
            </p:nvGrpSpPr>
            <p:grpSpPr>
              <a:xfrm>
                <a:off x="558775" y="5409698"/>
                <a:ext cx="548439" cy="132480"/>
                <a:chOff x="977875" y="3452203"/>
                <a:chExt cx="548439" cy="132480"/>
              </a:xfrm>
            </p:grpSpPr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3372D1D8-E0E4-FA4C-DBD9-BF924D87F290}"/>
                    </a:ext>
                  </a:extLst>
                </p:cNvPr>
                <p:cNvSpPr/>
                <p:nvPr/>
              </p:nvSpPr>
              <p:spPr>
                <a:xfrm>
                  <a:off x="977875" y="3452203"/>
                  <a:ext cx="137211" cy="13248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AA87D8C0-5F60-0BA4-8EBC-755A0702379E}"/>
                    </a:ext>
                  </a:extLst>
                </p:cNvPr>
                <p:cNvSpPr/>
                <p:nvPr/>
              </p:nvSpPr>
              <p:spPr>
                <a:xfrm>
                  <a:off x="1183489" y="3452203"/>
                  <a:ext cx="137211" cy="13248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F8FE15BE-F3C9-DC81-73A9-4E9081055264}"/>
                    </a:ext>
                  </a:extLst>
                </p:cNvPr>
                <p:cNvSpPr/>
                <p:nvPr/>
              </p:nvSpPr>
              <p:spPr>
                <a:xfrm>
                  <a:off x="1389103" y="3452203"/>
                  <a:ext cx="137211" cy="13248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</p:grpSp>
        </p:grp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F917B00B-4D65-2EAB-16E0-1974750967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44160" y="5459703"/>
              <a:ext cx="2956793" cy="9569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81653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ADCE6-2B8D-4683-27F5-3D642D87A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CCDF1F-531C-EDDE-91D3-4FFEDB8006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9999" y="2482074"/>
            <a:ext cx="10422826" cy="189385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600" dirty="0"/>
              <a:t>Find the Signal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A0AEC0"/>
                </a:solidFill>
              </a:rPr>
              <a:t>From Numbers to Insights</a:t>
            </a:r>
          </a:p>
        </p:txBody>
      </p:sp>
    </p:spTree>
    <p:extLst>
      <p:ext uri="{BB962C8B-B14F-4D97-AF65-F5344CB8AC3E}">
        <p14:creationId xmlns:p14="http://schemas.microsoft.com/office/powerpoint/2010/main" val="4153772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8DF23-F557-9E7D-E124-C41E1C543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C18412-968A-7519-EC7D-00B0BBCE8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Demo: EDA Workflow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851FE4-8313-82BF-CCAB-88558A88B4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Exploring Our HR Dataset Systematically</a:t>
            </a:r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CA3BE25D-121A-B75F-C06B-8EF7EEBCD109}"/>
              </a:ext>
            </a:extLst>
          </p:cNvPr>
          <p:cNvSpPr txBox="1">
            <a:spLocks/>
          </p:cNvSpPr>
          <p:nvPr/>
        </p:nvSpPr>
        <p:spPr>
          <a:xfrm>
            <a:off x="5246059" y="1813172"/>
            <a:ext cx="6422891" cy="622173"/>
          </a:xfrm>
          <a:prstGeom prst="roundRect">
            <a:avLst>
              <a:gd name="adj" fmla="val 23351"/>
            </a:avLst>
          </a:prstGeom>
          <a:solidFill>
            <a:srgbClr val="25274D">
              <a:alpha val="50196"/>
            </a:srgbClr>
          </a:solidFill>
        </p:spPr>
        <p:txBody>
          <a:bodyPr/>
          <a:lstStyle>
            <a:lvl1pPr marL="228611" indent="-228611" algn="l" defTabSz="91444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46" rtl="0" eaLnBrk="1" fontAlgn="auto" latinLnBrk="0" hangingPunct="1">
              <a:lnSpc>
                <a:spcPts val="33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B6D51FF-DE27-8BF9-35E0-60DAB9216F0D}"/>
              </a:ext>
            </a:extLst>
          </p:cNvPr>
          <p:cNvSpPr txBox="1"/>
          <p:nvPr/>
        </p:nvSpPr>
        <p:spPr>
          <a:xfrm>
            <a:off x="6485366" y="1932900"/>
            <a:ext cx="42328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Key Questions EDA Answers</a:t>
            </a:r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8CD4367A-CE24-A3F4-A598-28CCF1B17FCF}"/>
              </a:ext>
            </a:extLst>
          </p:cNvPr>
          <p:cNvSpPr/>
          <p:nvPr/>
        </p:nvSpPr>
        <p:spPr>
          <a:xfrm>
            <a:off x="5225143" y="2686645"/>
            <a:ext cx="6646409" cy="586405"/>
          </a:xfrm>
          <a:prstGeom prst="homePlate">
            <a:avLst/>
          </a:prstGeom>
          <a:solidFill>
            <a:srgbClr val="2E9CC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25274D"/>
                </a:solidFill>
              </a:rPr>
              <a:t>What's the distribution of our target variable?</a:t>
            </a:r>
          </a:p>
        </p:txBody>
      </p:sp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EAF4E59A-9319-DA63-E656-57C4876014E6}"/>
              </a:ext>
            </a:extLst>
          </p:cNvPr>
          <p:cNvSpPr/>
          <p:nvPr/>
        </p:nvSpPr>
        <p:spPr>
          <a:xfrm>
            <a:off x="5220399" y="3483428"/>
            <a:ext cx="6646409" cy="586405"/>
          </a:xfrm>
          <a:prstGeom prst="homePlate">
            <a:avLst/>
          </a:prstGeom>
          <a:solidFill>
            <a:srgbClr val="AAAB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25274D"/>
                </a:solidFill>
              </a:rPr>
              <a:t>What's the range and spread of numeric features?</a:t>
            </a:r>
          </a:p>
        </p:txBody>
      </p:sp>
      <p:sp>
        <p:nvSpPr>
          <p:cNvPr id="16" name="Arrow: Pentagon 15">
            <a:extLst>
              <a:ext uri="{FF2B5EF4-FFF2-40B4-BE49-F238E27FC236}">
                <a16:creationId xmlns:a16="http://schemas.microsoft.com/office/drawing/2014/main" id="{D6D3FD3D-C788-E054-59B3-F4D7CF99A91E}"/>
              </a:ext>
            </a:extLst>
          </p:cNvPr>
          <p:cNvSpPr/>
          <p:nvPr/>
        </p:nvSpPr>
        <p:spPr>
          <a:xfrm>
            <a:off x="5230169" y="4280211"/>
            <a:ext cx="6646409" cy="586405"/>
          </a:xfrm>
          <a:prstGeom prst="homePlate">
            <a:avLst/>
          </a:prstGeom>
          <a:solidFill>
            <a:srgbClr val="2E9CC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25274D"/>
                </a:solidFill>
              </a:rPr>
              <a:t>Which features are correlated with attrition?</a:t>
            </a:r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D6F24F72-2D14-5700-E9E0-F42F4B9C4E7E}"/>
              </a:ext>
            </a:extLst>
          </p:cNvPr>
          <p:cNvSpPr/>
          <p:nvPr/>
        </p:nvSpPr>
        <p:spPr>
          <a:xfrm>
            <a:off x="5239939" y="5076994"/>
            <a:ext cx="6646409" cy="586405"/>
          </a:xfrm>
          <a:prstGeom prst="homePlate">
            <a:avLst/>
          </a:prstGeom>
          <a:solidFill>
            <a:srgbClr val="AAAB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25274D"/>
                </a:solidFill>
              </a:rPr>
              <a:t>Are there interesting segments in the data?</a:t>
            </a:r>
          </a:p>
        </p:txBody>
      </p:sp>
      <p:sp>
        <p:nvSpPr>
          <p:cNvPr id="18" name="Arrow: Pentagon 17">
            <a:extLst>
              <a:ext uri="{FF2B5EF4-FFF2-40B4-BE49-F238E27FC236}">
                <a16:creationId xmlns:a16="http://schemas.microsoft.com/office/drawing/2014/main" id="{26BE50E9-1277-85DC-D83E-113C3F805E31}"/>
              </a:ext>
            </a:extLst>
          </p:cNvPr>
          <p:cNvSpPr/>
          <p:nvPr/>
        </p:nvSpPr>
        <p:spPr>
          <a:xfrm>
            <a:off x="5235195" y="5873777"/>
            <a:ext cx="6646409" cy="586405"/>
          </a:xfrm>
          <a:prstGeom prst="homePlate">
            <a:avLst/>
          </a:prstGeom>
          <a:solidFill>
            <a:srgbClr val="2E9CC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25274D"/>
                </a:solidFill>
              </a:rPr>
              <a:t>What stories does the data tell?</a:t>
            </a:r>
          </a:p>
        </p:txBody>
      </p:sp>
      <p:pic>
        <p:nvPicPr>
          <p:cNvPr id="19" name="Picture Placeholder 10">
            <a:extLst>
              <a:ext uri="{FF2B5EF4-FFF2-40B4-BE49-F238E27FC236}">
                <a16:creationId xmlns:a16="http://schemas.microsoft.com/office/drawing/2014/main" id="{BB6F9446-673E-9022-18E4-3829E2786F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09" b="3009"/>
          <a:stretch/>
        </p:blipFill>
        <p:spPr>
          <a:xfrm>
            <a:off x="1474456" y="1829508"/>
            <a:ext cx="2906044" cy="1821033"/>
          </a:xfrm>
          <a:prstGeom prst="round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F6C47F4F-C3E0-D58E-96F5-4B3384122D66}"/>
              </a:ext>
            </a:extLst>
          </p:cNvPr>
          <p:cNvGrpSpPr/>
          <p:nvPr/>
        </p:nvGrpSpPr>
        <p:grpSpPr>
          <a:xfrm>
            <a:off x="1176711" y="3920200"/>
            <a:ext cx="3501534" cy="2740774"/>
            <a:chOff x="342678" y="3861410"/>
            <a:chExt cx="3501534" cy="2740774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8C29D63C-3CFD-4B58-991A-26D5C6825594}"/>
                </a:ext>
              </a:extLst>
            </p:cNvPr>
            <p:cNvSpPr/>
            <p:nvPr/>
          </p:nvSpPr>
          <p:spPr>
            <a:xfrm>
              <a:off x="342678" y="3861410"/>
              <a:ext cx="3501534" cy="2740774"/>
            </a:xfrm>
            <a:prstGeom prst="roundRect">
              <a:avLst>
                <a:gd name="adj" fmla="val 4952"/>
              </a:avLst>
            </a:prstGeom>
            <a:solidFill>
              <a:srgbClr val="1E293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C2F21CD1-D840-8119-EC0B-0490861831AA}"/>
                </a:ext>
              </a:extLst>
            </p:cNvPr>
            <p:cNvGrpSpPr/>
            <p:nvPr/>
          </p:nvGrpSpPr>
          <p:grpSpPr>
            <a:xfrm>
              <a:off x="480765" y="3965711"/>
              <a:ext cx="548439" cy="132480"/>
              <a:chOff x="977875" y="3452203"/>
              <a:chExt cx="548439" cy="132480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CFA0E0B1-2C33-BC21-D2FE-77F8072AF3E5}"/>
                  </a:ext>
                </a:extLst>
              </p:cNvPr>
              <p:cNvSpPr/>
              <p:nvPr/>
            </p:nvSpPr>
            <p:spPr>
              <a:xfrm>
                <a:off x="977875" y="3452203"/>
                <a:ext cx="137211" cy="13248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0A9F354F-F289-D9D2-4CD8-3C6350121D57}"/>
                  </a:ext>
                </a:extLst>
              </p:cNvPr>
              <p:cNvSpPr/>
              <p:nvPr/>
            </p:nvSpPr>
            <p:spPr>
              <a:xfrm>
                <a:off x="1183489" y="3452203"/>
                <a:ext cx="137211" cy="13248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3DFAA61F-4EC4-7D15-BEBA-1D270A4997D6}"/>
                  </a:ext>
                </a:extLst>
              </p:cNvPr>
              <p:cNvSpPr/>
              <p:nvPr/>
            </p:nvSpPr>
            <p:spPr>
              <a:xfrm>
                <a:off x="1389103" y="3452203"/>
                <a:ext cx="137211" cy="13248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</p:grp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464D935-8938-621F-45BC-F272EE63CA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7976" y="4199499"/>
              <a:ext cx="2667372" cy="21815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91520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25492-CA47-04AF-03A2-55237F8D0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5A9D7D2-2BD5-2685-D234-ADD99E250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Demo: Distribution Analysis</a:t>
            </a:r>
            <a:br>
              <a:rPr lang="en-US" dirty="0"/>
            </a:br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6E21FFB-A573-805C-E69E-D137F41FBED0}"/>
              </a:ext>
            </a:extLst>
          </p:cNvPr>
          <p:cNvGrpSpPr/>
          <p:nvPr/>
        </p:nvGrpSpPr>
        <p:grpSpPr>
          <a:xfrm>
            <a:off x="705271" y="1463676"/>
            <a:ext cx="5576736" cy="622173"/>
            <a:chOff x="6033849" y="1813172"/>
            <a:chExt cx="5576736" cy="622173"/>
          </a:xfrm>
        </p:grpSpPr>
        <p:sp>
          <p:nvSpPr>
            <p:cNvPr id="61" name="Text Placeholder 17">
              <a:extLst>
                <a:ext uri="{FF2B5EF4-FFF2-40B4-BE49-F238E27FC236}">
                  <a16:creationId xmlns:a16="http://schemas.microsoft.com/office/drawing/2014/main" id="{F2C6CEE8-0ACF-18A3-5E35-69FDBC44ABBC}"/>
                </a:ext>
              </a:extLst>
            </p:cNvPr>
            <p:cNvSpPr txBox="1">
              <a:spLocks/>
            </p:cNvSpPr>
            <p:nvPr/>
          </p:nvSpPr>
          <p:spPr>
            <a:xfrm>
              <a:off x="6033849" y="1813172"/>
              <a:ext cx="5576736" cy="622173"/>
            </a:xfrm>
            <a:prstGeom prst="roundRect">
              <a:avLst>
                <a:gd name="adj" fmla="val 23351"/>
              </a:avLst>
            </a:prstGeom>
            <a:solidFill>
              <a:srgbClr val="2E9CCA">
                <a:alpha val="40000"/>
              </a:srgbClr>
            </a:solidFill>
          </p:spPr>
          <p:txBody>
            <a:bodyPr/>
            <a:lstStyle>
              <a:lvl1pPr marL="228611" indent="-228611" algn="l" defTabSz="914446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34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57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80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503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726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949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171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394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46" rtl="0" eaLnBrk="1" fontAlgn="auto" latinLnBrk="0" hangingPunct="1">
                <a:lnSpc>
                  <a:spcPts val="33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59C0E25-3930-9CE5-55D8-A25303535131}"/>
                </a:ext>
              </a:extLst>
            </p:cNvPr>
            <p:cNvSpPr txBox="1"/>
            <p:nvPr/>
          </p:nvSpPr>
          <p:spPr>
            <a:xfrm>
              <a:off x="7042997" y="1932900"/>
              <a:ext cx="367517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How to Interpret</a:t>
              </a:r>
            </a:p>
          </p:txBody>
        </p:sp>
      </p:grpSp>
      <p:pic>
        <p:nvPicPr>
          <p:cNvPr id="19" name="Picture Placeholder 10">
            <a:extLst>
              <a:ext uri="{FF2B5EF4-FFF2-40B4-BE49-F238E27FC236}">
                <a16:creationId xmlns:a16="http://schemas.microsoft.com/office/drawing/2014/main" id="{071F9B9B-DB74-A5C4-A077-0A244AE075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9" r="1179"/>
          <a:stretch/>
        </p:blipFill>
        <p:spPr>
          <a:xfrm>
            <a:off x="8199234" y="1741844"/>
            <a:ext cx="2906044" cy="1821033"/>
          </a:xfrm>
          <a:prstGeom prst="roundRect">
            <a:avLst/>
          </a:prstGeom>
        </p:spPr>
      </p:pic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B2A57D29-D05C-1EE6-7E6F-8DDA56F11152}"/>
              </a:ext>
            </a:extLst>
          </p:cNvPr>
          <p:cNvSpPr txBox="1">
            <a:spLocks/>
          </p:cNvSpPr>
          <p:nvPr/>
        </p:nvSpPr>
        <p:spPr>
          <a:xfrm>
            <a:off x="663477" y="2227298"/>
            <a:ext cx="5791019" cy="1546699"/>
          </a:xfrm>
          <a:prstGeom prst="roundRect">
            <a:avLst>
              <a:gd name="adj" fmla="val 6409"/>
            </a:avLst>
          </a:prstGeom>
          <a:solidFill>
            <a:srgbClr val="464866">
              <a:alpha val="20000"/>
            </a:srgbClr>
          </a:solidFill>
        </p:spPr>
        <p:txBody>
          <a:bodyPr anchor="ctr"/>
          <a:lstStyle>
            <a:lvl1pPr marL="228611" indent="-228611" algn="l" defTabSz="91444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 defTabSz="88900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>
              <a:ea typeface="Martel Sans" pitchFamily="34" charset="-122"/>
              <a:cs typeface="Martel Sans" pitchFamily="34" charset="-120"/>
            </a:endParaRPr>
          </a:p>
          <a:p>
            <a:pPr marL="0" lvl="1" indent="0" defTabSz="8890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25274D"/>
                </a:solidFill>
                <a:ea typeface="Martel Sans" pitchFamily="34" charset="-122"/>
                <a:cs typeface="Martel Sans" pitchFamily="34" charset="-120"/>
              </a:rPr>
              <a:t>= 0: Symmetric (normal) | &gt; 0: Right-skewed (tail to right) | &lt; 0: Left-skewed (tail to left)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56CA7177-1820-2542-06EB-A448C8F85359}"/>
              </a:ext>
            </a:extLst>
          </p:cNvPr>
          <p:cNvSpPr txBox="1">
            <a:spLocks/>
          </p:cNvSpPr>
          <p:nvPr/>
        </p:nvSpPr>
        <p:spPr>
          <a:xfrm>
            <a:off x="674620" y="2227298"/>
            <a:ext cx="1703801" cy="462022"/>
          </a:xfrm>
          <a:prstGeom prst="roundRect">
            <a:avLst>
              <a:gd name="adj" fmla="val 23351"/>
            </a:avLst>
          </a:prstGeom>
          <a:solidFill>
            <a:srgbClr val="464866">
              <a:alpha val="30196"/>
            </a:srgbClr>
          </a:solidFill>
        </p:spPr>
        <p:txBody>
          <a:bodyPr/>
          <a:lstStyle>
            <a:lvl1pPr marL="228611" indent="-228611" algn="l" defTabSz="91444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88900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25274D"/>
                </a:solidFill>
                <a:ea typeface="Kanit Light" pitchFamily="34" charset="-122"/>
                <a:cs typeface="Kanit Light" pitchFamily="34" charset="-120"/>
              </a:rPr>
              <a:t>Skewness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E0422F23-FE4F-02FC-C8D1-9291DC438DD1}"/>
              </a:ext>
            </a:extLst>
          </p:cNvPr>
          <p:cNvSpPr txBox="1">
            <a:spLocks/>
          </p:cNvSpPr>
          <p:nvPr/>
        </p:nvSpPr>
        <p:spPr>
          <a:xfrm>
            <a:off x="674621" y="3962929"/>
            <a:ext cx="5748274" cy="1500669"/>
          </a:xfrm>
          <a:prstGeom prst="roundRect">
            <a:avLst>
              <a:gd name="adj" fmla="val 6409"/>
            </a:avLst>
          </a:prstGeom>
          <a:solidFill>
            <a:srgbClr val="29648A">
              <a:alpha val="20000"/>
            </a:srgbClr>
          </a:solidFill>
        </p:spPr>
        <p:txBody>
          <a:bodyPr anchor="ctr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>
                <a:srgbClr val="EF7C00"/>
              </a:buClr>
              <a:buFont typeface="Arial" panose="020B0604020202020204" pitchFamily="34" charset="0"/>
              <a:buNone/>
              <a:defRPr lang="en-US" sz="1800" b="0" kern="1200" dirty="0" smtClean="0">
                <a:solidFill>
                  <a:srgbClr val="25274D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25274D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25274D"/>
              </a:solidFill>
              <a:effectLst/>
              <a:uLnTx/>
              <a:uFillTx/>
              <a:latin typeface="Montserrat" panose="00000500000000000000" pitchFamily="2" charset="0"/>
              <a:ea typeface="+mj-ea"/>
              <a:cs typeface="Arial" panose="020B0604020202020204" pitchFamily="34" charset="0"/>
            </a:endParaRPr>
          </a:p>
          <a:p>
            <a:pPr lvl="1" defTabSz="889000">
              <a:lnSpc>
                <a:spcPct val="114000"/>
              </a:lnSpc>
              <a:spcBef>
                <a:spcPts val="0"/>
              </a:spcBef>
            </a:pPr>
            <a:r>
              <a:rPr lang="en-US" sz="1800" dirty="0">
                <a:solidFill>
                  <a:srgbClr val="25274D"/>
                </a:solidFill>
                <a:latin typeface="+mn-lt"/>
                <a:ea typeface="Martel Sans" pitchFamily="34" charset="-122"/>
                <a:cs typeface="Martel Sans" pitchFamily="34" charset="-120"/>
              </a:rPr>
              <a:t>= 3: Normal distribution | &gt; 3: Heavy tails (more outliers) | &lt; 3: Light tails (fewer outliers)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F672DD08-714F-13A6-45D9-19F6F6D59F5E}"/>
              </a:ext>
            </a:extLst>
          </p:cNvPr>
          <p:cNvSpPr txBox="1">
            <a:spLocks/>
          </p:cNvSpPr>
          <p:nvPr/>
        </p:nvSpPr>
        <p:spPr>
          <a:xfrm>
            <a:off x="663477" y="3948895"/>
            <a:ext cx="1714944" cy="452175"/>
          </a:xfrm>
          <a:prstGeom prst="roundRect">
            <a:avLst>
              <a:gd name="adj" fmla="val 23351"/>
            </a:avLst>
          </a:prstGeom>
          <a:solidFill>
            <a:srgbClr val="29648A">
              <a:alpha val="50196"/>
            </a:srgbClr>
          </a:solidFill>
        </p:spPr>
        <p:txBody>
          <a:bodyPr wrap="square" anchor="t" anchorCtr="0">
            <a:spAutoFit/>
          </a:bodyPr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lang="en-US" sz="2000" b="1" kern="1200" dirty="0" smtClean="0">
                <a:solidFill>
                  <a:srgbClr val="29648A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889000">
              <a:lnSpc>
                <a:spcPct val="114000"/>
              </a:lnSpc>
            </a:pPr>
            <a:r>
              <a:rPr lang="en-IN" sz="1800" dirty="0">
                <a:solidFill>
                  <a:srgbClr val="25274D"/>
                </a:solidFill>
              </a:rPr>
              <a:t>Kurtosis</a:t>
            </a:r>
          </a:p>
        </p:txBody>
      </p:sp>
      <p:sp>
        <p:nvSpPr>
          <p:cNvPr id="27" name="Hexagon 26">
            <a:extLst>
              <a:ext uri="{FF2B5EF4-FFF2-40B4-BE49-F238E27FC236}">
                <a16:creationId xmlns:a16="http://schemas.microsoft.com/office/drawing/2014/main" id="{71E9F3CA-375A-20BE-BBE6-7988A8AE05C4}"/>
              </a:ext>
            </a:extLst>
          </p:cNvPr>
          <p:cNvSpPr/>
          <p:nvPr/>
        </p:nvSpPr>
        <p:spPr>
          <a:xfrm>
            <a:off x="652395" y="5692749"/>
            <a:ext cx="5748274" cy="755703"/>
          </a:xfrm>
          <a:prstGeom prst="hexagon">
            <a:avLst/>
          </a:prstGeom>
          <a:solidFill>
            <a:srgbClr val="2E9CC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0BA545-EDB9-60A0-419D-ACA8A9BE4847}"/>
              </a:ext>
            </a:extLst>
          </p:cNvPr>
          <p:cNvSpPr txBox="1"/>
          <p:nvPr/>
        </p:nvSpPr>
        <p:spPr>
          <a:xfrm>
            <a:off x="782686" y="5747434"/>
            <a:ext cx="55767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25274D"/>
                </a:solidFill>
                <a:ea typeface="Arial" pitchFamily="34" charset="-122"/>
                <a:cs typeface="Arial" pitchFamily="34" charset="-120"/>
              </a:rPr>
              <a:t>Why it matters: </a:t>
            </a:r>
            <a:r>
              <a:rPr lang="en-US" sz="1800" dirty="0">
                <a:solidFill>
                  <a:srgbClr val="25274D"/>
                </a:solidFill>
                <a:ea typeface="Arial" pitchFamily="34" charset="-122"/>
                <a:cs typeface="Arial" pitchFamily="34" charset="-120"/>
              </a:rPr>
              <a:t>Skewed data may need transformation before modelling</a:t>
            </a:r>
            <a:endParaRPr lang="en-US" sz="1800" dirty="0">
              <a:solidFill>
                <a:srgbClr val="25274D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3BD66ED-6CBD-7CB6-57D6-7EB3C57AACDA}"/>
              </a:ext>
            </a:extLst>
          </p:cNvPr>
          <p:cNvGrpSpPr/>
          <p:nvPr/>
        </p:nvGrpSpPr>
        <p:grpSpPr>
          <a:xfrm>
            <a:off x="7806588" y="3707678"/>
            <a:ext cx="3691336" cy="2740774"/>
            <a:chOff x="6405975" y="3840065"/>
            <a:chExt cx="3691336" cy="274077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CF650DE-5DF5-A8E1-D93D-479FC0C2AE90}"/>
                </a:ext>
              </a:extLst>
            </p:cNvPr>
            <p:cNvGrpSpPr/>
            <p:nvPr/>
          </p:nvGrpSpPr>
          <p:grpSpPr>
            <a:xfrm>
              <a:off x="6405975" y="3840065"/>
              <a:ext cx="3691336" cy="2740774"/>
              <a:chOff x="560388" y="2584156"/>
              <a:chExt cx="5169600" cy="2740774"/>
            </a:xfrm>
          </p:grpSpPr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4E27CF9A-5960-47C9-0502-53763F96C8D9}"/>
                  </a:ext>
                </a:extLst>
              </p:cNvPr>
              <p:cNvSpPr/>
              <p:nvPr/>
            </p:nvSpPr>
            <p:spPr>
              <a:xfrm>
                <a:off x="560388" y="2584156"/>
                <a:ext cx="5169600" cy="2740774"/>
              </a:xfrm>
              <a:prstGeom prst="roundRect">
                <a:avLst>
                  <a:gd name="adj" fmla="val 4952"/>
                </a:avLst>
              </a:prstGeom>
              <a:solidFill>
                <a:srgbClr val="1E293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97AFDDD5-B131-9404-9E19-75A2781124BE}"/>
                  </a:ext>
                </a:extLst>
              </p:cNvPr>
              <p:cNvGrpSpPr/>
              <p:nvPr/>
            </p:nvGrpSpPr>
            <p:grpSpPr>
              <a:xfrm>
                <a:off x="698475" y="2688457"/>
                <a:ext cx="548439" cy="132480"/>
                <a:chOff x="977875" y="3452203"/>
                <a:chExt cx="548439" cy="132480"/>
              </a:xfrm>
            </p:grpSpPr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F3A65503-2E12-6055-5757-81AFC9349ABB}"/>
                    </a:ext>
                  </a:extLst>
                </p:cNvPr>
                <p:cNvSpPr/>
                <p:nvPr/>
              </p:nvSpPr>
              <p:spPr>
                <a:xfrm>
                  <a:off x="977875" y="3452203"/>
                  <a:ext cx="137211" cy="13248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2452AE64-7271-BC18-2670-FE96B051FE9C}"/>
                    </a:ext>
                  </a:extLst>
                </p:cNvPr>
                <p:cNvSpPr/>
                <p:nvPr/>
              </p:nvSpPr>
              <p:spPr>
                <a:xfrm>
                  <a:off x="1183489" y="3452203"/>
                  <a:ext cx="137211" cy="13248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43E946D2-A817-AA64-86C8-DD1C4DC39404}"/>
                    </a:ext>
                  </a:extLst>
                </p:cNvPr>
                <p:cNvSpPr/>
                <p:nvPr/>
              </p:nvSpPr>
              <p:spPr>
                <a:xfrm>
                  <a:off x="1389103" y="3452203"/>
                  <a:ext cx="137211" cy="13248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</p:grpSp>
        </p:grp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63A8038-EDDF-7A79-47E2-EF83FF8AC3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81273" y="4259311"/>
              <a:ext cx="2934109" cy="19814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387842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AAC13-681F-20C0-7BC1-848C30300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2F357A-F78F-565E-59E4-DFA2A442E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Demo: Group By for Segmented Insights</a:t>
            </a:r>
            <a:br>
              <a:rPr lang="en-US" dirty="0"/>
            </a:br>
            <a:endParaRPr lang="en-US" dirty="0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0960659F-F575-E8B0-C16F-9BE875288DD4}"/>
              </a:ext>
            </a:extLst>
          </p:cNvPr>
          <p:cNvSpPr txBox="1">
            <a:spLocks/>
          </p:cNvSpPr>
          <p:nvPr/>
        </p:nvSpPr>
        <p:spPr>
          <a:xfrm>
            <a:off x="6092214" y="1470272"/>
            <a:ext cx="5576736" cy="622173"/>
          </a:xfrm>
          <a:prstGeom prst="hexagon">
            <a:avLst/>
          </a:prstGeom>
          <a:solidFill>
            <a:srgbClr val="25274D">
              <a:alpha val="50196"/>
            </a:srgbClr>
          </a:solidFill>
        </p:spPr>
        <p:txBody>
          <a:bodyPr/>
          <a:lstStyle>
            <a:lvl1pPr marL="228611" indent="-228611" algn="l" defTabSz="91444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46" rtl="0" eaLnBrk="1" fontAlgn="auto" latinLnBrk="0" hangingPunct="1">
              <a:lnSpc>
                <a:spcPts val="33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9FFD57B-D564-F441-050E-A1B806A3DCEB}"/>
              </a:ext>
            </a:extLst>
          </p:cNvPr>
          <p:cNvSpPr txBox="1"/>
          <p:nvPr/>
        </p:nvSpPr>
        <p:spPr>
          <a:xfrm>
            <a:off x="7042997" y="1590000"/>
            <a:ext cx="36751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Example Insights</a:t>
            </a:r>
          </a:p>
        </p:txBody>
      </p:sp>
      <p:sp>
        <p:nvSpPr>
          <p:cNvPr id="18" name="Arrow: Pentagon 17">
            <a:extLst>
              <a:ext uri="{FF2B5EF4-FFF2-40B4-BE49-F238E27FC236}">
                <a16:creationId xmlns:a16="http://schemas.microsoft.com/office/drawing/2014/main" id="{89067703-0815-F644-2806-6A5791DD3351}"/>
              </a:ext>
            </a:extLst>
          </p:cNvPr>
          <p:cNvSpPr/>
          <p:nvPr/>
        </p:nvSpPr>
        <p:spPr>
          <a:xfrm>
            <a:off x="6110796" y="5888404"/>
            <a:ext cx="5770808" cy="709551"/>
          </a:xfrm>
          <a:prstGeom prst="homePlate">
            <a:avLst/>
          </a:prstGeom>
          <a:solidFill>
            <a:srgbClr val="46486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Use these insights to guide feature engineering decisions</a:t>
            </a:r>
          </a:p>
        </p:txBody>
      </p:sp>
      <p:sp>
        <p:nvSpPr>
          <p:cNvPr id="39" name="Text 21">
            <a:extLst>
              <a:ext uri="{FF2B5EF4-FFF2-40B4-BE49-F238E27FC236}">
                <a16:creationId xmlns:a16="http://schemas.microsoft.com/office/drawing/2014/main" id="{88F7B72E-BE07-028D-AE02-21C6A3604909}"/>
              </a:ext>
            </a:extLst>
          </p:cNvPr>
          <p:cNvSpPr/>
          <p:nvPr/>
        </p:nvSpPr>
        <p:spPr>
          <a:xfrm>
            <a:off x="6110796" y="4764592"/>
            <a:ext cx="5738526" cy="924901"/>
          </a:xfrm>
          <a:prstGeom prst="roundRect">
            <a:avLst>
              <a:gd name="adj" fmla="val 13292"/>
            </a:avLst>
          </a:prstGeom>
          <a:solidFill>
            <a:srgbClr val="2E9CCA">
              <a:alpha val="30196"/>
            </a:srgbClr>
          </a:solidFill>
          <a:ln>
            <a:solidFill>
              <a:srgbClr val="25274D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40" name="Text 21">
            <a:extLst>
              <a:ext uri="{FF2B5EF4-FFF2-40B4-BE49-F238E27FC236}">
                <a16:creationId xmlns:a16="http://schemas.microsoft.com/office/drawing/2014/main" id="{2F90F3AA-4A17-1A7B-94B9-7C6BE719B3AF}"/>
              </a:ext>
            </a:extLst>
          </p:cNvPr>
          <p:cNvSpPr/>
          <p:nvPr/>
        </p:nvSpPr>
        <p:spPr>
          <a:xfrm>
            <a:off x="6111264" y="3547024"/>
            <a:ext cx="5738526" cy="924901"/>
          </a:xfrm>
          <a:prstGeom prst="roundRect">
            <a:avLst>
              <a:gd name="adj" fmla="val 13292"/>
            </a:avLst>
          </a:prstGeom>
          <a:solidFill>
            <a:srgbClr val="2E9CCA">
              <a:alpha val="30196"/>
            </a:srgbClr>
          </a:solidFill>
          <a:ln>
            <a:solidFill>
              <a:srgbClr val="25274D"/>
            </a:solidFill>
          </a:ln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41" name="Text 21">
            <a:extLst>
              <a:ext uri="{FF2B5EF4-FFF2-40B4-BE49-F238E27FC236}">
                <a16:creationId xmlns:a16="http://schemas.microsoft.com/office/drawing/2014/main" id="{C882CF3B-7F52-2378-5202-03E96DC06277}"/>
              </a:ext>
            </a:extLst>
          </p:cNvPr>
          <p:cNvSpPr/>
          <p:nvPr/>
        </p:nvSpPr>
        <p:spPr>
          <a:xfrm>
            <a:off x="6111732" y="2329456"/>
            <a:ext cx="5738526" cy="924901"/>
          </a:xfrm>
          <a:prstGeom prst="roundRect">
            <a:avLst>
              <a:gd name="adj" fmla="val 13292"/>
            </a:avLst>
          </a:prstGeom>
          <a:solidFill>
            <a:srgbClr val="2E9CCA">
              <a:alpha val="30196"/>
            </a:srgbClr>
          </a:solidFill>
          <a:ln>
            <a:solidFill>
              <a:srgbClr val="25274D"/>
            </a:solidFill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C57A25B-973E-A0E6-D669-3F1F01FB9075}"/>
              </a:ext>
            </a:extLst>
          </p:cNvPr>
          <p:cNvSpPr txBox="1"/>
          <p:nvPr/>
        </p:nvSpPr>
        <p:spPr>
          <a:xfrm>
            <a:off x="6227898" y="2411098"/>
            <a:ext cx="5608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5274D"/>
                </a:solidFill>
              </a:rPr>
              <a:t>1. Identify </a:t>
            </a:r>
            <a:r>
              <a:rPr lang="en-US" dirty="0">
                <a:solidFill>
                  <a:srgbClr val="25274D"/>
                </a:solidFill>
              </a:rPr>
              <a:t>sales as having the highest attrition</a:t>
            </a:r>
            <a:endParaRPr lang="en-GB" dirty="0">
              <a:solidFill>
                <a:srgbClr val="25274D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737D42B-B471-6B97-EE05-B85FB93349C1}"/>
              </a:ext>
            </a:extLst>
          </p:cNvPr>
          <p:cNvSpPr txBox="1"/>
          <p:nvPr/>
        </p:nvSpPr>
        <p:spPr>
          <a:xfrm>
            <a:off x="6456499" y="2792968"/>
            <a:ext cx="4503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5274D"/>
                </a:solidFill>
              </a:rPr>
              <a:t>- 23% vs 14% company average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7066CE2-35BE-F1D2-86A0-6FA40C4E63F5}"/>
              </a:ext>
            </a:extLst>
          </p:cNvPr>
          <p:cNvSpPr txBox="1"/>
          <p:nvPr/>
        </p:nvSpPr>
        <p:spPr>
          <a:xfrm>
            <a:off x="6202705" y="3630298"/>
            <a:ext cx="5608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5274D"/>
                </a:solidFill>
              </a:rPr>
              <a:t>2. Observe </a:t>
            </a:r>
            <a:r>
              <a:rPr lang="en-US" dirty="0">
                <a:solidFill>
                  <a:srgbClr val="25274D"/>
                </a:solidFill>
              </a:rPr>
              <a:t>managers staying longer</a:t>
            </a:r>
            <a:endParaRPr lang="en-GB" dirty="0">
              <a:solidFill>
                <a:srgbClr val="25274D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5B450EF-DBC1-75FF-7A3D-3D7244D56337}"/>
              </a:ext>
            </a:extLst>
          </p:cNvPr>
          <p:cNvSpPr txBox="1"/>
          <p:nvPr/>
        </p:nvSpPr>
        <p:spPr>
          <a:xfrm>
            <a:off x="6431306" y="4012168"/>
            <a:ext cx="4503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5274D"/>
                </a:solidFill>
              </a:rPr>
              <a:t>- Avg 8.2 years vs 5.1 overall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2089351-08D3-77ED-595A-FA4FD5DF6CBA}"/>
              </a:ext>
            </a:extLst>
          </p:cNvPr>
          <p:cNvSpPr txBox="1"/>
          <p:nvPr/>
        </p:nvSpPr>
        <p:spPr>
          <a:xfrm>
            <a:off x="6202705" y="4846812"/>
            <a:ext cx="5608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5274D"/>
                </a:solidFill>
              </a:rPr>
              <a:t>3. Note </a:t>
            </a:r>
            <a:r>
              <a:rPr lang="en-US" dirty="0">
                <a:solidFill>
                  <a:srgbClr val="25274D"/>
                </a:solidFill>
              </a:rPr>
              <a:t>younger employees leaving more</a:t>
            </a:r>
            <a:endParaRPr lang="en-GB" dirty="0">
              <a:solidFill>
                <a:srgbClr val="25274D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43DCD54-6763-8D5E-3B07-0A750044A9EC}"/>
              </a:ext>
            </a:extLst>
          </p:cNvPr>
          <p:cNvSpPr txBox="1"/>
          <p:nvPr/>
        </p:nvSpPr>
        <p:spPr>
          <a:xfrm>
            <a:off x="6431306" y="5228682"/>
            <a:ext cx="4503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5274D"/>
                </a:solidFill>
              </a:rPr>
              <a:t>- Under 30: 28% attrition rate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C1EFC01-A3F0-44AA-E5C0-A17F4E24F51B}"/>
              </a:ext>
            </a:extLst>
          </p:cNvPr>
          <p:cNvGrpSpPr/>
          <p:nvPr/>
        </p:nvGrpSpPr>
        <p:grpSpPr>
          <a:xfrm>
            <a:off x="685799" y="1912604"/>
            <a:ext cx="5095259" cy="4293643"/>
            <a:chOff x="342678" y="2394559"/>
            <a:chExt cx="3879126" cy="326883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F83690D-ED33-F889-DDDF-61EF3BB5A848}"/>
                </a:ext>
              </a:extLst>
            </p:cNvPr>
            <p:cNvGrpSpPr/>
            <p:nvPr/>
          </p:nvGrpSpPr>
          <p:grpSpPr>
            <a:xfrm>
              <a:off x="342678" y="2394559"/>
              <a:ext cx="3879126" cy="3268839"/>
              <a:chOff x="560388" y="2584155"/>
              <a:chExt cx="3879126" cy="3268839"/>
            </a:xfrm>
          </p:grpSpPr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A803927E-137C-B583-0F34-5A2358BE350D}"/>
                  </a:ext>
                </a:extLst>
              </p:cNvPr>
              <p:cNvSpPr/>
              <p:nvPr/>
            </p:nvSpPr>
            <p:spPr>
              <a:xfrm>
                <a:off x="560388" y="2584155"/>
                <a:ext cx="3879126" cy="3268839"/>
              </a:xfrm>
              <a:prstGeom prst="roundRect">
                <a:avLst>
                  <a:gd name="adj" fmla="val 4952"/>
                </a:avLst>
              </a:prstGeom>
              <a:solidFill>
                <a:srgbClr val="1E293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A96ADC87-DA46-8D0D-1D7C-6B4A7497A556}"/>
                  </a:ext>
                </a:extLst>
              </p:cNvPr>
              <p:cNvGrpSpPr/>
              <p:nvPr/>
            </p:nvGrpSpPr>
            <p:grpSpPr>
              <a:xfrm>
                <a:off x="698475" y="2688457"/>
                <a:ext cx="548439" cy="132480"/>
                <a:chOff x="977875" y="3452203"/>
                <a:chExt cx="548439" cy="132480"/>
              </a:xfrm>
            </p:grpSpPr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4967EE97-6574-D728-5915-7BA2142F4513}"/>
                    </a:ext>
                  </a:extLst>
                </p:cNvPr>
                <p:cNvSpPr/>
                <p:nvPr/>
              </p:nvSpPr>
              <p:spPr>
                <a:xfrm>
                  <a:off x="977875" y="3452203"/>
                  <a:ext cx="137211" cy="13248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4BD3249E-57BB-1143-427E-92F765FD9FE5}"/>
                    </a:ext>
                  </a:extLst>
                </p:cNvPr>
                <p:cNvSpPr/>
                <p:nvPr/>
              </p:nvSpPr>
              <p:spPr>
                <a:xfrm>
                  <a:off x="1183489" y="3452203"/>
                  <a:ext cx="137211" cy="13248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F3425B4F-E0A4-8822-78DB-97A9D210CF55}"/>
                    </a:ext>
                  </a:extLst>
                </p:cNvPr>
                <p:cNvSpPr/>
                <p:nvPr/>
              </p:nvSpPr>
              <p:spPr>
                <a:xfrm>
                  <a:off x="1389103" y="3452203"/>
                  <a:ext cx="137211" cy="13248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</p:grpSp>
        </p:grp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9D0E49B-5BB8-AE64-EDF3-05A9282EAE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9370" y="2780430"/>
              <a:ext cx="2962688" cy="261974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601871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C1C0B-6004-8E37-24B8-01104D7F7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BD9972D9-9915-39A2-5CD9-A217395B2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Live Demo: Correlation Analysis</a:t>
            </a:r>
          </a:p>
        </p:txBody>
      </p:sp>
      <p:sp>
        <p:nvSpPr>
          <p:cNvPr id="67" name="Arrow: Pentagon 66">
            <a:extLst>
              <a:ext uri="{FF2B5EF4-FFF2-40B4-BE49-F238E27FC236}">
                <a16:creationId xmlns:a16="http://schemas.microsoft.com/office/drawing/2014/main" id="{DA4FA88E-ABDA-FB26-A376-DFC520B48170}"/>
              </a:ext>
            </a:extLst>
          </p:cNvPr>
          <p:cNvSpPr/>
          <p:nvPr/>
        </p:nvSpPr>
        <p:spPr>
          <a:xfrm>
            <a:off x="5603990" y="1395559"/>
            <a:ext cx="5902210" cy="567907"/>
          </a:xfrm>
          <a:prstGeom prst="homePlate">
            <a:avLst/>
          </a:prstGeom>
          <a:solidFill>
            <a:srgbClr val="2E9CCA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ts val="27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Correlation Interpretation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5C0AD77-96D5-C640-F2E0-062FF93E6C34}"/>
              </a:ext>
            </a:extLst>
          </p:cNvPr>
          <p:cNvGrpSpPr/>
          <p:nvPr/>
        </p:nvGrpSpPr>
        <p:grpSpPr>
          <a:xfrm>
            <a:off x="5573488" y="2344277"/>
            <a:ext cx="6096000" cy="662516"/>
            <a:chOff x="6816725" y="2411803"/>
            <a:chExt cx="6096000" cy="662516"/>
          </a:xfrm>
        </p:grpSpPr>
        <p:sp>
          <p:nvSpPr>
            <p:cNvPr id="17" name="Freeform 46">
              <a:extLst>
                <a:ext uri="{FF2B5EF4-FFF2-40B4-BE49-F238E27FC236}">
                  <a16:creationId xmlns:a16="http://schemas.microsoft.com/office/drawing/2014/main" id="{A08D95FE-0951-3353-E644-4983D99AAEA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2411803"/>
              <a:ext cx="662516" cy="662516"/>
            </a:xfrm>
            <a:custGeom>
              <a:avLst/>
              <a:gdLst/>
              <a:ahLst/>
              <a:cxnLst>
                <a:cxn ang="0">
                  <a:pos x="55" y="44"/>
                </a:cxn>
                <a:cxn ang="0">
                  <a:pos x="44" y="55"/>
                </a:cxn>
                <a:cxn ang="0">
                  <a:pos x="10" y="55"/>
                </a:cxn>
                <a:cxn ang="0">
                  <a:pos x="0" y="44"/>
                </a:cxn>
                <a:cxn ang="0">
                  <a:pos x="0" y="10"/>
                </a:cxn>
                <a:cxn ang="0">
                  <a:pos x="10" y="0"/>
                </a:cxn>
                <a:cxn ang="0">
                  <a:pos x="44" y="0"/>
                </a:cxn>
                <a:cxn ang="0">
                  <a:pos x="55" y="10"/>
                </a:cxn>
                <a:cxn ang="0">
                  <a:pos x="55" y="44"/>
                </a:cxn>
                <a:cxn ang="0">
                  <a:pos x="46" y="20"/>
                </a:cxn>
                <a:cxn ang="0">
                  <a:pos x="46" y="17"/>
                </a:cxn>
                <a:cxn ang="0">
                  <a:pos x="42" y="13"/>
                </a:cxn>
                <a:cxn ang="0">
                  <a:pos x="39" y="13"/>
                </a:cxn>
                <a:cxn ang="0">
                  <a:pos x="23" y="30"/>
                </a:cxn>
                <a:cxn ang="0">
                  <a:pos x="15" y="22"/>
                </a:cxn>
                <a:cxn ang="0">
                  <a:pos x="12" y="22"/>
                </a:cxn>
                <a:cxn ang="0">
                  <a:pos x="8" y="26"/>
                </a:cxn>
                <a:cxn ang="0">
                  <a:pos x="8" y="29"/>
                </a:cxn>
                <a:cxn ang="0">
                  <a:pos x="21" y="42"/>
                </a:cxn>
                <a:cxn ang="0">
                  <a:pos x="24" y="42"/>
                </a:cxn>
                <a:cxn ang="0">
                  <a:pos x="46" y="20"/>
                </a:cxn>
              </a:cxnLst>
              <a:rect l="0" t="0" r="r" b="b"/>
              <a:pathLst>
                <a:path w="55" h="55">
                  <a:moveTo>
                    <a:pt x="55" y="44"/>
                  </a:moveTo>
                  <a:cubicBezTo>
                    <a:pt x="55" y="50"/>
                    <a:pt x="50" y="55"/>
                    <a:pt x="44" y="55"/>
                  </a:cubicBezTo>
                  <a:cubicBezTo>
                    <a:pt x="10" y="55"/>
                    <a:pt x="10" y="55"/>
                    <a:pt x="10" y="55"/>
                  </a:cubicBezTo>
                  <a:cubicBezTo>
                    <a:pt x="4" y="55"/>
                    <a:pt x="0" y="50"/>
                    <a:pt x="0" y="44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50" y="0"/>
                    <a:pt x="55" y="5"/>
                    <a:pt x="55" y="10"/>
                  </a:cubicBezTo>
                  <a:lnTo>
                    <a:pt x="55" y="44"/>
                  </a:lnTo>
                  <a:close/>
                  <a:moveTo>
                    <a:pt x="46" y="20"/>
                  </a:moveTo>
                  <a:cubicBezTo>
                    <a:pt x="47" y="19"/>
                    <a:pt x="47" y="17"/>
                    <a:pt x="46" y="17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2"/>
                    <a:pt x="40" y="12"/>
                    <a:pt x="39" y="13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7" y="27"/>
                    <a:pt x="7" y="28"/>
                    <a:pt x="8" y="29"/>
                  </a:cubicBezTo>
                  <a:cubicBezTo>
                    <a:pt x="21" y="42"/>
                    <a:pt x="21" y="42"/>
                    <a:pt x="21" y="42"/>
                  </a:cubicBezTo>
                  <a:cubicBezTo>
                    <a:pt x="22" y="43"/>
                    <a:pt x="23" y="43"/>
                    <a:pt x="24" y="42"/>
                  </a:cubicBezTo>
                  <a:lnTo>
                    <a:pt x="46" y="20"/>
                  </a:lnTo>
                  <a:close/>
                </a:path>
              </a:pathLst>
            </a:custGeom>
            <a:solidFill>
              <a:srgbClr val="2E9CC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2400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CE82C6D5-E33A-5AF3-D852-6D250FB71BA6}"/>
                </a:ext>
              </a:extLst>
            </p:cNvPr>
            <p:cNvGrpSpPr/>
            <p:nvPr/>
          </p:nvGrpSpPr>
          <p:grpSpPr>
            <a:xfrm>
              <a:off x="7139664" y="2412039"/>
              <a:ext cx="5773061" cy="593184"/>
              <a:chOff x="7139664" y="2421932"/>
              <a:chExt cx="5773061" cy="593184"/>
            </a:xfrm>
          </p:grpSpPr>
          <p:sp>
            <p:nvSpPr>
              <p:cNvPr id="18" name="Text Placeholder 3">
                <a:extLst>
                  <a:ext uri="{FF2B5EF4-FFF2-40B4-BE49-F238E27FC236}">
                    <a16:creationId xmlns:a16="http://schemas.microsoft.com/office/drawing/2014/main" id="{D43B9168-45F0-5218-12FB-D8E13149A5A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96868" y="2421932"/>
                <a:ext cx="4064001" cy="293029"/>
              </a:xfrm>
              <a:prstGeom prst="rect">
                <a:avLst/>
              </a:prstGeom>
            </p:spPr>
            <p:txBody>
              <a:bodyPr wrap="square" lIns="0" tIns="0" rIns="0" bIns="0" anchor="t" anchorCtr="0">
                <a:spAutoFit/>
              </a:bodyPr>
              <a:lstStyle>
                <a:defPPr>
                  <a:defRPr lang="en-US"/>
                </a:defPPr>
                <a:lvl1pPr marL="0" indent="0" algn="ctr" defTabSz="914400" rtl="0" eaLnBrk="1" latinLnBrk="0" hangingPunct="1">
                  <a:buNone/>
                  <a:defRPr sz="1600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buNone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buNone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buNone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buNone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buNone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buNone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buNone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eaLnBrk="0" fontAlgn="base" hangingPunct="0">
                  <a:lnSpc>
                    <a:spcPct val="114000"/>
                  </a:lnSpc>
                  <a:spcBef>
                    <a:spcPct val="0"/>
                  </a:spcBef>
                  <a:spcAft>
                    <a:spcPts val="1200"/>
                  </a:spcAft>
                  <a:defRPr/>
                </a:pPr>
                <a:r>
                  <a:rPr lang="en-US" sz="1800" dirty="0">
                    <a:solidFill>
                      <a:srgbClr val="25274D"/>
                    </a:solidFill>
                  </a:rPr>
                  <a:t>+1.0 to +0.7: Strong Positive</a:t>
                </a:r>
              </a:p>
            </p:txBody>
          </p:sp>
          <p:sp>
            <p:nvSpPr>
              <p:cNvPr id="19" name="Text Placeholder 3">
                <a:extLst>
                  <a:ext uri="{FF2B5EF4-FFF2-40B4-BE49-F238E27FC236}">
                    <a16:creationId xmlns:a16="http://schemas.microsoft.com/office/drawing/2014/main" id="{4A53AD0E-3A8D-50EA-E79C-9E316E14BD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39664" y="2721189"/>
                <a:ext cx="5773061" cy="293927"/>
              </a:xfrm>
              <a:prstGeom prst="rect">
                <a:avLst/>
              </a:prstGeom>
            </p:spPr>
            <p:txBody>
              <a:bodyPr wrap="square" lIns="0" tIns="0" rIns="0" bIns="0" anchor="t" anchorCtr="0">
                <a:spAutoFit/>
              </a:bodyPr>
              <a:lstStyle>
                <a:defPPr>
                  <a:defRPr lang="en-US"/>
                </a:defPPr>
                <a:lvl1pPr marL="0" indent="0" algn="ctr" defTabSz="914400" rtl="0" eaLnBrk="1" latinLnBrk="0" hangingPunct="1">
                  <a:buNone/>
                  <a:defRPr sz="1600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buNone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buNone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buNone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buNone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buNone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buNone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buNone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 eaLnBrk="0" fontAlgn="base" hangingPunct="0">
                  <a:lnSpc>
                    <a:spcPct val="114000"/>
                  </a:lnSpc>
                  <a:spcBef>
                    <a:spcPct val="0"/>
                  </a:spcBef>
                  <a:spcAft>
                    <a:spcPts val="1200"/>
                  </a:spcAft>
                  <a:defRPr/>
                </a:pPr>
                <a:r>
                  <a:rPr lang="en-US" sz="1800" dirty="0">
                    <a:solidFill>
                      <a:srgbClr val="25274D"/>
                    </a:solidFill>
                  </a:rPr>
                  <a:t>Observe as one increases, the other increases</a:t>
                </a:r>
                <a:endParaRPr lang="en-US" altLang="en-US" sz="1800" dirty="0">
                  <a:solidFill>
                    <a:srgbClr val="25274D"/>
                  </a:solidFill>
                </a:endParaRPr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D20A5C4-BCA6-E6E8-D34F-29D58D22AC27}"/>
              </a:ext>
            </a:extLst>
          </p:cNvPr>
          <p:cNvGrpSpPr/>
          <p:nvPr/>
        </p:nvGrpSpPr>
        <p:grpSpPr>
          <a:xfrm>
            <a:off x="5573488" y="3623595"/>
            <a:ext cx="5516351" cy="662516"/>
            <a:chOff x="6816725" y="3665198"/>
            <a:chExt cx="5516351" cy="662516"/>
          </a:xfrm>
        </p:grpSpPr>
        <p:sp>
          <p:nvSpPr>
            <p:cNvPr id="21" name="Freeform 46">
              <a:extLst>
                <a:ext uri="{FF2B5EF4-FFF2-40B4-BE49-F238E27FC236}">
                  <a16:creationId xmlns:a16="http://schemas.microsoft.com/office/drawing/2014/main" id="{0E1E5B21-CBAE-95A0-61EA-839B61C9BE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3665198"/>
              <a:ext cx="662516" cy="662516"/>
            </a:xfrm>
            <a:custGeom>
              <a:avLst/>
              <a:gdLst/>
              <a:ahLst/>
              <a:cxnLst>
                <a:cxn ang="0">
                  <a:pos x="55" y="44"/>
                </a:cxn>
                <a:cxn ang="0">
                  <a:pos x="44" y="55"/>
                </a:cxn>
                <a:cxn ang="0">
                  <a:pos x="10" y="55"/>
                </a:cxn>
                <a:cxn ang="0">
                  <a:pos x="0" y="44"/>
                </a:cxn>
                <a:cxn ang="0">
                  <a:pos x="0" y="10"/>
                </a:cxn>
                <a:cxn ang="0">
                  <a:pos x="10" y="0"/>
                </a:cxn>
                <a:cxn ang="0">
                  <a:pos x="44" y="0"/>
                </a:cxn>
                <a:cxn ang="0">
                  <a:pos x="55" y="10"/>
                </a:cxn>
                <a:cxn ang="0">
                  <a:pos x="55" y="44"/>
                </a:cxn>
                <a:cxn ang="0">
                  <a:pos x="46" y="20"/>
                </a:cxn>
                <a:cxn ang="0">
                  <a:pos x="46" y="17"/>
                </a:cxn>
                <a:cxn ang="0">
                  <a:pos x="42" y="13"/>
                </a:cxn>
                <a:cxn ang="0">
                  <a:pos x="39" y="13"/>
                </a:cxn>
                <a:cxn ang="0">
                  <a:pos x="23" y="30"/>
                </a:cxn>
                <a:cxn ang="0">
                  <a:pos x="15" y="22"/>
                </a:cxn>
                <a:cxn ang="0">
                  <a:pos x="12" y="22"/>
                </a:cxn>
                <a:cxn ang="0">
                  <a:pos x="8" y="26"/>
                </a:cxn>
                <a:cxn ang="0">
                  <a:pos x="8" y="29"/>
                </a:cxn>
                <a:cxn ang="0">
                  <a:pos x="21" y="42"/>
                </a:cxn>
                <a:cxn ang="0">
                  <a:pos x="24" y="42"/>
                </a:cxn>
                <a:cxn ang="0">
                  <a:pos x="46" y="20"/>
                </a:cxn>
              </a:cxnLst>
              <a:rect l="0" t="0" r="r" b="b"/>
              <a:pathLst>
                <a:path w="55" h="55">
                  <a:moveTo>
                    <a:pt x="55" y="44"/>
                  </a:moveTo>
                  <a:cubicBezTo>
                    <a:pt x="55" y="50"/>
                    <a:pt x="50" y="55"/>
                    <a:pt x="44" y="55"/>
                  </a:cubicBezTo>
                  <a:cubicBezTo>
                    <a:pt x="10" y="55"/>
                    <a:pt x="10" y="55"/>
                    <a:pt x="10" y="55"/>
                  </a:cubicBezTo>
                  <a:cubicBezTo>
                    <a:pt x="4" y="55"/>
                    <a:pt x="0" y="50"/>
                    <a:pt x="0" y="44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50" y="0"/>
                    <a:pt x="55" y="5"/>
                    <a:pt x="55" y="10"/>
                  </a:cubicBezTo>
                  <a:lnTo>
                    <a:pt x="55" y="44"/>
                  </a:lnTo>
                  <a:close/>
                  <a:moveTo>
                    <a:pt x="46" y="20"/>
                  </a:moveTo>
                  <a:cubicBezTo>
                    <a:pt x="47" y="19"/>
                    <a:pt x="47" y="17"/>
                    <a:pt x="46" y="17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2"/>
                    <a:pt x="40" y="12"/>
                    <a:pt x="39" y="13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7" y="27"/>
                    <a:pt x="7" y="28"/>
                    <a:pt x="8" y="29"/>
                  </a:cubicBezTo>
                  <a:cubicBezTo>
                    <a:pt x="21" y="42"/>
                    <a:pt x="21" y="42"/>
                    <a:pt x="21" y="42"/>
                  </a:cubicBezTo>
                  <a:cubicBezTo>
                    <a:pt x="22" y="43"/>
                    <a:pt x="23" y="43"/>
                    <a:pt x="24" y="42"/>
                  </a:cubicBezTo>
                  <a:lnTo>
                    <a:pt x="46" y="20"/>
                  </a:lnTo>
                  <a:close/>
                </a:path>
              </a:pathLst>
            </a:custGeom>
            <a:solidFill>
              <a:srgbClr val="46486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2400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A069F3A4-8AF9-4741-FB32-525B10B62BF5}"/>
                </a:ext>
              </a:extLst>
            </p:cNvPr>
            <p:cNvGrpSpPr/>
            <p:nvPr/>
          </p:nvGrpSpPr>
          <p:grpSpPr>
            <a:xfrm>
              <a:off x="7146920" y="3702829"/>
              <a:ext cx="5186156" cy="587255"/>
              <a:chOff x="7146920" y="3735783"/>
              <a:chExt cx="5186156" cy="587255"/>
            </a:xfrm>
          </p:grpSpPr>
          <p:sp>
            <p:nvSpPr>
              <p:cNvPr id="22" name="Text Placeholder 3">
                <a:extLst>
                  <a:ext uri="{FF2B5EF4-FFF2-40B4-BE49-F238E27FC236}">
                    <a16:creationId xmlns:a16="http://schemas.microsoft.com/office/drawing/2014/main" id="{DC23825D-D9B5-0C35-FFB0-AEF185C486A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629525" y="3735783"/>
                <a:ext cx="4064001" cy="293029"/>
              </a:xfrm>
              <a:prstGeom prst="rect">
                <a:avLst/>
              </a:prstGeom>
            </p:spPr>
            <p:txBody>
              <a:bodyPr wrap="square" lIns="0" tIns="0" rIns="0" bIns="0" anchor="t" anchorCtr="0">
                <a:spAutoFit/>
              </a:bodyPr>
              <a:lstStyle>
                <a:defPPr>
                  <a:defRPr lang="en-US"/>
                </a:defPPr>
                <a:lvl1pPr marL="0" indent="0" algn="ctr" defTabSz="914400" rtl="0" eaLnBrk="1" latinLnBrk="0" hangingPunct="1">
                  <a:buNone/>
                  <a:defRPr sz="1600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buNone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buNone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buNone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buNone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buNone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buNone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buNone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eaLnBrk="0" fontAlgn="base" hangingPunct="0">
                  <a:lnSpc>
                    <a:spcPct val="114000"/>
                  </a:lnSpc>
                  <a:spcBef>
                    <a:spcPct val="0"/>
                  </a:spcBef>
                  <a:spcAft>
                    <a:spcPts val="1200"/>
                  </a:spcAft>
                  <a:defRPr/>
                </a:pPr>
                <a:r>
                  <a:rPr lang="en-US" sz="1800" dirty="0">
                    <a:solidFill>
                      <a:srgbClr val="25274D"/>
                    </a:solidFill>
                  </a:rPr>
                  <a:t>+0.3 to -0.3: Weak/None</a:t>
                </a:r>
              </a:p>
            </p:txBody>
          </p:sp>
          <p:sp>
            <p:nvSpPr>
              <p:cNvPr id="23" name="Text Placeholder 3">
                <a:extLst>
                  <a:ext uri="{FF2B5EF4-FFF2-40B4-BE49-F238E27FC236}">
                    <a16:creationId xmlns:a16="http://schemas.microsoft.com/office/drawing/2014/main" id="{8E81EB53-5845-C300-C911-627830C6A28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46920" y="4029111"/>
                <a:ext cx="5186156" cy="293927"/>
              </a:xfrm>
              <a:prstGeom prst="rect">
                <a:avLst/>
              </a:prstGeom>
            </p:spPr>
            <p:txBody>
              <a:bodyPr wrap="square" lIns="0" tIns="0" rIns="0" bIns="0" anchor="t" anchorCtr="0">
                <a:spAutoFit/>
              </a:bodyPr>
              <a:lstStyle>
                <a:defPPr>
                  <a:defRPr lang="en-US"/>
                </a:defPPr>
                <a:lvl1pPr marL="0" indent="0" algn="ctr" defTabSz="914400" rtl="0" eaLnBrk="1" latinLnBrk="0" hangingPunct="1">
                  <a:buNone/>
                  <a:defRPr sz="1600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buNone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buNone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buNone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buNone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buNone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buNone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buNone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 eaLnBrk="0" fontAlgn="base" hangingPunct="0">
                  <a:lnSpc>
                    <a:spcPct val="114000"/>
                  </a:lnSpc>
                  <a:spcBef>
                    <a:spcPct val="0"/>
                  </a:spcBef>
                  <a:spcAft>
                    <a:spcPts val="1200"/>
                  </a:spcAft>
                  <a:defRPr/>
                </a:pPr>
                <a:r>
                  <a:rPr lang="en-US" sz="1800" dirty="0">
                    <a:solidFill>
                      <a:srgbClr val="25274D"/>
                    </a:solidFill>
                  </a:rPr>
                  <a:t>Little to no linear relationship</a:t>
                </a: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0A10DA5-BB60-5F1D-C215-15C5D84B9B93}"/>
              </a:ext>
            </a:extLst>
          </p:cNvPr>
          <p:cNvGrpSpPr/>
          <p:nvPr/>
        </p:nvGrpSpPr>
        <p:grpSpPr>
          <a:xfrm>
            <a:off x="5573488" y="4902912"/>
            <a:ext cx="5572819" cy="866837"/>
            <a:chOff x="6816725" y="4970438"/>
            <a:chExt cx="5572819" cy="866837"/>
          </a:xfrm>
        </p:grpSpPr>
        <p:sp>
          <p:nvSpPr>
            <p:cNvPr id="26" name="Freeform 46">
              <a:extLst>
                <a:ext uri="{FF2B5EF4-FFF2-40B4-BE49-F238E27FC236}">
                  <a16:creationId xmlns:a16="http://schemas.microsoft.com/office/drawing/2014/main" id="{8A7EC501-207F-51F0-F24C-8FEF503C74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16725" y="5072598"/>
              <a:ext cx="662516" cy="662516"/>
            </a:xfrm>
            <a:custGeom>
              <a:avLst/>
              <a:gdLst/>
              <a:ahLst/>
              <a:cxnLst>
                <a:cxn ang="0">
                  <a:pos x="55" y="44"/>
                </a:cxn>
                <a:cxn ang="0">
                  <a:pos x="44" y="55"/>
                </a:cxn>
                <a:cxn ang="0">
                  <a:pos x="10" y="55"/>
                </a:cxn>
                <a:cxn ang="0">
                  <a:pos x="0" y="44"/>
                </a:cxn>
                <a:cxn ang="0">
                  <a:pos x="0" y="10"/>
                </a:cxn>
                <a:cxn ang="0">
                  <a:pos x="10" y="0"/>
                </a:cxn>
                <a:cxn ang="0">
                  <a:pos x="44" y="0"/>
                </a:cxn>
                <a:cxn ang="0">
                  <a:pos x="55" y="10"/>
                </a:cxn>
                <a:cxn ang="0">
                  <a:pos x="55" y="44"/>
                </a:cxn>
                <a:cxn ang="0">
                  <a:pos x="46" y="20"/>
                </a:cxn>
                <a:cxn ang="0">
                  <a:pos x="46" y="17"/>
                </a:cxn>
                <a:cxn ang="0">
                  <a:pos x="42" y="13"/>
                </a:cxn>
                <a:cxn ang="0">
                  <a:pos x="39" y="13"/>
                </a:cxn>
                <a:cxn ang="0">
                  <a:pos x="23" y="30"/>
                </a:cxn>
                <a:cxn ang="0">
                  <a:pos x="15" y="22"/>
                </a:cxn>
                <a:cxn ang="0">
                  <a:pos x="12" y="22"/>
                </a:cxn>
                <a:cxn ang="0">
                  <a:pos x="8" y="26"/>
                </a:cxn>
                <a:cxn ang="0">
                  <a:pos x="8" y="29"/>
                </a:cxn>
                <a:cxn ang="0">
                  <a:pos x="21" y="42"/>
                </a:cxn>
                <a:cxn ang="0">
                  <a:pos x="24" y="42"/>
                </a:cxn>
                <a:cxn ang="0">
                  <a:pos x="46" y="20"/>
                </a:cxn>
              </a:cxnLst>
              <a:rect l="0" t="0" r="r" b="b"/>
              <a:pathLst>
                <a:path w="55" h="55">
                  <a:moveTo>
                    <a:pt x="55" y="44"/>
                  </a:moveTo>
                  <a:cubicBezTo>
                    <a:pt x="55" y="50"/>
                    <a:pt x="50" y="55"/>
                    <a:pt x="44" y="55"/>
                  </a:cubicBezTo>
                  <a:cubicBezTo>
                    <a:pt x="10" y="55"/>
                    <a:pt x="10" y="55"/>
                    <a:pt x="10" y="55"/>
                  </a:cubicBezTo>
                  <a:cubicBezTo>
                    <a:pt x="4" y="55"/>
                    <a:pt x="0" y="50"/>
                    <a:pt x="0" y="44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50" y="0"/>
                    <a:pt x="55" y="5"/>
                    <a:pt x="55" y="10"/>
                  </a:cubicBezTo>
                  <a:lnTo>
                    <a:pt x="55" y="44"/>
                  </a:lnTo>
                  <a:close/>
                  <a:moveTo>
                    <a:pt x="46" y="20"/>
                  </a:moveTo>
                  <a:cubicBezTo>
                    <a:pt x="47" y="19"/>
                    <a:pt x="47" y="17"/>
                    <a:pt x="46" y="17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2" y="12"/>
                    <a:pt x="40" y="12"/>
                    <a:pt x="39" y="13"/>
                  </a:cubicBezTo>
                  <a:cubicBezTo>
                    <a:pt x="23" y="30"/>
                    <a:pt x="23" y="30"/>
                    <a:pt x="23" y="30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7" y="27"/>
                    <a:pt x="7" y="28"/>
                    <a:pt x="8" y="29"/>
                  </a:cubicBezTo>
                  <a:cubicBezTo>
                    <a:pt x="21" y="42"/>
                    <a:pt x="21" y="42"/>
                    <a:pt x="21" y="42"/>
                  </a:cubicBezTo>
                  <a:cubicBezTo>
                    <a:pt x="22" y="43"/>
                    <a:pt x="23" y="43"/>
                    <a:pt x="24" y="42"/>
                  </a:cubicBezTo>
                  <a:lnTo>
                    <a:pt x="46" y="20"/>
                  </a:lnTo>
                  <a:close/>
                </a:path>
              </a:pathLst>
            </a:custGeom>
            <a:solidFill>
              <a:srgbClr val="29648A"/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2400"/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B94EF6AD-91B9-B22A-4479-3F828D6A04C2}"/>
                </a:ext>
              </a:extLst>
            </p:cNvPr>
            <p:cNvGrpSpPr/>
            <p:nvPr/>
          </p:nvGrpSpPr>
          <p:grpSpPr>
            <a:xfrm>
              <a:off x="7629525" y="4970438"/>
              <a:ext cx="4760019" cy="866837"/>
              <a:chOff x="7629525" y="4984411"/>
              <a:chExt cx="4760019" cy="866837"/>
            </a:xfrm>
          </p:grpSpPr>
          <p:sp>
            <p:nvSpPr>
              <p:cNvPr id="25" name="Text Placeholder 3">
                <a:extLst>
                  <a:ext uri="{FF2B5EF4-FFF2-40B4-BE49-F238E27FC236}">
                    <a16:creationId xmlns:a16="http://schemas.microsoft.com/office/drawing/2014/main" id="{1AB28A08-2568-343F-6579-EFA4665C3FB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629525" y="4984411"/>
                <a:ext cx="4064001" cy="293029"/>
              </a:xfrm>
              <a:prstGeom prst="rect">
                <a:avLst/>
              </a:prstGeom>
            </p:spPr>
            <p:txBody>
              <a:bodyPr wrap="square" lIns="0" tIns="0" rIns="0" bIns="0" anchor="t" anchorCtr="0">
                <a:spAutoFit/>
              </a:bodyPr>
              <a:lstStyle>
                <a:defPPr>
                  <a:defRPr lang="en-US"/>
                </a:defPPr>
                <a:lvl1pPr marL="0" indent="0" algn="ctr" defTabSz="914400" rtl="0" eaLnBrk="1" latinLnBrk="0" hangingPunct="1">
                  <a:buNone/>
                  <a:defRPr sz="1600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buNone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buNone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buNone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buNone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buNone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buNone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buNone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eaLnBrk="0" fontAlgn="base" hangingPunct="0">
                  <a:lnSpc>
                    <a:spcPct val="114000"/>
                  </a:lnSpc>
                  <a:spcBef>
                    <a:spcPct val="0"/>
                  </a:spcBef>
                  <a:spcAft>
                    <a:spcPts val="1200"/>
                  </a:spcAft>
                  <a:defRPr/>
                </a:pPr>
                <a:r>
                  <a:rPr lang="en-US" sz="1800" dirty="0">
                    <a:solidFill>
                      <a:srgbClr val="25274D"/>
                    </a:solidFill>
                  </a:rPr>
                  <a:t>-0.7 to -1.0: Strong Negative</a:t>
                </a:r>
              </a:p>
            </p:txBody>
          </p:sp>
          <p:sp>
            <p:nvSpPr>
              <p:cNvPr id="27" name="Text Placeholder 3">
                <a:extLst>
                  <a:ext uri="{FF2B5EF4-FFF2-40B4-BE49-F238E27FC236}">
                    <a16:creationId xmlns:a16="http://schemas.microsoft.com/office/drawing/2014/main" id="{71E13E6C-7EB3-3088-720D-C90A0E4CAD6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629527" y="5297250"/>
                <a:ext cx="4760017" cy="553998"/>
              </a:xfrm>
              <a:prstGeom prst="rect">
                <a:avLst/>
              </a:prstGeom>
            </p:spPr>
            <p:txBody>
              <a:bodyPr wrap="square" lIns="0" tIns="0" rIns="0" bIns="0" anchor="t" anchorCtr="0">
                <a:spAutoFit/>
              </a:bodyPr>
              <a:lstStyle>
                <a:defPPr>
                  <a:defRPr lang="en-US"/>
                </a:defPPr>
                <a:lvl1pPr marL="0" indent="0" algn="ctr" defTabSz="914400" rtl="0" eaLnBrk="1" latinLnBrk="0" hangingPunct="1">
                  <a:buNone/>
                  <a:defRPr sz="1600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buNone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buNone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buNone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buNone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buNone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buNone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buNone/>
                  <a:defRPr sz="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sz="1800" dirty="0">
                    <a:solidFill>
                      <a:srgbClr val="25274D"/>
                    </a:solidFill>
                  </a:rPr>
                  <a:t>Observe as one increases, the other decreases</a:t>
                </a:r>
              </a:p>
            </p:txBody>
          </p:sp>
        </p:grpSp>
      </p:grpSp>
      <p:sp>
        <p:nvSpPr>
          <p:cNvPr id="28" name="Arrow: Pentagon 27">
            <a:extLst>
              <a:ext uri="{FF2B5EF4-FFF2-40B4-BE49-F238E27FC236}">
                <a16:creationId xmlns:a16="http://schemas.microsoft.com/office/drawing/2014/main" id="{5BAEC544-79CB-1390-094E-A1A87F2D4E7B}"/>
              </a:ext>
            </a:extLst>
          </p:cNvPr>
          <p:cNvSpPr/>
          <p:nvPr/>
        </p:nvSpPr>
        <p:spPr>
          <a:xfrm>
            <a:off x="1689743" y="6102595"/>
            <a:ext cx="9092521" cy="567907"/>
          </a:xfrm>
          <a:prstGeom prst="homePlate">
            <a:avLst/>
          </a:prstGeom>
          <a:solidFill>
            <a:srgbClr val="464866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Watch out: 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ea typeface="Montserrat Bold" pitchFamily="34" charset="-122"/>
                <a:cs typeface="Montserrat Bold" pitchFamily="34" charset="-120"/>
              </a:rPr>
              <a:t>high correlation between features may indicate redundancy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517EE5E-EF1A-6E22-63C4-6D9F2363145B}"/>
              </a:ext>
            </a:extLst>
          </p:cNvPr>
          <p:cNvGrpSpPr/>
          <p:nvPr/>
        </p:nvGrpSpPr>
        <p:grpSpPr>
          <a:xfrm>
            <a:off x="839788" y="1439169"/>
            <a:ext cx="4269892" cy="3086176"/>
            <a:chOff x="334963" y="1460206"/>
            <a:chExt cx="3751845" cy="2711744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88D2FA2F-4C76-87E2-5911-E1A5C00DA068}"/>
                </a:ext>
              </a:extLst>
            </p:cNvPr>
            <p:cNvGrpSpPr/>
            <p:nvPr/>
          </p:nvGrpSpPr>
          <p:grpSpPr>
            <a:xfrm>
              <a:off x="334963" y="1460206"/>
              <a:ext cx="3751845" cy="2711744"/>
              <a:chOff x="334963" y="2012656"/>
              <a:chExt cx="3751845" cy="2711744"/>
            </a:xfrm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9FA16C6D-E430-9421-261D-8C6D53968B1D}"/>
                  </a:ext>
                </a:extLst>
              </p:cNvPr>
              <p:cNvSpPr/>
              <p:nvPr/>
            </p:nvSpPr>
            <p:spPr>
              <a:xfrm>
                <a:off x="334963" y="2012656"/>
                <a:ext cx="3751845" cy="2711744"/>
              </a:xfrm>
              <a:prstGeom prst="roundRect">
                <a:avLst>
                  <a:gd name="adj" fmla="val 4952"/>
                </a:avLst>
              </a:prstGeom>
              <a:solidFill>
                <a:srgbClr val="1E293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A48F94A8-3BD3-AB31-44D7-5A0E61EE21C1}"/>
                  </a:ext>
                </a:extLst>
              </p:cNvPr>
              <p:cNvGrpSpPr/>
              <p:nvPr/>
            </p:nvGrpSpPr>
            <p:grpSpPr>
              <a:xfrm>
                <a:off x="558775" y="2116957"/>
                <a:ext cx="548439" cy="132480"/>
                <a:chOff x="977875" y="3452203"/>
                <a:chExt cx="548439" cy="132480"/>
              </a:xfrm>
            </p:grpSpPr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B8E3880C-C04A-48AD-FE9C-6E633A5FC087}"/>
                    </a:ext>
                  </a:extLst>
                </p:cNvPr>
                <p:cNvSpPr/>
                <p:nvPr/>
              </p:nvSpPr>
              <p:spPr>
                <a:xfrm>
                  <a:off x="977875" y="3452203"/>
                  <a:ext cx="137211" cy="13248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E6FC38A3-8FDD-A641-1709-5FEB2278E4BD}"/>
                    </a:ext>
                  </a:extLst>
                </p:cNvPr>
                <p:cNvSpPr/>
                <p:nvPr/>
              </p:nvSpPr>
              <p:spPr>
                <a:xfrm>
                  <a:off x="1183489" y="3452203"/>
                  <a:ext cx="137211" cy="13248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4EC583B4-AD88-E987-C139-644A25AAF2E6}"/>
                    </a:ext>
                  </a:extLst>
                </p:cNvPr>
                <p:cNvSpPr/>
                <p:nvPr/>
              </p:nvSpPr>
              <p:spPr>
                <a:xfrm>
                  <a:off x="1389103" y="3452203"/>
                  <a:ext cx="137211" cy="13248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</p:grpSp>
        </p:grp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D580F42E-DBFF-F18B-9DB0-D8D66621B5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8775" y="1778089"/>
              <a:ext cx="2762923" cy="2334387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FA83DF7-53A5-AD45-67C7-AD4861EBBE11}"/>
              </a:ext>
            </a:extLst>
          </p:cNvPr>
          <p:cNvGrpSpPr/>
          <p:nvPr/>
        </p:nvGrpSpPr>
        <p:grpSpPr>
          <a:xfrm>
            <a:off x="839788" y="4687856"/>
            <a:ext cx="4269892" cy="1184224"/>
            <a:chOff x="334963" y="4350603"/>
            <a:chExt cx="3751845" cy="1040547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719FCB86-6D08-AB43-E814-79AD187E32F5}"/>
                </a:ext>
              </a:extLst>
            </p:cNvPr>
            <p:cNvGrpSpPr/>
            <p:nvPr/>
          </p:nvGrpSpPr>
          <p:grpSpPr>
            <a:xfrm>
              <a:off x="334963" y="4350603"/>
              <a:ext cx="3751845" cy="1040547"/>
              <a:chOff x="334963" y="5293409"/>
              <a:chExt cx="3751845" cy="1040547"/>
            </a:xfrm>
          </p:grpSpPr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80C1FCC7-6EA7-0DE7-3000-DA4D4EAE3064}"/>
                  </a:ext>
                </a:extLst>
              </p:cNvPr>
              <p:cNvSpPr/>
              <p:nvPr/>
            </p:nvSpPr>
            <p:spPr>
              <a:xfrm>
                <a:off x="334963" y="5293409"/>
                <a:ext cx="3751845" cy="1040547"/>
              </a:xfrm>
              <a:prstGeom prst="roundRect">
                <a:avLst>
                  <a:gd name="adj" fmla="val 10444"/>
                </a:avLst>
              </a:prstGeom>
              <a:solidFill>
                <a:srgbClr val="1E293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C2A5C694-8EB5-5CB7-6660-98A082F9E08D}"/>
                  </a:ext>
                </a:extLst>
              </p:cNvPr>
              <p:cNvGrpSpPr/>
              <p:nvPr/>
            </p:nvGrpSpPr>
            <p:grpSpPr>
              <a:xfrm>
                <a:off x="558775" y="5409698"/>
                <a:ext cx="548439" cy="132480"/>
                <a:chOff x="977875" y="3452203"/>
                <a:chExt cx="548439" cy="132480"/>
              </a:xfrm>
            </p:grpSpPr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EBC17584-A0E1-20FA-0FE0-37C95BF6CE9F}"/>
                    </a:ext>
                  </a:extLst>
                </p:cNvPr>
                <p:cNvSpPr/>
                <p:nvPr/>
              </p:nvSpPr>
              <p:spPr>
                <a:xfrm>
                  <a:off x="977875" y="3452203"/>
                  <a:ext cx="137211" cy="13248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0AC051E8-CEDE-B1AD-DD5D-3B71378B379A}"/>
                    </a:ext>
                  </a:extLst>
                </p:cNvPr>
                <p:cNvSpPr/>
                <p:nvPr/>
              </p:nvSpPr>
              <p:spPr>
                <a:xfrm>
                  <a:off x="1183489" y="3452203"/>
                  <a:ext cx="137211" cy="13248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CA586015-BC29-D452-A2AD-B444CAF0DBC1}"/>
                    </a:ext>
                  </a:extLst>
                </p:cNvPr>
                <p:cNvSpPr/>
                <p:nvPr/>
              </p:nvSpPr>
              <p:spPr>
                <a:xfrm>
                  <a:off x="1389103" y="3452203"/>
                  <a:ext cx="137211" cy="13248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</p:grpSp>
        </p:grp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3C872930-9FC3-4CD7-895F-7C65232E3B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8775" y="4601013"/>
              <a:ext cx="3055170" cy="744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86972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B230F-A306-1F2D-717A-6ED996573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1CD4C3D-52D8-D23D-FF69-0D5D2E47F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Activity: Discover Patterns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08E8F9C-4BA3-356C-69FF-BA22FCE11B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Time: 8 minutes</a:t>
            </a:r>
          </a:p>
          <a:p>
            <a:endParaRPr lang="en-GB" dirty="0"/>
          </a:p>
        </p:txBody>
      </p:sp>
      <p:sp>
        <p:nvSpPr>
          <p:cNvPr id="58" name="Arrow: Pentagon 57">
            <a:extLst>
              <a:ext uri="{FF2B5EF4-FFF2-40B4-BE49-F238E27FC236}">
                <a16:creationId xmlns:a16="http://schemas.microsoft.com/office/drawing/2014/main" id="{0062CA1D-A31D-9AE8-6BA3-01AD4B8BD266}"/>
              </a:ext>
            </a:extLst>
          </p:cNvPr>
          <p:cNvSpPr/>
          <p:nvPr/>
        </p:nvSpPr>
        <p:spPr>
          <a:xfrm>
            <a:off x="6816724" y="5828609"/>
            <a:ext cx="5040313" cy="780506"/>
          </a:xfrm>
          <a:prstGeom prst="homePlate">
            <a:avLst/>
          </a:prstGeom>
          <a:solidFill>
            <a:srgbClr val="46486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Be ready to share one finding with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the class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25274D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186B9F40-355A-9404-2534-7142B9E68B02}"/>
              </a:ext>
            </a:extLst>
          </p:cNvPr>
          <p:cNvSpPr/>
          <p:nvPr/>
        </p:nvSpPr>
        <p:spPr>
          <a:xfrm>
            <a:off x="353250" y="2989589"/>
            <a:ext cx="2225357" cy="440575"/>
          </a:xfrm>
          <a:prstGeom prst="homePlate">
            <a:avLst/>
          </a:prstGeom>
          <a:solidFill>
            <a:srgbClr val="2E9CCA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Ideas to Explore</a:t>
            </a:r>
          </a:p>
        </p:txBody>
      </p:sp>
      <p:pic>
        <p:nvPicPr>
          <p:cNvPr id="10" name="Picture 9" descr="A blue check mark in a box&#10;&#10;AI-generated content may be incorrect.">
            <a:extLst>
              <a:ext uri="{FF2B5EF4-FFF2-40B4-BE49-F238E27FC236}">
                <a16:creationId xmlns:a16="http://schemas.microsoft.com/office/drawing/2014/main" id="{6EE0C237-8881-9E9F-C71F-C9376BEBB2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696" y="3808588"/>
            <a:ext cx="406421" cy="406421"/>
          </a:xfrm>
          <a:prstGeom prst="rect">
            <a:avLst/>
          </a:prstGeom>
        </p:spPr>
      </p:pic>
      <p:pic>
        <p:nvPicPr>
          <p:cNvPr id="12" name="Picture 11" descr="A blue check mark in a box&#10;&#10;AI-generated content may be incorrect.">
            <a:extLst>
              <a:ext uri="{FF2B5EF4-FFF2-40B4-BE49-F238E27FC236}">
                <a16:creationId xmlns:a16="http://schemas.microsoft.com/office/drawing/2014/main" id="{9675AA5C-F4B8-37EA-B767-4C6513B044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696" y="4746013"/>
            <a:ext cx="406421" cy="406421"/>
          </a:xfrm>
          <a:prstGeom prst="rect">
            <a:avLst/>
          </a:prstGeom>
        </p:spPr>
      </p:pic>
      <p:pic>
        <p:nvPicPr>
          <p:cNvPr id="14" name="Picture 13" descr="A blue check mark in a box&#10;&#10;AI-generated content may be incorrect.">
            <a:extLst>
              <a:ext uri="{FF2B5EF4-FFF2-40B4-BE49-F238E27FC236}">
                <a16:creationId xmlns:a16="http://schemas.microsoft.com/office/drawing/2014/main" id="{6E589B18-37A2-1551-11F0-BB6549CE45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696" y="5683438"/>
            <a:ext cx="406421" cy="406421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C3EFFB30-0830-6AC7-2404-A3EFFB988BA9}"/>
              </a:ext>
            </a:extLst>
          </p:cNvPr>
          <p:cNvGrpSpPr/>
          <p:nvPr/>
        </p:nvGrpSpPr>
        <p:grpSpPr>
          <a:xfrm>
            <a:off x="975549" y="3648198"/>
            <a:ext cx="5123625" cy="727200"/>
            <a:chOff x="975549" y="4161133"/>
            <a:chExt cx="5123625" cy="727200"/>
          </a:xfrm>
          <a:solidFill>
            <a:srgbClr val="29648A"/>
          </a:solidFill>
        </p:grpSpPr>
        <p:sp>
          <p:nvSpPr>
            <p:cNvPr id="54" name="Text Placeholder 16">
              <a:extLst>
                <a:ext uri="{FF2B5EF4-FFF2-40B4-BE49-F238E27FC236}">
                  <a16:creationId xmlns:a16="http://schemas.microsoft.com/office/drawing/2014/main" id="{09142617-EB24-6FF6-D4A5-C77FCCA51D9A}"/>
                </a:ext>
              </a:extLst>
            </p:cNvPr>
            <p:cNvSpPr txBox="1">
              <a:spLocks/>
            </p:cNvSpPr>
            <p:nvPr/>
          </p:nvSpPr>
          <p:spPr>
            <a:xfrm>
              <a:off x="975549" y="4161133"/>
              <a:ext cx="5123625" cy="727200"/>
            </a:xfrm>
            <a:prstGeom prst="roundRect">
              <a:avLst>
                <a:gd name="adj" fmla="val 23351"/>
              </a:avLst>
            </a:prstGeom>
            <a:grpFill/>
          </p:spPr>
          <p:txBody>
            <a:bodyPr/>
            <a:lstStyle>
              <a:lvl1pPr marL="228611" indent="-228611" algn="l" defTabSz="914446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34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57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80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503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726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949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171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394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8890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24A6129-D860-8512-90E3-6C97C5928AE8}"/>
                </a:ext>
              </a:extLst>
            </p:cNvPr>
            <p:cNvSpPr txBox="1"/>
            <p:nvPr/>
          </p:nvSpPr>
          <p:spPr>
            <a:xfrm>
              <a:off x="1077149" y="4332992"/>
              <a:ext cx="4661854" cy="369332"/>
            </a:xfrm>
            <a:prstGeom prst="rect">
              <a:avLst/>
            </a:prstGeom>
            <a:grpFill/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en-US" dirty="0">
                  <a:solidFill>
                    <a:schemeClr val="bg1"/>
                  </a:solidFill>
                </a:rPr>
                <a:t>Which job roles have highest attrition?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E6FAF51-17D8-A707-8274-D17F3010E8FE}"/>
              </a:ext>
            </a:extLst>
          </p:cNvPr>
          <p:cNvGrpSpPr/>
          <p:nvPr/>
        </p:nvGrpSpPr>
        <p:grpSpPr>
          <a:xfrm>
            <a:off x="960309" y="4585286"/>
            <a:ext cx="5123625" cy="727875"/>
            <a:chOff x="960309" y="5168409"/>
            <a:chExt cx="5123625" cy="727875"/>
          </a:xfrm>
          <a:solidFill>
            <a:srgbClr val="29648A"/>
          </a:solidFill>
        </p:grpSpPr>
        <p:sp>
          <p:nvSpPr>
            <p:cNvPr id="11" name="Text Placeholder 16">
              <a:extLst>
                <a:ext uri="{FF2B5EF4-FFF2-40B4-BE49-F238E27FC236}">
                  <a16:creationId xmlns:a16="http://schemas.microsoft.com/office/drawing/2014/main" id="{9998C357-2E2C-66B2-6F7E-FFA310E9FD9A}"/>
                </a:ext>
              </a:extLst>
            </p:cNvPr>
            <p:cNvSpPr txBox="1">
              <a:spLocks/>
            </p:cNvSpPr>
            <p:nvPr/>
          </p:nvSpPr>
          <p:spPr>
            <a:xfrm>
              <a:off x="960309" y="5168409"/>
              <a:ext cx="5123625" cy="727875"/>
            </a:xfrm>
            <a:prstGeom prst="roundRect">
              <a:avLst>
                <a:gd name="adj" fmla="val 23351"/>
              </a:avLst>
            </a:prstGeom>
            <a:grpFill/>
          </p:spPr>
          <p:txBody>
            <a:bodyPr/>
            <a:lstStyle>
              <a:lvl1pPr marL="228611" indent="-228611" algn="l" defTabSz="914446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34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57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80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503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726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949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171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394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8890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67B48A2-EB53-6FB9-C86A-1BD7D70BE546}"/>
                </a:ext>
              </a:extLst>
            </p:cNvPr>
            <p:cNvSpPr txBox="1"/>
            <p:nvPr/>
          </p:nvSpPr>
          <p:spPr>
            <a:xfrm>
              <a:off x="1064449" y="5211076"/>
              <a:ext cx="4841051" cy="646331"/>
            </a:xfrm>
            <a:prstGeom prst="rect">
              <a:avLst/>
            </a:prstGeom>
            <a:grpFill/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dirty="0">
                  <a:solidFill>
                    <a:schemeClr val="bg1"/>
                  </a:solidFill>
                </a:rPr>
                <a:t>Is there a relationship between overtime and attrition?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4E7349B-D4AA-C3D7-335E-2C1EFB68D925}"/>
              </a:ext>
            </a:extLst>
          </p:cNvPr>
          <p:cNvGrpSpPr/>
          <p:nvPr/>
        </p:nvGrpSpPr>
        <p:grpSpPr>
          <a:xfrm>
            <a:off x="960309" y="5523048"/>
            <a:ext cx="5123625" cy="727200"/>
            <a:chOff x="960309" y="6035983"/>
            <a:chExt cx="5123625" cy="727200"/>
          </a:xfrm>
          <a:solidFill>
            <a:srgbClr val="29648A"/>
          </a:solidFill>
        </p:grpSpPr>
        <p:sp>
          <p:nvSpPr>
            <p:cNvPr id="13" name="Text Placeholder 16">
              <a:extLst>
                <a:ext uri="{FF2B5EF4-FFF2-40B4-BE49-F238E27FC236}">
                  <a16:creationId xmlns:a16="http://schemas.microsoft.com/office/drawing/2014/main" id="{1087C943-E8C4-39C7-0B24-91E85A703278}"/>
                </a:ext>
              </a:extLst>
            </p:cNvPr>
            <p:cNvSpPr txBox="1">
              <a:spLocks/>
            </p:cNvSpPr>
            <p:nvPr/>
          </p:nvSpPr>
          <p:spPr>
            <a:xfrm>
              <a:off x="960309" y="6035983"/>
              <a:ext cx="5123625" cy="727200"/>
            </a:xfrm>
            <a:prstGeom prst="roundRect">
              <a:avLst>
                <a:gd name="adj" fmla="val 23351"/>
              </a:avLst>
            </a:prstGeom>
            <a:grpFill/>
          </p:spPr>
          <p:txBody>
            <a:bodyPr/>
            <a:lstStyle>
              <a:lvl1pPr marL="228611" indent="-228611" algn="l" defTabSz="914446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34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57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80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503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726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949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171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394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8890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6DA798B-AA19-B59C-CEA1-F63F83793C23}"/>
                </a:ext>
              </a:extLst>
            </p:cNvPr>
            <p:cNvSpPr txBox="1"/>
            <p:nvPr/>
          </p:nvSpPr>
          <p:spPr>
            <a:xfrm>
              <a:off x="1064449" y="6066052"/>
              <a:ext cx="4841051" cy="646331"/>
            </a:xfrm>
            <a:prstGeom prst="rect">
              <a:avLst/>
            </a:prstGeom>
            <a:grpFill/>
          </p:spPr>
          <p:txBody>
            <a:bodyPr wrap="square" rtlCol="0" anchor="ctr">
              <a:spAutoFit/>
            </a:bodyPr>
            <a:lstStyle/>
            <a:p>
              <a:pPr algn="l"/>
              <a:r>
                <a:rPr lang="en-US" dirty="0">
                  <a:solidFill>
                    <a:schemeClr val="bg1"/>
                  </a:solidFill>
                </a:rPr>
                <a:t>How does satisfaction score vary by department?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95EECA6-4D15-39E1-DF2D-4B6490ACEA81}"/>
              </a:ext>
            </a:extLst>
          </p:cNvPr>
          <p:cNvGrpSpPr/>
          <p:nvPr/>
        </p:nvGrpSpPr>
        <p:grpSpPr>
          <a:xfrm>
            <a:off x="2108464" y="1631505"/>
            <a:ext cx="7975072" cy="967903"/>
            <a:chOff x="638083" y="1576641"/>
            <a:chExt cx="7975072" cy="967903"/>
          </a:xfrm>
          <a:solidFill>
            <a:srgbClr val="29648A"/>
          </a:solidFill>
        </p:grpSpPr>
        <p:sp>
          <p:nvSpPr>
            <p:cNvPr id="93" name="Arrow: Pentagon 92">
              <a:extLst>
                <a:ext uri="{FF2B5EF4-FFF2-40B4-BE49-F238E27FC236}">
                  <a16:creationId xmlns:a16="http://schemas.microsoft.com/office/drawing/2014/main" id="{5B5058A5-C29E-C8A6-465F-92266376D7AC}"/>
                </a:ext>
              </a:extLst>
            </p:cNvPr>
            <p:cNvSpPr/>
            <p:nvPr/>
          </p:nvSpPr>
          <p:spPr>
            <a:xfrm>
              <a:off x="638083" y="1840305"/>
              <a:ext cx="1922528" cy="440575"/>
            </a:xfrm>
            <a:prstGeom prst="homePlat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Your Mission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B436DE72-C8FA-F3B9-F9FA-462AC584E477}"/>
                </a:ext>
              </a:extLst>
            </p:cNvPr>
            <p:cNvGrpSpPr/>
            <p:nvPr/>
          </p:nvGrpSpPr>
          <p:grpSpPr>
            <a:xfrm>
              <a:off x="2864851" y="1576641"/>
              <a:ext cx="5748304" cy="967903"/>
              <a:chOff x="975549" y="4040782"/>
              <a:chExt cx="5748304" cy="967903"/>
            </a:xfrm>
            <a:grpFill/>
          </p:grpSpPr>
          <p:sp>
            <p:nvSpPr>
              <p:cNvPr id="22" name="Text Placeholder 16">
                <a:extLst>
                  <a:ext uri="{FF2B5EF4-FFF2-40B4-BE49-F238E27FC236}">
                    <a16:creationId xmlns:a16="http://schemas.microsoft.com/office/drawing/2014/main" id="{82FC0FBE-DD66-123F-5A9D-001D82BCA16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75549" y="4040782"/>
                <a:ext cx="5748304" cy="967903"/>
              </a:xfrm>
              <a:prstGeom prst="roundRect">
                <a:avLst>
                  <a:gd name="adj" fmla="val 17116"/>
                </a:avLst>
              </a:prstGeom>
              <a:grpFill/>
              <a:ln w="28575">
                <a:noFill/>
              </a:ln>
            </p:spPr>
            <p:txBody>
              <a:bodyPr/>
              <a:lstStyle>
                <a:lvl1pPr marL="228611" indent="-228611" algn="l" defTabSz="914446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34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57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80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503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726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949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171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394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defTabSz="8890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80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53C9C1D-B0E6-1E86-0449-82D0E7FEE60B}"/>
                  </a:ext>
                </a:extLst>
              </p:cNvPr>
              <p:cNvSpPr txBox="1"/>
              <p:nvPr/>
            </p:nvSpPr>
            <p:spPr>
              <a:xfrm>
                <a:off x="1077149" y="4117600"/>
                <a:ext cx="4801314" cy="369332"/>
              </a:xfrm>
              <a:prstGeom prst="rect">
                <a:avLst/>
              </a:prstGeom>
              <a:grpFill/>
            </p:spPr>
            <p:txBody>
              <a:bodyPr wrap="none" rtlCol="0" anchor="ctr">
                <a:spAutoFit/>
              </a:bodyPr>
              <a:lstStyle/>
              <a:p>
                <a:pPr algn="l"/>
                <a:r>
                  <a:rPr lang="en-US" b="1" dirty="0">
                    <a:solidFill>
                      <a:schemeClr val="bg1"/>
                    </a:solidFill>
                  </a:rPr>
                  <a:t>Find 3 interesting patterns in the data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32FE2CA-2AB2-AF3C-3AFA-245F463DA2F7}"/>
                  </a:ext>
                </a:extLst>
              </p:cNvPr>
              <p:cNvSpPr txBox="1"/>
              <p:nvPr/>
            </p:nvSpPr>
            <p:spPr>
              <a:xfrm>
                <a:off x="980754" y="4524733"/>
                <a:ext cx="5532284" cy="369332"/>
              </a:xfrm>
              <a:prstGeom prst="rect">
                <a:avLst/>
              </a:prstGeom>
              <a:grpFill/>
            </p:spPr>
            <p:txBody>
              <a:bodyPr wrap="none" rtlCol="0" anchor="ctr">
                <a:spAutoFit/>
              </a:bodyPr>
              <a:lstStyle/>
              <a:p>
                <a:pPr algn="l"/>
                <a:r>
                  <a:rPr lang="en-US" dirty="0">
                    <a:solidFill>
                      <a:schemeClr val="bg1"/>
                    </a:solidFill>
                  </a:rPr>
                  <a:t>- Use group by, correlation or descriptive stats</a:t>
                </a:r>
              </a:p>
            </p:txBody>
          </p:sp>
        </p:grpSp>
      </p:grpSp>
      <p:sp>
        <p:nvSpPr>
          <p:cNvPr id="26" name="Arrow: Pentagon 25">
            <a:extLst>
              <a:ext uri="{FF2B5EF4-FFF2-40B4-BE49-F238E27FC236}">
                <a16:creationId xmlns:a16="http://schemas.microsoft.com/office/drawing/2014/main" id="{D982FB7E-F4B6-083A-F486-5CF4BEEF161D}"/>
              </a:ext>
            </a:extLst>
          </p:cNvPr>
          <p:cNvSpPr/>
          <p:nvPr/>
        </p:nvSpPr>
        <p:spPr>
          <a:xfrm>
            <a:off x="6816725" y="2989589"/>
            <a:ext cx="3055482" cy="440575"/>
          </a:xfrm>
          <a:prstGeom prst="homePlate">
            <a:avLst/>
          </a:prstGeom>
          <a:solidFill>
            <a:srgbClr val="2E9CCA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Share Your Findings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B93D1D2-78D6-3CE3-B1E7-DB334373E9B9}"/>
              </a:ext>
            </a:extLst>
          </p:cNvPr>
          <p:cNvGrpSpPr/>
          <p:nvPr/>
        </p:nvGrpSpPr>
        <p:grpSpPr>
          <a:xfrm>
            <a:off x="6816725" y="3632717"/>
            <a:ext cx="5040313" cy="1954763"/>
            <a:chOff x="975549" y="4040782"/>
            <a:chExt cx="5040313" cy="1954763"/>
          </a:xfrm>
          <a:solidFill>
            <a:srgbClr val="29648A"/>
          </a:solidFill>
        </p:grpSpPr>
        <p:sp>
          <p:nvSpPr>
            <p:cNvPr id="28" name="Text Placeholder 16">
              <a:extLst>
                <a:ext uri="{FF2B5EF4-FFF2-40B4-BE49-F238E27FC236}">
                  <a16:creationId xmlns:a16="http://schemas.microsoft.com/office/drawing/2014/main" id="{ED08C5B0-1733-78C2-F8B9-40CCFFAF1EA0}"/>
                </a:ext>
              </a:extLst>
            </p:cNvPr>
            <p:cNvSpPr txBox="1">
              <a:spLocks/>
            </p:cNvSpPr>
            <p:nvPr/>
          </p:nvSpPr>
          <p:spPr>
            <a:xfrm>
              <a:off x="975549" y="4040782"/>
              <a:ext cx="5040313" cy="1954763"/>
            </a:xfrm>
            <a:prstGeom prst="roundRect">
              <a:avLst>
                <a:gd name="adj" fmla="val 7760"/>
              </a:avLst>
            </a:prstGeom>
            <a:grpFill/>
            <a:ln w="28575">
              <a:solidFill>
                <a:srgbClr val="25274D"/>
              </a:solidFill>
            </a:ln>
          </p:spPr>
          <p:txBody>
            <a:bodyPr/>
            <a:lstStyle>
              <a:lvl1pPr marL="228611" indent="-228611" algn="l" defTabSz="914446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34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57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80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503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726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949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171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394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8890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CA12FEA-3219-3985-ABDF-774E4B34DA87}"/>
                </a:ext>
              </a:extLst>
            </p:cNvPr>
            <p:cNvSpPr txBox="1"/>
            <p:nvPr/>
          </p:nvSpPr>
          <p:spPr>
            <a:xfrm>
              <a:off x="1095437" y="4135888"/>
              <a:ext cx="1128835" cy="369332"/>
            </a:xfrm>
            <a:prstGeom prst="rect">
              <a:avLst/>
            </a:prstGeom>
            <a:grpFill/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en-US" b="1" dirty="0">
                  <a:solidFill>
                    <a:schemeClr val="bg1"/>
                  </a:solidFill>
                </a:rPr>
                <a:t>Format: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4C0964F-CACD-06B3-E538-7A9A3923C30B}"/>
                </a:ext>
              </a:extLst>
            </p:cNvPr>
            <p:cNvSpPr txBox="1"/>
            <p:nvPr/>
          </p:nvSpPr>
          <p:spPr>
            <a:xfrm>
              <a:off x="1037904" y="4579597"/>
              <a:ext cx="2916183" cy="369332"/>
            </a:xfrm>
            <a:prstGeom prst="rect">
              <a:avLst/>
            </a:prstGeom>
            <a:grpFill/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en-US" dirty="0">
                  <a:solidFill>
                    <a:schemeClr val="bg1"/>
                  </a:solidFill>
                </a:rPr>
                <a:t>1. What did you look at?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48BD1F7-BB7D-FA53-151E-33D9755EF732}"/>
                </a:ext>
              </a:extLst>
            </p:cNvPr>
            <p:cNvSpPr txBox="1"/>
            <p:nvPr/>
          </p:nvSpPr>
          <p:spPr>
            <a:xfrm>
              <a:off x="1038344" y="5059882"/>
              <a:ext cx="2637260" cy="369332"/>
            </a:xfrm>
            <a:prstGeom prst="rect">
              <a:avLst/>
            </a:prstGeom>
            <a:grpFill/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en-US" dirty="0">
                  <a:solidFill>
                    <a:schemeClr val="bg1"/>
                  </a:solidFill>
                </a:rPr>
                <a:t>2. What did you find?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014C378-9553-9AB3-6FD9-F31B9EBDF56A}"/>
                </a:ext>
              </a:extLst>
            </p:cNvPr>
            <p:cNvSpPr txBox="1"/>
            <p:nvPr/>
          </p:nvSpPr>
          <p:spPr>
            <a:xfrm>
              <a:off x="1036498" y="5540167"/>
              <a:ext cx="4846198" cy="369332"/>
            </a:xfrm>
            <a:prstGeom prst="rect">
              <a:avLst/>
            </a:prstGeom>
            <a:grpFill/>
          </p:spPr>
          <p:txBody>
            <a:bodyPr wrap="none" rtlCol="0" anchor="ctr">
              <a:spAutoFit/>
            </a:bodyPr>
            <a:lstStyle/>
            <a:p>
              <a:pPr algn="l"/>
              <a:r>
                <a:rPr lang="en-US" dirty="0">
                  <a:solidFill>
                    <a:schemeClr val="bg1"/>
                  </a:solidFill>
                </a:rPr>
                <a:t>3. Why might this matter for prediction?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929576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E41EC-1DDB-CE26-A008-9165BFA92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A0E79B-3EE7-620C-3E18-84F759D7F21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9999" y="2482074"/>
            <a:ext cx="10422826" cy="189385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600" dirty="0"/>
              <a:t>Make It Clear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A0AEC0"/>
                </a:solidFill>
              </a:rPr>
              <a:t>From Stats to Visuals</a:t>
            </a:r>
          </a:p>
        </p:txBody>
      </p:sp>
    </p:spTree>
    <p:extLst>
      <p:ext uri="{BB962C8B-B14F-4D97-AF65-F5344CB8AC3E}">
        <p14:creationId xmlns:p14="http://schemas.microsoft.com/office/powerpoint/2010/main" val="9277353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7DF3C-86D3-A17B-DCCB-65AA1A216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2A7882D-01B3-1E0E-F644-15C97C966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>
                <a:latin typeface="+mn-lt"/>
              </a:rPr>
              <a:t>Visualisation</a:t>
            </a:r>
            <a:r>
              <a:rPr lang="en-US" altLang="en-US" dirty="0">
                <a:latin typeface="+mn-lt"/>
              </a:rPr>
              <a:t> Toolkit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ADC3D5CE-F1A8-B95C-D832-EFAE9E7A10B8}"/>
              </a:ext>
            </a:extLst>
          </p:cNvPr>
          <p:cNvSpPr txBox="1">
            <a:spLocks/>
          </p:cNvSpPr>
          <p:nvPr/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kern="1200">
                <a:solidFill>
                  <a:srgbClr val="2E9CCA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457223" indent="0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4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E9CCA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Matplotlib + Seaborn Quick Reference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C02E1171-9681-1066-EEC5-5CA60DBFEB56}"/>
              </a:ext>
            </a:extLst>
          </p:cNvPr>
          <p:cNvSpPr txBox="1">
            <a:spLocks/>
          </p:cNvSpPr>
          <p:nvPr/>
        </p:nvSpPr>
        <p:spPr>
          <a:xfrm>
            <a:off x="612744" y="1790525"/>
            <a:ext cx="5118683" cy="2264400"/>
          </a:xfrm>
          <a:prstGeom prst="roundRect">
            <a:avLst>
              <a:gd name="adj" fmla="val 6409"/>
            </a:avLst>
          </a:prstGeom>
          <a:solidFill>
            <a:srgbClr val="AAABB8">
              <a:alpha val="20000"/>
            </a:srgbClr>
          </a:solidFill>
        </p:spPr>
        <p:txBody>
          <a:bodyPr anchor="ctr"/>
          <a:lstStyle>
            <a:lvl1pPr marL="228611" indent="-228611" algn="l" defTabSz="91444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l" defTabSz="8890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5274D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43" name="Text Placeholder 16">
            <a:extLst>
              <a:ext uri="{FF2B5EF4-FFF2-40B4-BE49-F238E27FC236}">
                <a16:creationId xmlns:a16="http://schemas.microsoft.com/office/drawing/2014/main" id="{B55C1246-5CBA-8273-646E-51CAEDF52088}"/>
              </a:ext>
            </a:extLst>
          </p:cNvPr>
          <p:cNvSpPr txBox="1">
            <a:spLocks/>
          </p:cNvSpPr>
          <p:nvPr/>
        </p:nvSpPr>
        <p:spPr>
          <a:xfrm>
            <a:off x="623887" y="1789148"/>
            <a:ext cx="5092043" cy="462022"/>
          </a:xfrm>
          <a:prstGeom prst="roundRect">
            <a:avLst>
              <a:gd name="adj" fmla="val 23351"/>
            </a:avLst>
          </a:prstGeom>
          <a:solidFill>
            <a:srgbClr val="464866">
              <a:alpha val="50196"/>
            </a:srgbClr>
          </a:solidFill>
        </p:spPr>
        <p:txBody>
          <a:bodyPr/>
          <a:lstStyle>
            <a:lvl1pPr marL="228611" indent="-228611" algn="l" defTabSz="91444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8890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Univariate (1 variable)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9719C56B-69C3-924D-E3B2-A4D663BDD0DF}"/>
              </a:ext>
            </a:extLst>
          </p:cNvPr>
          <p:cNvSpPr txBox="1">
            <a:spLocks/>
          </p:cNvSpPr>
          <p:nvPr/>
        </p:nvSpPr>
        <p:spPr>
          <a:xfrm>
            <a:off x="6776137" y="1819594"/>
            <a:ext cx="5080901" cy="2264400"/>
          </a:xfrm>
          <a:prstGeom prst="roundRect">
            <a:avLst>
              <a:gd name="adj" fmla="val 6409"/>
            </a:avLst>
          </a:prstGeom>
          <a:solidFill>
            <a:srgbClr val="AAABB8">
              <a:alpha val="20000"/>
            </a:srgbClr>
          </a:solidFill>
        </p:spPr>
        <p:txBody>
          <a:bodyPr anchor="ctr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>
                <a:srgbClr val="EF7C00"/>
              </a:buClr>
              <a:buFont typeface="Arial" panose="020B0604020202020204" pitchFamily="34" charset="0"/>
              <a:buNone/>
              <a:defRPr lang="en-US" sz="1800" b="0" kern="1200" dirty="0" smtClean="0">
                <a:solidFill>
                  <a:srgbClr val="25274D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25274D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25274D"/>
              </a:solidFill>
              <a:effectLst/>
              <a:uLnTx/>
              <a:uFillTx/>
              <a:latin typeface="Montserrat" panose="00000500000000000000" pitchFamily="2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45" name="Text Placeholder 16">
            <a:extLst>
              <a:ext uri="{FF2B5EF4-FFF2-40B4-BE49-F238E27FC236}">
                <a16:creationId xmlns:a16="http://schemas.microsoft.com/office/drawing/2014/main" id="{FB979582-E482-CB9B-43F0-6C7499343229}"/>
              </a:ext>
            </a:extLst>
          </p:cNvPr>
          <p:cNvSpPr txBox="1">
            <a:spLocks/>
          </p:cNvSpPr>
          <p:nvPr/>
        </p:nvSpPr>
        <p:spPr>
          <a:xfrm>
            <a:off x="6764993" y="1804396"/>
            <a:ext cx="5092045" cy="453952"/>
          </a:xfrm>
          <a:prstGeom prst="roundRect">
            <a:avLst>
              <a:gd name="adj" fmla="val 23351"/>
            </a:avLst>
          </a:prstGeom>
          <a:solidFill>
            <a:srgbClr val="464866">
              <a:alpha val="50196"/>
            </a:srgbClr>
          </a:solidFill>
        </p:spPr>
        <p:txBody>
          <a:bodyPr wrap="square" anchor="t" anchorCtr="0">
            <a:spAutoFit/>
          </a:bodyPr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lang="en-US" sz="2000" b="1" kern="1200" dirty="0" smtClean="0">
                <a:solidFill>
                  <a:srgbClr val="29648A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889000" rtl="0" eaLnBrk="1" fontAlgn="auto" latinLnBrk="0" hangingPunct="1">
              <a:lnSpc>
                <a:spcPct val="114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j-ea"/>
                <a:cs typeface="Arial" panose="020B0604020202020204" pitchFamily="34" charset="0"/>
              </a:rPr>
              <a:t>Bivariate (2 variables)</a:t>
            </a:r>
          </a:p>
        </p:txBody>
      </p:sp>
      <p:sp>
        <p:nvSpPr>
          <p:cNvPr id="46" name="Text Placeholder 14">
            <a:extLst>
              <a:ext uri="{FF2B5EF4-FFF2-40B4-BE49-F238E27FC236}">
                <a16:creationId xmlns:a16="http://schemas.microsoft.com/office/drawing/2014/main" id="{730D58D0-2D1F-76C9-09D7-26A66A239F7A}"/>
              </a:ext>
            </a:extLst>
          </p:cNvPr>
          <p:cNvSpPr txBox="1">
            <a:spLocks/>
          </p:cNvSpPr>
          <p:nvPr/>
        </p:nvSpPr>
        <p:spPr>
          <a:xfrm>
            <a:off x="3561122" y="4348942"/>
            <a:ext cx="5080901" cy="2264400"/>
          </a:xfrm>
          <a:prstGeom prst="roundRect">
            <a:avLst>
              <a:gd name="adj" fmla="val 6409"/>
            </a:avLst>
          </a:prstGeom>
          <a:solidFill>
            <a:srgbClr val="AAABB8">
              <a:alpha val="20000"/>
            </a:srgbClr>
          </a:solidFill>
        </p:spPr>
        <p:txBody>
          <a:bodyPr anchor="ctr"/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>
                <a:srgbClr val="EF7C00"/>
              </a:buClr>
              <a:buFont typeface="Arial" panose="020B0604020202020204" pitchFamily="34" charset="0"/>
              <a:buNone/>
              <a:defRPr lang="en-US" sz="1800" b="0" kern="1200" dirty="0" smtClean="0">
                <a:solidFill>
                  <a:srgbClr val="25274D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25274D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25274D"/>
              </a:solidFill>
              <a:effectLst/>
              <a:uLnTx/>
              <a:uFillTx/>
              <a:latin typeface="Montserrat" panose="00000500000000000000" pitchFamily="2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47" name="Text Placeholder 16">
            <a:extLst>
              <a:ext uri="{FF2B5EF4-FFF2-40B4-BE49-F238E27FC236}">
                <a16:creationId xmlns:a16="http://schemas.microsoft.com/office/drawing/2014/main" id="{80BCBFE6-4BA0-C439-168F-825A97068D70}"/>
              </a:ext>
            </a:extLst>
          </p:cNvPr>
          <p:cNvSpPr txBox="1">
            <a:spLocks/>
          </p:cNvSpPr>
          <p:nvPr/>
        </p:nvSpPr>
        <p:spPr>
          <a:xfrm>
            <a:off x="3549978" y="4343088"/>
            <a:ext cx="5092045" cy="453952"/>
          </a:xfrm>
          <a:prstGeom prst="roundRect">
            <a:avLst>
              <a:gd name="adj" fmla="val 23351"/>
            </a:avLst>
          </a:prstGeom>
          <a:solidFill>
            <a:srgbClr val="464866">
              <a:alpha val="50196"/>
            </a:srgbClr>
          </a:solidFill>
        </p:spPr>
        <p:txBody>
          <a:bodyPr wrap="square" anchor="t" anchorCtr="0">
            <a:spAutoFit/>
          </a:bodyPr>
          <a:lstStyle>
            <a:lvl1pPr marL="0" indent="0" algn="l" defTabSz="914446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lang="en-US" sz="2000" b="1" kern="1200" dirty="0" smtClean="0">
                <a:solidFill>
                  <a:srgbClr val="29648A"/>
                </a:solidFill>
                <a:latin typeface="Montserrat" panose="00000500000000000000" pitchFamily="2" charset="0"/>
                <a:ea typeface="+mj-ea"/>
                <a:cs typeface="Arial" panose="020B0604020202020204" pitchFamily="34" charset="0"/>
              </a:defRPr>
            </a:lvl1pPr>
            <a:lvl2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2pPr>
            <a:lvl3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3pPr>
            <a:lvl4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2267" b="0" kern="1200" dirty="0" smtClean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4pPr>
            <a:lvl5pPr marL="0" indent="0" algn="l" defTabSz="914446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2267" b="0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889000" rtl="0" eaLnBrk="1" fontAlgn="auto" latinLnBrk="0" hangingPunct="1">
              <a:lnSpc>
                <a:spcPct val="114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j-ea"/>
                <a:cs typeface="Arial" panose="020B0604020202020204" pitchFamily="34" charset="0"/>
              </a:rPr>
              <a:t>Multivariate (many)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2AC04E-A8AB-8886-557D-EDE0BC688C0A}"/>
              </a:ext>
            </a:extLst>
          </p:cNvPr>
          <p:cNvSpPr txBox="1"/>
          <p:nvPr/>
        </p:nvSpPr>
        <p:spPr>
          <a:xfrm>
            <a:off x="621982" y="2312370"/>
            <a:ext cx="4665060" cy="646331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Histogram</a:t>
            </a:r>
            <a:r>
              <a:rPr lang="en-US" altLang="en-US" b="1" dirty="0">
                <a:solidFill>
                  <a:srgbClr val="25274D"/>
                </a:solidFill>
                <a:latin typeface="Montserrat"/>
              </a:rPr>
              <a:t>:</a:t>
            </a:r>
            <a:r>
              <a:rPr lang="en-US" altLang="en-US" dirty="0">
                <a:solidFill>
                  <a:srgbClr val="25274D"/>
                </a:solidFill>
                <a:latin typeface="Montserrat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Distribution of numeric 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     data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FB4CC1-E1FA-1BA4-77DC-27A8D3998EA4}"/>
              </a:ext>
            </a:extLst>
          </p:cNvPr>
          <p:cNvSpPr txBox="1"/>
          <p:nvPr/>
        </p:nvSpPr>
        <p:spPr>
          <a:xfrm>
            <a:off x="621982" y="3054356"/>
            <a:ext cx="4628190" cy="369332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Box Plot: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 Spread, quartiles, outliers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22BD31-2F2A-DA8D-BCDE-D2D8BD74580B}"/>
              </a:ext>
            </a:extLst>
          </p:cNvPr>
          <p:cNvSpPr txBox="1"/>
          <p:nvPr/>
        </p:nvSpPr>
        <p:spPr>
          <a:xfrm>
            <a:off x="621982" y="3519343"/>
            <a:ext cx="4838184" cy="369332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Count Plot: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 Frequency of categories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8E106E-204C-B6BB-E70A-0112EA1423B7}"/>
              </a:ext>
            </a:extLst>
          </p:cNvPr>
          <p:cNvSpPr txBox="1"/>
          <p:nvPr/>
        </p:nvSpPr>
        <p:spPr>
          <a:xfrm>
            <a:off x="6776137" y="2328118"/>
            <a:ext cx="5080901" cy="6463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Scatter Plot</a:t>
            </a:r>
            <a:r>
              <a:rPr lang="en-US" altLang="en-US" b="1" dirty="0">
                <a:solidFill>
                  <a:srgbClr val="25274D"/>
                </a:solidFill>
                <a:latin typeface="Montserrat"/>
              </a:rPr>
              <a:t>: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 Relationship between 2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numerics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5274D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D1BEE5-CD22-4339-72EA-CBF014F29F08}"/>
              </a:ext>
            </a:extLst>
          </p:cNvPr>
          <p:cNvSpPr txBox="1"/>
          <p:nvPr/>
        </p:nvSpPr>
        <p:spPr>
          <a:xfrm>
            <a:off x="6776137" y="2992981"/>
            <a:ext cx="4985660" cy="369332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Bar Chart: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 Compare across categories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4DCBD1-F0E5-1782-39FE-686C9D2DE0EF}"/>
              </a:ext>
            </a:extLst>
          </p:cNvPr>
          <p:cNvSpPr txBox="1"/>
          <p:nvPr/>
        </p:nvSpPr>
        <p:spPr>
          <a:xfrm>
            <a:off x="6776137" y="3380844"/>
            <a:ext cx="5118683" cy="6463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Box Plot (grouped):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 Distribution by category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2B03CD-3B10-4DD1-5419-E1A32F43DA3C}"/>
              </a:ext>
            </a:extLst>
          </p:cNvPr>
          <p:cNvSpPr txBox="1"/>
          <p:nvPr/>
        </p:nvSpPr>
        <p:spPr>
          <a:xfrm>
            <a:off x="3561122" y="4981246"/>
            <a:ext cx="4560864" cy="369332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Heatmap</a:t>
            </a:r>
            <a:r>
              <a:rPr lang="en-US" altLang="en-US" dirty="0">
                <a:solidFill>
                  <a:srgbClr val="25274D"/>
                </a:solidFill>
                <a:latin typeface="Montserrat"/>
              </a:rPr>
              <a:t>: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Correlation matrix visual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102E34-739F-5347-D08C-71412DB9D1BE}"/>
              </a:ext>
            </a:extLst>
          </p:cNvPr>
          <p:cNvSpPr txBox="1"/>
          <p:nvPr/>
        </p:nvSpPr>
        <p:spPr>
          <a:xfrm>
            <a:off x="3561122" y="5530288"/>
            <a:ext cx="4586512" cy="369332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Pair Plot: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 All pairwise relationships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9524AF-24DA-6AF1-5D81-BCEFF2AEEC38}"/>
              </a:ext>
            </a:extLst>
          </p:cNvPr>
          <p:cNvSpPr txBox="1"/>
          <p:nvPr/>
        </p:nvSpPr>
        <p:spPr>
          <a:xfrm>
            <a:off x="3561122" y="6079330"/>
            <a:ext cx="5025735" cy="369332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FacetGrid</a:t>
            </a:r>
            <a:r>
              <a:rPr lang="en-US" altLang="en-US" dirty="0">
                <a:solidFill>
                  <a:srgbClr val="25274D"/>
                </a:solidFill>
                <a:latin typeface="Montserrat"/>
              </a:rPr>
              <a:t>: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 Small multiples by category</a:t>
            </a:r>
          </a:p>
        </p:txBody>
      </p:sp>
    </p:spTree>
    <p:extLst>
      <p:ext uri="{BB962C8B-B14F-4D97-AF65-F5344CB8AC3E}">
        <p14:creationId xmlns:p14="http://schemas.microsoft.com/office/powerpoint/2010/main" val="38060100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2BF29-0D8D-B40D-AF3A-4E0EB720D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6B6F361E-96F5-7E99-A1E0-5BDECFD5C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Live Demo: Univariate Plots</a:t>
            </a:r>
            <a:br>
              <a:rPr lang="en-GB" dirty="0"/>
            </a:br>
            <a:endParaRPr lang="en-GB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CD225831-90F2-F9A7-C73B-47983F06C26D}"/>
              </a:ext>
            </a:extLst>
          </p:cNvPr>
          <p:cNvSpPr/>
          <p:nvPr/>
        </p:nvSpPr>
        <p:spPr>
          <a:xfrm>
            <a:off x="1803506" y="1278107"/>
            <a:ext cx="2451780" cy="484633"/>
          </a:xfrm>
          <a:prstGeom prst="hexagon">
            <a:avLst/>
          </a:prstGeom>
          <a:solidFill>
            <a:srgbClr val="46486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Histogram</a:t>
            </a:r>
          </a:p>
        </p:txBody>
      </p:sp>
      <p:sp>
        <p:nvSpPr>
          <p:cNvPr id="48" name="Hexagon 47">
            <a:extLst>
              <a:ext uri="{FF2B5EF4-FFF2-40B4-BE49-F238E27FC236}">
                <a16:creationId xmlns:a16="http://schemas.microsoft.com/office/drawing/2014/main" id="{1FA07E82-675A-E112-B00B-1FF10AA78099}"/>
              </a:ext>
            </a:extLst>
          </p:cNvPr>
          <p:cNvSpPr/>
          <p:nvPr/>
        </p:nvSpPr>
        <p:spPr>
          <a:xfrm>
            <a:off x="7946590" y="1278107"/>
            <a:ext cx="2451780" cy="484633"/>
          </a:xfrm>
          <a:prstGeom prst="hexagon">
            <a:avLst/>
          </a:prstGeom>
          <a:solidFill>
            <a:srgbClr val="46486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Count Plot</a:t>
            </a:r>
          </a:p>
        </p:txBody>
      </p:sp>
      <p:sp>
        <p:nvSpPr>
          <p:cNvPr id="71" name="Hexagon 70">
            <a:extLst>
              <a:ext uri="{FF2B5EF4-FFF2-40B4-BE49-F238E27FC236}">
                <a16:creationId xmlns:a16="http://schemas.microsoft.com/office/drawing/2014/main" id="{5B94BF25-C223-F38B-6E1D-D59435454250}"/>
              </a:ext>
            </a:extLst>
          </p:cNvPr>
          <p:cNvSpPr/>
          <p:nvPr/>
        </p:nvSpPr>
        <p:spPr>
          <a:xfrm>
            <a:off x="7946590" y="4029798"/>
            <a:ext cx="2451780" cy="484633"/>
          </a:xfrm>
          <a:prstGeom prst="hexagon">
            <a:avLst/>
          </a:prstGeom>
          <a:solidFill>
            <a:srgbClr val="46486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Box Plot</a:t>
            </a:r>
          </a:p>
        </p:txBody>
      </p:sp>
      <p:sp>
        <p:nvSpPr>
          <p:cNvPr id="78" name="Arrow: Pentagon 77">
            <a:extLst>
              <a:ext uri="{FF2B5EF4-FFF2-40B4-BE49-F238E27FC236}">
                <a16:creationId xmlns:a16="http://schemas.microsoft.com/office/drawing/2014/main" id="{D221A239-EA80-7F3A-31A1-57EB386A5971}"/>
              </a:ext>
            </a:extLst>
          </p:cNvPr>
          <p:cNvSpPr/>
          <p:nvPr/>
        </p:nvSpPr>
        <p:spPr>
          <a:xfrm>
            <a:off x="407993" y="4906972"/>
            <a:ext cx="5378989" cy="1166168"/>
          </a:xfrm>
          <a:prstGeom prst="homePlate">
            <a:avLst/>
          </a:prstGeom>
          <a:solidFill>
            <a:srgbClr val="2E9CCA">
              <a:alpha val="40000"/>
            </a:srgbClr>
          </a:solidFill>
          <a:ln w="38100">
            <a:solidFill>
              <a:srgbClr val="2E9C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365D"/>
                </a:solidFill>
                <a:ea typeface="Arial" pitchFamily="34" charset="-122"/>
                <a:cs typeface="Arial" pitchFamily="34" charset="-120"/>
              </a:rPr>
              <a:t>Use </a:t>
            </a:r>
            <a:r>
              <a:rPr lang="en-US" dirty="0" err="1">
                <a:solidFill>
                  <a:srgbClr val="1A365D"/>
                </a:solidFill>
                <a:ea typeface="Arial" pitchFamily="34" charset="-122"/>
                <a:cs typeface="Arial" pitchFamily="34" charset="-120"/>
              </a:rPr>
              <a:t>kde</a:t>
            </a:r>
            <a:r>
              <a:rPr lang="en-US" dirty="0">
                <a:solidFill>
                  <a:srgbClr val="1A365D"/>
                </a:solidFill>
                <a:ea typeface="Arial" pitchFamily="34" charset="-122"/>
                <a:cs typeface="Arial" pitchFamily="34" charset="-120"/>
              </a:rPr>
              <a:t>=True in </a:t>
            </a:r>
            <a:r>
              <a:rPr lang="en-US" dirty="0" err="1">
                <a:solidFill>
                  <a:srgbClr val="1A365D"/>
                </a:solidFill>
                <a:ea typeface="Arial" pitchFamily="34" charset="-122"/>
                <a:cs typeface="Arial" pitchFamily="34" charset="-120"/>
              </a:rPr>
              <a:t>histplot</a:t>
            </a:r>
            <a:r>
              <a:rPr lang="en-US" dirty="0">
                <a:solidFill>
                  <a:srgbClr val="1A365D"/>
                </a:solidFill>
                <a:ea typeface="Arial" pitchFamily="34" charset="-122"/>
                <a:cs typeface="Arial" pitchFamily="34" charset="-120"/>
              </a:rPr>
              <a:t> for a smooth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365D"/>
                </a:solidFill>
                <a:ea typeface="Arial" pitchFamily="34" charset="-122"/>
                <a:cs typeface="Arial" pitchFamily="34" charset="-120"/>
              </a:rPr>
              <a:t>curve Rotate x-labels if text overlaps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365D"/>
                </a:solidFill>
                <a:ea typeface="Arial" pitchFamily="34" charset="-122"/>
                <a:cs typeface="Arial" pitchFamily="34" charset="-120"/>
              </a:rPr>
              <a:t>Add clear titles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E6A7D8A-D445-D6B8-06DA-E0E4AA406BC5}"/>
              </a:ext>
            </a:extLst>
          </p:cNvPr>
          <p:cNvGrpSpPr/>
          <p:nvPr/>
        </p:nvGrpSpPr>
        <p:grpSpPr>
          <a:xfrm>
            <a:off x="334964" y="1849302"/>
            <a:ext cx="5388864" cy="2566190"/>
            <a:chOff x="334964" y="1849302"/>
            <a:chExt cx="5388864" cy="2566190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A97A1F51-BF6F-B9AF-8D7B-64EF7AE736D9}"/>
                </a:ext>
              </a:extLst>
            </p:cNvPr>
            <p:cNvGrpSpPr/>
            <p:nvPr/>
          </p:nvGrpSpPr>
          <p:grpSpPr>
            <a:xfrm>
              <a:off x="334964" y="1849302"/>
              <a:ext cx="5388864" cy="2566190"/>
              <a:chOff x="334964" y="5293409"/>
              <a:chExt cx="5388864" cy="2566190"/>
            </a:xfrm>
          </p:grpSpPr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9ED2D2BE-5153-E158-C894-4C0AC8580293}"/>
                  </a:ext>
                </a:extLst>
              </p:cNvPr>
              <p:cNvSpPr/>
              <p:nvPr/>
            </p:nvSpPr>
            <p:spPr>
              <a:xfrm>
                <a:off x="334964" y="5293409"/>
                <a:ext cx="5388864" cy="2566190"/>
              </a:xfrm>
              <a:prstGeom prst="roundRect">
                <a:avLst>
                  <a:gd name="adj" fmla="val 10444"/>
                </a:avLst>
              </a:prstGeom>
              <a:solidFill>
                <a:srgbClr val="1E293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7021C1A4-D7D8-BA35-E8CF-1CDEA488821D}"/>
                  </a:ext>
                </a:extLst>
              </p:cNvPr>
              <p:cNvGrpSpPr/>
              <p:nvPr/>
            </p:nvGrpSpPr>
            <p:grpSpPr>
              <a:xfrm>
                <a:off x="558775" y="5409698"/>
                <a:ext cx="548439" cy="132480"/>
                <a:chOff x="977875" y="3452203"/>
                <a:chExt cx="548439" cy="132480"/>
              </a:xfrm>
            </p:grpSpPr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354BB2C3-5C8E-A580-18A6-BA33AB53D33F}"/>
                    </a:ext>
                  </a:extLst>
                </p:cNvPr>
                <p:cNvSpPr/>
                <p:nvPr/>
              </p:nvSpPr>
              <p:spPr>
                <a:xfrm>
                  <a:off x="977875" y="3452203"/>
                  <a:ext cx="137211" cy="13248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F36AE5A1-195E-0B11-4FAA-601EAB750F46}"/>
                    </a:ext>
                  </a:extLst>
                </p:cNvPr>
                <p:cNvSpPr/>
                <p:nvPr/>
              </p:nvSpPr>
              <p:spPr>
                <a:xfrm>
                  <a:off x="1183489" y="3452203"/>
                  <a:ext cx="137211" cy="13248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9B7B8C14-1133-85E1-3A32-5E01868A5227}"/>
                    </a:ext>
                  </a:extLst>
                </p:cNvPr>
                <p:cNvSpPr/>
                <p:nvPr/>
              </p:nvSpPr>
              <p:spPr>
                <a:xfrm>
                  <a:off x="1389103" y="3452203"/>
                  <a:ext cx="137211" cy="13248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</p:grpSp>
        </p:grp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9CB9B3E-07F9-A073-FFCE-441E50524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7380" y="2198739"/>
              <a:ext cx="3562847" cy="2114845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88CD386-41CE-DBAB-2380-732E5FFFEFB2}"/>
              </a:ext>
            </a:extLst>
          </p:cNvPr>
          <p:cNvGrpSpPr/>
          <p:nvPr/>
        </p:nvGrpSpPr>
        <p:grpSpPr>
          <a:xfrm>
            <a:off x="6478048" y="1849302"/>
            <a:ext cx="5388865" cy="1846090"/>
            <a:chOff x="6478048" y="1849302"/>
            <a:chExt cx="5388865" cy="184609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7491F138-7DE4-5AEE-2033-43A6FB8D3694}"/>
                </a:ext>
              </a:extLst>
            </p:cNvPr>
            <p:cNvGrpSpPr/>
            <p:nvPr/>
          </p:nvGrpSpPr>
          <p:grpSpPr>
            <a:xfrm>
              <a:off x="6478048" y="1849302"/>
              <a:ext cx="5388865" cy="1846090"/>
              <a:chOff x="334963" y="5293409"/>
              <a:chExt cx="5388865" cy="1846090"/>
            </a:xfrm>
          </p:grpSpPr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B6F15D97-0296-1456-106E-37E7F8D76C39}"/>
                  </a:ext>
                </a:extLst>
              </p:cNvPr>
              <p:cNvSpPr/>
              <p:nvPr/>
            </p:nvSpPr>
            <p:spPr>
              <a:xfrm>
                <a:off x="334963" y="5293409"/>
                <a:ext cx="5388865" cy="1846090"/>
              </a:xfrm>
              <a:prstGeom prst="roundRect">
                <a:avLst>
                  <a:gd name="adj" fmla="val 10444"/>
                </a:avLst>
              </a:prstGeom>
              <a:solidFill>
                <a:srgbClr val="1E293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276FD85A-FA72-2DA6-4492-C94DA68AD863}"/>
                  </a:ext>
                </a:extLst>
              </p:cNvPr>
              <p:cNvGrpSpPr/>
              <p:nvPr/>
            </p:nvGrpSpPr>
            <p:grpSpPr>
              <a:xfrm>
                <a:off x="558775" y="5409698"/>
                <a:ext cx="548439" cy="132480"/>
                <a:chOff x="977875" y="3452203"/>
                <a:chExt cx="548439" cy="132480"/>
              </a:xfrm>
            </p:grpSpPr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85D5C235-2CB8-122C-23F7-F6426F86C853}"/>
                    </a:ext>
                  </a:extLst>
                </p:cNvPr>
                <p:cNvSpPr/>
                <p:nvPr/>
              </p:nvSpPr>
              <p:spPr>
                <a:xfrm>
                  <a:off x="977875" y="3452203"/>
                  <a:ext cx="137211" cy="13248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C46CD7D5-F244-4EAF-3F5C-9602A6CCA800}"/>
                    </a:ext>
                  </a:extLst>
                </p:cNvPr>
                <p:cNvSpPr/>
                <p:nvPr/>
              </p:nvSpPr>
              <p:spPr>
                <a:xfrm>
                  <a:off x="1183489" y="3452203"/>
                  <a:ext cx="137211" cy="13248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378DED32-170B-BD0B-F28B-699EFE8F0FB0}"/>
                    </a:ext>
                  </a:extLst>
                </p:cNvPr>
                <p:cNvSpPr/>
                <p:nvPr/>
              </p:nvSpPr>
              <p:spPr>
                <a:xfrm>
                  <a:off x="1389103" y="3452203"/>
                  <a:ext cx="137211" cy="13248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</p:grpSp>
        </p:grp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58D1E08-CE40-8BBC-CB75-31796C8AB6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31269" y="2242939"/>
              <a:ext cx="4134427" cy="1219370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E520C9D-3342-6417-EB41-DBD309AAFC3F}"/>
              </a:ext>
            </a:extLst>
          </p:cNvPr>
          <p:cNvGrpSpPr/>
          <p:nvPr/>
        </p:nvGrpSpPr>
        <p:grpSpPr>
          <a:xfrm>
            <a:off x="6478048" y="4635496"/>
            <a:ext cx="5388865" cy="1846090"/>
            <a:chOff x="334963" y="4750823"/>
            <a:chExt cx="5388865" cy="1846090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F87A5EB9-BBF6-1927-3B2D-E5641002B68F}"/>
                </a:ext>
              </a:extLst>
            </p:cNvPr>
            <p:cNvGrpSpPr/>
            <p:nvPr/>
          </p:nvGrpSpPr>
          <p:grpSpPr>
            <a:xfrm>
              <a:off x="334963" y="4750823"/>
              <a:ext cx="5388865" cy="1846090"/>
              <a:chOff x="334963" y="5293409"/>
              <a:chExt cx="5388865" cy="1846090"/>
            </a:xfrm>
          </p:grpSpPr>
          <p:sp>
            <p:nvSpPr>
              <p:cNvPr id="65" name="Rectangle: Rounded Corners 64">
                <a:extLst>
                  <a:ext uri="{FF2B5EF4-FFF2-40B4-BE49-F238E27FC236}">
                    <a16:creationId xmlns:a16="http://schemas.microsoft.com/office/drawing/2014/main" id="{F8AF2348-A3F5-9C84-F49D-95C4B5A14EB5}"/>
                  </a:ext>
                </a:extLst>
              </p:cNvPr>
              <p:cNvSpPr/>
              <p:nvPr/>
            </p:nvSpPr>
            <p:spPr>
              <a:xfrm>
                <a:off x="334963" y="5293409"/>
                <a:ext cx="5388865" cy="1846090"/>
              </a:xfrm>
              <a:prstGeom prst="roundRect">
                <a:avLst>
                  <a:gd name="adj" fmla="val 10444"/>
                </a:avLst>
              </a:prstGeom>
              <a:solidFill>
                <a:srgbClr val="1E293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D4D228F5-CA70-2886-43E1-5901C143A7A8}"/>
                  </a:ext>
                </a:extLst>
              </p:cNvPr>
              <p:cNvGrpSpPr/>
              <p:nvPr/>
            </p:nvGrpSpPr>
            <p:grpSpPr>
              <a:xfrm>
                <a:off x="558775" y="5409698"/>
                <a:ext cx="548439" cy="132480"/>
                <a:chOff x="977875" y="3452203"/>
                <a:chExt cx="548439" cy="132480"/>
              </a:xfrm>
            </p:grpSpPr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7A69FD91-5F76-578D-E278-45A17C3F9422}"/>
                    </a:ext>
                  </a:extLst>
                </p:cNvPr>
                <p:cNvSpPr/>
                <p:nvPr/>
              </p:nvSpPr>
              <p:spPr>
                <a:xfrm>
                  <a:off x="977875" y="3452203"/>
                  <a:ext cx="137211" cy="13248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  <p:sp>
              <p:nvSpPr>
                <p:cNvPr id="69" name="Oval 68">
                  <a:extLst>
                    <a:ext uri="{FF2B5EF4-FFF2-40B4-BE49-F238E27FC236}">
                      <a16:creationId xmlns:a16="http://schemas.microsoft.com/office/drawing/2014/main" id="{EB96B1F6-9940-E18F-1E7E-C4A7D0B93C5D}"/>
                    </a:ext>
                  </a:extLst>
                </p:cNvPr>
                <p:cNvSpPr/>
                <p:nvPr/>
              </p:nvSpPr>
              <p:spPr>
                <a:xfrm>
                  <a:off x="1183489" y="3452203"/>
                  <a:ext cx="137211" cy="13248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FD132457-CCC4-E73D-3BE8-081A0AD4C676}"/>
                    </a:ext>
                  </a:extLst>
                </p:cNvPr>
                <p:cNvSpPr/>
                <p:nvPr/>
              </p:nvSpPr>
              <p:spPr>
                <a:xfrm>
                  <a:off x="1389103" y="3452203"/>
                  <a:ext cx="137211" cy="13248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</p:grpSp>
        </p:grp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839ED3D-6389-F118-DA73-DB0421E7C5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8775" y="5115880"/>
              <a:ext cx="3631452" cy="11549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30932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DA221-2031-97F9-140F-EF069A76D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31E7E838-BEBF-430A-467A-DFD14C2BD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Live Demo: Bivariate Plots</a:t>
            </a: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4049C2C9-B75B-D9AE-9979-C467B65792FD}"/>
              </a:ext>
            </a:extLst>
          </p:cNvPr>
          <p:cNvSpPr/>
          <p:nvPr/>
        </p:nvSpPr>
        <p:spPr>
          <a:xfrm>
            <a:off x="715470" y="1158621"/>
            <a:ext cx="3062127" cy="484633"/>
          </a:xfrm>
          <a:prstGeom prst="hexagon">
            <a:avLst/>
          </a:prstGeom>
          <a:solidFill>
            <a:srgbClr val="2E9CCA">
              <a:alpha val="60000"/>
            </a:srgbClr>
          </a:solidFill>
          <a:ln w="38100">
            <a:solidFill>
              <a:srgbClr val="2E9C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Scatter Plot</a:t>
            </a:r>
          </a:p>
        </p:txBody>
      </p:sp>
      <p:sp>
        <p:nvSpPr>
          <p:cNvPr id="21" name="Hexagon 20">
            <a:extLst>
              <a:ext uri="{FF2B5EF4-FFF2-40B4-BE49-F238E27FC236}">
                <a16:creationId xmlns:a16="http://schemas.microsoft.com/office/drawing/2014/main" id="{7622BFBA-ECF3-F594-AB6F-DB7DF69ACABD}"/>
              </a:ext>
            </a:extLst>
          </p:cNvPr>
          <p:cNvSpPr/>
          <p:nvPr/>
        </p:nvSpPr>
        <p:spPr>
          <a:xfrm>
            <a:off x="4570085" y="1158621"/>
            <a:ext cx="3091797" cy="503909"/>
          </a:xfrm>
          <a:prstGeom prst="hexagon">
            <a:avLst/>
          </a:prstGeom>
          <a:solidFill>
            <a:srgbClr val="2E9CCA">
              <a:alpha val="60000"/>
            </a:srgbClr>
          </a:solidFill>
          <a:ln w="38100">
            <a:solidFill>
              <a:srgbClr val="2E9C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Bar Chart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161C0E5-6959-281D-58E8-411F8F1EDBAF}"/>
              </a:ext>
            </a:extLst>
          </p:cNvPr>
          <p:cNvGrpSpPr/>
          <p:nvPr/>
        </p:nvGrpSpPr>
        <p:grpSpPr>
          <a:xfrm>
            <a:off x="685800" y="1729815"/>
            <a:ext cx="3091797" cy="2464403"/>
            <a:chOff x="351506" y="1753636"/>
            <a:chExt cx="4566000" cy="3639458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1573D9E4-76BE-9F4C-CC14-5B1F312DEC9E}"/>
                </a:ext>
              </a:extLst>
            </p:cNvPr>
            <p:cNvSpPr/>
            <p:nvPr/>
          </p:nvSpPr>
          <p:spPr>
            <a:xfrm>
              <a:off x="351506" y="1753636"/>
              <a:ext cx="4566000" cy="3639458"/>
            </a:xfrm>
            <a:prstGeom prst="roundRect">
              <a:avLst>
                <a:gd name="adj" fmla="val 10444"/>
              </a:avLst>
            </a:prstGeom>
            <a:solidFill>
              <a:srgbClr val="1E293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DC2B26C-55E6-3776-6BCD-74AE683D9143}"/>
                </a:ext>
              </a:extLst>
            </p:cNvPr>
            <p:cNvGrpSpPr/>
            <p:nvPr/>
          </p:nvGrpSpPr>
          <p:grpSpPr>
            <a:xfrm>
              <a:off x="627510" y="1869925"/>
              <a:ext cx="676336" cy="132480"/>
              <a:chOff x="977875" y="3452203"/>
              <a:chExt cx="548439" cy="132480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AD0423A5-E9E8-6991-14F8-CB09D8BF64E0}"/>
                  </a:ext>
                </a:extLst>
              </p:cNvPr>
              <p:cNvSpPr/>
              <p:nvPr/>
            </p:nvSpPr>
            <p:spPr>
              <a:xfrm>
                <a:off x="977875" y="3452203"/>
                <a:ext cx="137211" cy="13248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557B582A-7A61-A368-27C3-954268357E16}"/>
                  </a:ext>
                </a:extLst>
              </p:cNvPr>
              <p:cNvSpPr/>
              <p:nvPr/>
            </p:nvSpPr>
            <p:spPr>
              <a:xfrm>
                <a:off x="1183489" y="3452203"/>
                <a:ext cx="137211" cy="13248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7633E528-1961-DAA1-6DF7-ADB16D7F1F36}"/>
                  </a:ext>
                </a:extLst>
              </p:cNvPr>
              <p:cNvSpPr/>
              <p:nvPr/>
            </p:nvSpPr>
            <p:spPr>
              <a:xfrm>
                <a:off x="1389103" y="3452203"/>
                <a:ext cx="137211" cy="13248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</p:grp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42E858A-5A21-0974-167E-83432A0A59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0791" y="2067638"/>
              <a:ext cx="2971800" cy="3143250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293577C-3E88-51A2-D0A9-F131538498AD}"/>
              </a:ext>
            </a:extLst>
          </p:cNvPr>
          <p:cNvGrpSpPr/>
          <p:nvPr/>
        </p:nvGrpSpPr>
        <p:grpSpPr>
          <a:xfrm>
            <a:off x="8454370" y="1730793"/>
            <a:ext cx="3091797" cy="2464403"/>
            <a:chOff x="6922985" y="1753636"/>
            <a:chExt cx="4566001" cy="3639458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7ED9A477-E369-D8EA-6351-CCBC9D1F3342}"/>
                </a:ext>
              </a:extLst>
            </p:cNvPr>
            <p:cNvSpPr/>
            <p:nvPr/>
          </p:nvSpPr>
          <p:spPr>
            <a:xfrm>
              <a:off x="6922985" y="1753636"/>
              <a:ext cx="4566001" cy="3639458"/>
            </a:xfrm>
            <a:prstGeom prst="roundRect">
              <a:avLst>
                <a:gd name="adj" fmla="val 10444"/>
              </a:avLst>
            </a:prstGeom>
            <a:solidFill>
              <a:srgbClr val="1E293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9D9E352-C1DD-3586-66F0-972270B2F717}"/>
                </a:ext>
              </a:extLst>
            </p:cNvPr>
            <p:cNvGrpSpPr/>
            <p:nvPr/>
          </p:nvGrpSpPr>
          <p:grpSpPr>
            <a:xfrm>
              <a:off x="7414001" y="1869925"/>
              <a:ext cx="548439" cy="132480"/>
              <a:chOff x="977875" y="3452203"/>
              <a:chExt cx="548439" cy="132480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1E5A73D1-42BA-BCB3-CC36-EE48A2DF7A35}"/>
                  </a:ext>
                </a:extLst>
              </p:cNvPr>
              <p:cNvSpPr/>
              <p:nvPr/>
            </p:nvSpPr>
            <p:spPr>
              <a:xfrm>
                <a:off x="977875" y="3452203"/>
                <a:ext cx="137211" cy="13248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0566EB02-02DA-55CB-5C55-443DA0182938}"/>
                  </a:ext>
                </a:extLst>
              </p:cNvPr>
              <p:cNvSpPr/>
              <p:nvPr/>
            </p:nvSpPr>
            <p:spPr>
              <a:xfrm>
                <a:off x="1183489" y="3452203"/>
                <a:ext cx="137211" cy="13248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263FBBCB-6AF6-DD7F-4888-9B3FC2DDFA11}"/>
                  </a:ext>
                </a:extLst>
              </p:cNvPr>
              <p:cNvSpPr/>
              <p:nvPr/>
            </p:nvSpPr>
            <p:spPr>
              <a:xfrm>
                <a:off x="1389103" y="3452203"/>
                <a:ext cx="137211" cy="13248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</p:grp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8E329E16-FEEF-3886-7ABA-74DCC89BAD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85400" y="2178256"/>
              <a:ext cx="4248150" cy="2667000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0394006-3084-5023-BABE-0AD62592FC2B}"/>
              </a:ext>
            </a:extLst>
          </p:cNvPr>
          <p:cNvGrpSpPr/>
          <p:nvPr/>
        </p:nvGrpSpPr>
        <p:grpSpPr>
          <a:xfrm>
            <a:off x="4570085" y="1729815"/>
            <a:ext cx="3091797" cy="2464403"/>
            <a:chOff x="703014" y="3218542"/>
            <a:chExt cx="4566000" cy="3639458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BED10EB4-5AF9-C9A2-1C76-FE3874BC80B1}"/>
                </a:ext>
              </a:extLst>
            </p:cNvPr>
            <p:cNvSpPr/>
            <p:nvPr/>
          </p:nvSpPr>
          <p:spPr>
            <a:xfrm>
              <a:off x="703014" y="3218542"/>
              <a:ext cx="4566000" cy="3639458"/>
            </a:xfrm>
            <a:prstGeom prst="roundRect">
              <a:avLst>
                <a:gd name="adj" fmla="val 10444"/>
              </a:avLst>
            </a:prstGeom>
            <a:solidFill>
              <a:srgbClr val="1E293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E1B1902B-CA80-AF99-1F29-6239971767E0}"/>
                </a:ext>
              </a:extLst>
            </p:cNvPr>
            <p:cNvGrpSpPr/>
            <p:nvPr/>
          </p:nvGrpSpPr>
          <p:grpSpPr>
            <a:xfrm>
              <a:off x="926826" y="3334832"/>
              <a:ext cx="548439" cy="132480"/>
              <a:chOff x="977875" y="3452203"/>
              <a:chExt cx="548439" cy="132480"/>
            </a:xfrm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AECDA57F-349D-C1B2-EAAD-453AD326DB57}"/>
                  </a:ext>
                </a:extLst>
              </p:cNvPr>
              <p:cNvSpPr/>
              <p:nvPr/>
            </p:nvSpPr>
            <p:spPr>
              <a:xfrm>
                <a:off x="977875" y="3452203"/>
                <a:ext cx="137211" cy="13248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1310BBF4-E0CD-BA88-2890-D66F258F7E0C}"/>
                  </a:ext>
                </a:extLst>
              </p:cNvPr>
              <p:cNvSpPr/>
              <p:nvPr/>
            </p:nvSpPr>
            <p:spPr>
              <a:xfrm>
                <a:off x="1183489" y="3452203"/>
                <a:ext cx="137211" cy="13248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984D0207-FB0C-087A-557B-9754391EF8EA}"/>
                  </a:ext>
                </a:extLst>
              </p:cNvPr>
              <p:cNvSpPr/>
              <p:nvPr/>
            </p:nvSpPr>
            <p:spPr>
              <a:xfrm>
                <a:off x="1389103" y="3452203"/>
                <a:ext cx="137211" cy="13248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</p:grp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A048989D-6DF3-84AF-A759-97CE1E6CE0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2150" y="3614583"/>
              <a:ext cx="3219450" cy="2724149"/>
            </a:xfrm>
            <a:prstGeom prst="rect">
              <a:avLst/>
            </a:prstGeom>
          </p:spPr>
        </p:pic>
      </p:grpSp>
      <p:sp>
        <p:nvSpPr>
          <p:cNvPr id="50" name="Hexagon 49">
            <a:extLst>
              <a:ext uri="{FF2B5EF4-FFF2-40B4-BE49-F238E27FC236}">
                <a16:creationId xmlns:a16="http://schemas.microsoft.com/office/drawing/2014/main" id="{1E629876-BA4B-6C85-375E-0726AFC665DB}"/>
              </a:ext>
            </a:extLst>
          </p:cNvPr>
          <p:cNvSpPr/>
          <p:nvPr/>
        </p:nvSpPr>
        <p:spPr>
          <a:xfrm>
            <a:off x="8454370" y="1158621"/>
            <a:ext cx="3022160" cy="484633"/>
          </a:xfrm>
          <a:prstGeom prst="hexagon">
            <a:avLst/>
          </a:prstGeom>
          <a:solidFill>
            <a:srgbClr val="2E9CCA">
              <a:alpha val="60000"/>
            </a:srgbClr>
          </a:solidFill>
          <a:ln w="38100">
            <a:solidFill>
              <a:srgbClr val="2E9C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Grouped Box Plot</a:t>
            </a:r>
          </a:p>
        </p:txBody>
      </p:sp>
      <p:sp>
        <p:nvSpPr>
          <p:cNvPr id="51" name="Arrow: Pentagon 50">
            <a:extLst>
              <a:ext uri="{FF2B5EF4-FFF2-40B4-BE49-F238E27FC236}">
                <a16:creationId xmlns:a16="http://schemas.microsoft.com/office/drawing/2014/main" id="{6B3D2830-CC6F-09BE-F0A3-FAC8233EC1B9}"/>
              </a:ext>
            </a:extLst>
          </p:cNvPr>
          <p:cNvSpPr/>
          <p:nvPr/>
        </p:nvSpPr>
        <p:spPr>
          <a:xfrm>
            <a:off x="3598299" y="4724400"/>
            <a:ext cx="5378989" cy="1166168"/>
          </a:xfrm>
          <a:prstGeom prst="homePlate">
            <a:avLst/>
          </a:prstGeom>
          <a:solidFill>
            <a:srgbClr val="2E9CCA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" pitchFamily="34" charset="-122"/>
                <a:cs typeface="Arial" pitchFamily="34" charset="-120"/>
              </a:rPr>
              <a:t>When to Use What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ea typeface="Arial" pitchFamily="34" charset="-122"/>
                <a:cs typeface="Arial" pitchFamily="34" charset="-120"/>
              </a:rPr>
              <a:t>Scatter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ea typeface="Arial" pitchFamily="34" charset="-122"/>
                <a:cs typeface="Arial" pitchFamily="34" charset="-120"/>
              </a:rPr>
              <a:t>: 2 numeric variables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ea typeface="Arial" pitchFamily="34" charset="-122"/>
                <a:cs typeface="Arial" pitchFamily="34" charset="-120"/>
              </a:rPr>
              <a:t>Bar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ea typeface="Arial" pitchFamily="34" charset="-122"/>
                <a:cs typeface="Arial" pitchFamily="34" charset="-120"/>
              </a:rPr>
              <a:t>: Numeric vs categorical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ea typeface="Arial" pitchFamily="34" charset="-122"/>
                <a:cs typeface="Arial" pitchFamily="34" charset="-120"/>
              </a:rPr>
              <a:t>hue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ea typeface="Arial" pitchFamily="34" charset="-122"/>
                <a:cs typeface="Arial" pitchFamily="34" charset="-120"/>
              </a:rPr>
              <a:t>= adds a 3rd dimension!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15795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CE122-2EA7-E7BF-26D3-69DF91661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D3A3BC0-D55C-91F3-FAA3-0AD70FA7A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Demo: Correlation Heatmap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98354459-8A32-A6E7-6289-3BDC0AA2C59B}"/>
              </a:ext>
            </a:extLst>
          </p:cNvPr>
          <p:cNvSpPr txBox="1">
            <a:spLocks/>
          </p:cNvSpPr>
          <p:nvPr/>
        </p:nvSpPr>
        <p:spPr>
          <a:xfrm>
            <a:off x="6092214" y="1470272"/>
            <a:ext cx="5576736" cy="622173"/>
          </a:xfrm>
          <a:prstGeom prst="hexagon">
            <a:avLst/>
          </a:prstGeom>
          <a:solidFill>
            <a:srgbClr val="25274D">
              <a:alpha val="50196"/>
            </a:srgbClr>
          </a:solidFill>
        </p:spPr>
        <p:txBody>
          <a:bodyPr/>
          <a:lstStyle>
            <a:lvl1pPr marL="228611" indent="-228611" algn="l" defTabSz="91444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46" rtl="0" eaLnBrk="1" fontAlgn="auto" latinLnBrk="0" hangingPunct="1">
              <a:lnSpc>
                <a:spcPts val="33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12F822B-D742-95E5-362C-04989770830A}"/>
              </a:ext>
            </a:extLst>
          </p:cNvPr>
          <p:cNvSpPr txBox="1"/>
          <p:nvPr/>
        </p:nvSpPr>
        <p:spPr>
          <a:xfrm>
            <a:off x="7042997" y="1590000"/>
            <a:ext cx="36751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How to Read</a:t>
            </a:r>
          </a:p>
        </p:txBody>
      </p:sp>
      <p:sp>
        <p:nvSpPr>
          <p:cNvPr id="18" name="Arrow: Pentagon 17">
            <a:extLst>
              <a:ext uri="{FF2B5EF4-FFF2-40B4-BE49-F238E27FC236}">
                <a16:creationId xmlns:a16="http://schemas.microsoft.com/office/drawing/2014/main" id="{22AB6CCB-C435-AFBC-E479-9F5B6C4E4B44}"/>
              </a:ext>
            </a:extLst>
          </p:cNvPr>
          <p:cNvSpPr/>
          <p:nvPr/>
        </p:nvSpPr>
        <p:spPr>
          <a:xfrm>
            <a:off x="6092214" y="5668896"/>
            <a:ext cx="5789390" cy="995121"/>
          </a:xfrm>
          <a:prstGeom prst="homePlate">
            <a:avLst/>
          </a:prstGeom>
          <a:solidFill>
            <a:srgbClr val="46486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Look for: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Features highly correlated with target and features correlated with each other (redundancy)</a:t>
            </a:r>
          </a:p>
        </p:txBody>
      </p:sp>
      <p:sp>
        <p:nvSpPr>
          <p:cNvPr id="39" name="Text 21">
            <a:extLst>
              <a:ext uri="{FF2B5EF4-FFF2-40B4-BE49-F238E27FC236}">
                <a16:creationId xmlns:a16="http://schemas.microsoft.com/office/drawing/2014/main" id="{579052FF-2496-49E0-F00A-F0F857C0ED5D}"/>
              </a:ext>
            </a:extLst>
          </p:cNvPr>
          <p:cNvSpPr/>
          <p:nvPr/>
        </p:nvSpPr>
        <p:spPr>
          <a:xfrm>
            <a:off x="6110796" y="4540660"/>
            <a:ext cx="5738526" cy="924901"/>
          </a:xfrm>
          <a:prstGeom prst="roundRect">
            <a:avLst>
              <a:gd name="adj" fmla="val 13292"/>
            </a:avLst>
          </a:prstGeom>
          <a:solidFill>
            <a:srgbClr val="2E9CCA">
              <a:alpha val="30196"/>
            </a:srgbClr>
          </a:solidFill>
          <a:ln>
            <a:solidFill>
              <a:srgbClr val="25274D"/>
            </a:solidFill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40" name="Text 21">
            <a:extLst>
              <a:ext uri="{FF2B5EF4-FFF2-40B4-BE49-F238E27FC236}">
                <a16:creationId xmlns:a16="http://schemas.microsoft.com/office/drawing/2014/main" id="{2D0805D7-CDF6-EABE-5E79-7D51A0F3A5AB}"/>
              </a:ext>
            </a:extLst>
          </p:cNvPr>
          <p:cNvSpPr/>
          <p:nvPr/>
        </p:nvSpPr>
        <p:spPr>
          <a:xfrm>
            <a:off x="6111264" y="3435058"/>
            <a:ext cx="5738526" cy="924901"/>
          </a:xfrm>
          <a:prstGeom prst="roundRect">
            <a:avLst>
              <a:gd name="adj" fmla="val 13292"/>
            </a:avLst>
          </a:prstGeom>
          <a:solidFill>
            <a:srgbClr val="2E9CCA">
              <a:alpha val="30196"/>
            </a:srgbClr>
          </a:solidFill>
          <a:ln>
            <a:solidFill>
              <a:srgbClr val="25274D"/>
            </a:solidFill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41" name="Text 21">
            <a:extLst>
              <a:ext uri="{FF2B5EF4-FFF2-40B4-BE49-F238E27FC236}">
                <a16:creationId xmlns:a16="http://schemas.microsoft.com/office/drawing/2014/main" id="{96BD03DB-5364-47E6-12BA-D32587DA7C8C}"/>
              </a:ext>
            </a:extLst>
          </p:cNvPr>
          <p:cNvSpPr/>
          <p:nvPr/>
        </p:nvSpPr>
        <p:spPr>
          <a:xfrm>
            <a:off x="6111732" y="2329456"/>
            <a:ext cx="5738526" cy="924901"/>
          </a:xfrm>
          <a:prstGeom prst="roundRect">
            <a:avLst>
              <a:gd name="adj" fmla="val 13292"/>
            </a:avLst>
          </a:prstGeom>
          <a:solidFill>
            <a:srgbClr val="2E9CCA">
              <a:alpha val="30196"/>
            </a:srgbClr>
          </a:solidFill>
          <a:ln>
            <a:solidFill>
              <a:srgbClr val="25274D"/>
            </a:solidFill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22EFEE9-C3C7-97C2-0369-FB2FC9E47D2D}"/>
              </a:ext>
            </a:extLst>
          </p:cNvPr>
          <p:cNvSpPr txBox="1"/>
          <p:nvPr/>
        </p:nvSpPr>
        <p:spPr>
          <a:xfrm>
            <a:off x="6193392" y="2411098"/>
            <a:ext cx="5608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1. 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Dark Red = Strong Positive (+1)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DBA2B02-15E7-A133-FB0D-4F4EA03667FC}"/>
              </a:ext>
            </a:extLst>
          </p:cNvPr>
          <p:cNvSpPr txBox="1"/>
          <p:nvPr/>
        </p:nvSpPr>
        <p:spPr>
          <a:xfrm>
            <a:off x="6439246" y="2776705"/>
            <a:ext cx="53549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Observe both variables increasing together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2D23D37-1034-675A-7BEF-18B0A21C4568}"/>
              </a:ext>
            </a:extLst>
          </p:cNvPr>
          <p:cNvSpPr txBox="1"/>
          <p:nvPr/>
        </p:nvSpPr>
        <p:spPr>
          <a:xfrm>
            <a:off x="6185452" y="3518332"/>
            <a:ext cx="5608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2. 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White = No Correlation (0)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B31068E-2109-7684-3DC6-090B1974359B}"/>
              </a:ext>
            </a:extLst>
          </p:cNvPr>
          <p:cNvSpPr txBox="1"/>
          <p:nvPr/>
        </p:nvSpPr>
        <p:spPr>
          <a:xfrm>
            <a:off x="6414053" y="3900202"/>
            <a:ext cx="4503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Identify no linear relationship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AD5CD05-302C-83DB-0DA1-293E5382BA2D}"/>
              </a:ext>
            </a:extLst>
          </p:cNvPr>
          <p:cNvSpPr txBox="1"/>
          <p:nvPr/>
        </p:nvSpPr>
        <p:spPr>
          <a:xfrm>
            <a:off x="6168199" y="4622880"/>
            <a:ext cx="5608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3. 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Dark Blue = Strong Negative (-1)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8B88D28-FAC7-9A5C-150D-ED9238C5E025}"/>
              </a:ext>
            </a:extLst>
          </p:cNvPr>
          <p:cNvSpPr txBox="1"/>
          <p:nvPr/>
        </p:nvSpPr>
        <p:spPr>
          <a:xfrm>
            <a:off x="6379547" y="5004750"/>
            <a:ext cx="5608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Note one increasing while the other decreases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89DD4DC-6EDF-1744-0EAE-91CF6CDB4551}"/>
              </a:ext>
            </a:extLst>
          </p:cNvPr>
          <p:cNvGrpSpPr/>
          <p:nvPr/>
        </p:nvGrpSpPr>
        <p:grpSpPr>
          <a:xfrm>
            <a:off x="397824" y="1538707"/>
            <a:ext cx="4349972" cy="5125311"/>
            <a:chOff x="397824" y="1538707"/>
            <a:chExt cx="4349972" cy="512531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3C1E685-AA08-733B-FF33-9CD11D7642FA}"/>
                </a:ext>
              </a:extLst>
            </p:cNvPr>
            <p:cNvGrpSpPr/>
            <p:nvPr/>
          </p:nvGrpSpPr>
          <p:grpSpPr>
            <a:xfrm>
              <a:off x="397824" y="1538707"/>
              <a:ext cx="4349972" cy="5125310"/>
              <a:chOff x="560388" y="2584155"/>
              <a:chExt cx="4349972" cy="5125310"/>
            </a:xfrm>
          </p:grpSpPr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809FE7D6-F103-BED5-A50E-F020565376DF}"/>
                  </a:ext>
                </a:extLst>
              </p:cNvPr>
              <p:cNvSpPr/>
              <p:nvPr/>
            </p:nvSpPr>
            <p:spPr>
              <a:xfrm>
                <a:off x="560388" y="2584155"/>
                <a:ext cx="4349972" cy="5125310"/>
              </a:xfrm>
              <a:prstGeom prst="roundRect">
                <a:avLst>
                  <a:gd name="adj" fmla="val 4952"/>
                </a:avLst>
              </a:prstGeom>
              <a:solidFill>
                <a:srgbClr val="1E293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ACFB9310-20C1-A05D-9371-827369EBE0A0}"/>
                  </a:ext>
                </a:extLst>
              </p:cNvPr>
              <p:cNvGrpSpPr/>
              <p:nvPr/>
            </p:nvGrpSpPr>
            <p:grpSpPr>
              <a:xfrm>
                <a:off x="698475" y="2688457"/>
                <a:ext cx="548439" cy="132480"/>
                <a:chOff x="977875" y="3452203"/>
                <a:chExt cx="548439" cy="132480"/>
              </a:xfrm>
            </p:grpSpPr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A0EB966A-D0F7-78A7-7B58-EB7671FD1D64}"/>
                    </a:ext>
                  </a:extLst>
                </p:cNvPr>
                <p:cNvSpPr/>
                <p:nvPr/>
              </p:nvSpPr>
              <p:spPr>
                <a:xfrm>
                  <a:off x="977875" y="3452203"/>
                  <a:ext cx="137211" cy="13248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A7FB2DCC-DCC7-4F52-255C-BA3EBBFD92E3}"/>
                    </a:ext>
                  </a:extLst>
                </p:cNvPr>
                <p:cNvSpPr/>
                <p:nvPr/>
              </p:nvSpPr>
              <p:spPr>
                <a:xfrm>
                  <a:off x="1183489" y="3452203"/>
                  <a:ext cx="137211" cy="13248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70DA40F5-785F-E385-26FB-CDAE47D11304}"/>
                    </a:ext>
                  </a:extLst>
                </p:cNvPr>
                <p:cNvSpPr/>
                <p:nvPr/>
              </p:nvSpPr>
              <p:spPr>
                <a:xfrm>
                  <a:off x="1389103" y="3452203"/>
                  <a:ext cx="137211" cy="13248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</p:grpSp>
        </p:grp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9398C608-4187-C53B-A095-1EC436B5F6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9998" y="1830962"/>
              <a:ext cx="3284436" cy="48330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844684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7BB71-0D2E-DE0B-8347-BBC056B88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6A95FB3-7A89-F925-0399-7AED640EA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Activity: Tell the Story with Charts</a:t>
            </a:r>
            <a:br>
              <a:rPr lang="en-US" dirty="0"/>
            </a:br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FCCBE4A1-9398-DA3E-6126-050ECF2735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Time: 10 minutes</a:t>
            </a:r>
          </a:p>
          <a:p>
            <a:endParaRPr lang="en-GB" dirty="0"/>
          </a:p>
        </p:txBody>
      </p:sp>
      <p:sp>
        <p:nvSpPr>
          <p:cNvPr id="58" name="Arrow: Pentagon 57">
            <a:extLst>
              <a:ext uri="{FF2B5EF4-FFF2-40B4-BE49-F238E27FC236}">
                <a16:creationId xmlns:a16="http://schemas.microsoft.com/office/drawing/2014/main" id="{F990E1D8-227A-86A8-4717-1CD508648161}"/>
              </a:ext>
            </a:extLst>
          </p:cNvPr>
          <p:cNvSpPr/>
          <p:nvPr/>
        </p:nvSpPr>
        <p:spPr>
          <a:xfrm>
            <a:off x="6816724" y="5189979"/>
            <a:ext cx="5040313" cy="1177335"/>
          </a:xfrm>
          <a:prstGeom prst="homePlate">
            <a:avLst/>
          </a:prstGeom>
          <a:solidFill>
            <a:srgbClr val="46486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Bonus: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Save your best chart as an image!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plt.savefig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('my_chart.png')</a:t>
            </a: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CBB67ECD-0886-23D5-96D7-C92C8DBAC007}"/>
              </a:ext>
            </a:extLst>
          </p:cNvPr>
          <p:cNvSpPr/>
          <p:nvPr/>
        </p:nvSpPr>
        <p:spPr>
          <a:xfrm>
            <a:off x="353250" y="1868155"/>
            <a:ext cx="3055482" cy="440575"/>
          </a:xfrm>
          <a:prstGeom prst="homePlate">
            <a:avLst/>
          </a:prstGeom>
          <a:solidFill>
            <a:srgbClr val="29648A">
              <a:alpha val="40000"/>
            </a:srgbClr>
          </a:solidFill>
          <a:ln w="19050">
            <a:solidFill>
              <a:srgbClr val="2527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Create 3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Visualisations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25274D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0" name="Picture 9" descr="A blue check mark in a box&#10;&#10;AI-generated content may be incorrect.">
            <a:extLst>
              <a:ext uri="{FF2B5EF4-FFF2-40B4-BE49-F238E27FC236}">
                <a16:creationId xmlns:a16="http://schemas.microsoft.com/office/drawing/2014/main" id="{A62FF517-F9C2-CD2F-26F4-BF789FA525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798" y="2798474"/>
            <a:ext cx="406421" cy="406421"/>
          </a:xfrm>
          <a:prstGeom prst="rect">
            <a:avLst/>
          </a:prstGeom>
        </p:spPr>
      </p:pic>
      <p:pic>
        <p:nvPicPr>
          <p:cNvPr id="12" name="Picture 11" descr="A blue check mark in a box&#10;&#10;AI-generated content may be incorrect.">
            <a:extLst>
              <a:ext uri="{FF2B5EF4-FFF2-40B4-BE49-F238E27FC236}">
                <a16:creationId xmlns:a16="http://schemas.microsoft.com/office/drawing/2014/main" id="{19438876-DD4E-BE38-9605-F4B7322407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936" y="4163759"/>
            <a:ext cx="406421" cy="406421"/>
          </a:xfrm>
          <a:prstGeom prst="rect">
            <a:avLst/>
          </a:prstGeom>
        </p:spPr>
      </p:pic>
      <p:pic>
        <p:nvPicPr>
          <p:cNvPr id="14" name="Picture 13" descr="A blue check mark in a box&#10;&#10;AI-generated content may be incorrect.">
            <a:extLst>
              <a:ext uri="{FF2B5EF4-FFF2-40B4-BE49-F238E27FC236}">
                <a16:creationId xmlns:a16="http://schemas.microsoft.com/office/drawing/2014/main" id="{5B576A63-5BB1-9292-98F6-D9463C44D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936" y="5759747"/>
            <a:ext cx="406421" cy="406421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C9D51714-3519-77A0-59B2-E51D301B909A}"/>
              </a:ext>
            </a:extLst>
          </p:cNvPr>
          <p:cNvGrpSpPr/>
          <p:nvPr/>
        </p:nvGrpSpPr>
        <p:grpSpPr>
          <a:xfrm>
            <a:off x="975549" y="2581037"/>
            <a:ext cx="5123625" cy="879912"/>
            <a:chOff x="975549" y="4084777"/>
            <a:chExt cx="5123625" cy="879912"/>
          </a:xfrm>
        </p:grpSpPr>
        <p:sp>
          <p:nvSpPr>
            <p:cNvPr id="54" name="Text Placeholder 16">
              <a:extLst>
                <a:ext uri="{FF2B5EF4-FFF2-40B4-BE49-F238E27FC236}">
                  <a16:creationId xmlns:a16="http://schemas.microsoft.com/office/drawing/2014/main" id="{56254358-988E-2382-327F-2EF26D98C1B4}"/>
                </a:ext>
              </a:extLst>
            </p:cNvPr>
            <p:cNvSpPr txBox="1">
              <a:spLocks/>
            </p:cNvSpPr>
            <p:nvPr/>
          </p:nvSpPr>
          <p:spPr>
            <a:xfrm>
              <a:off x="975549" y="4084777"/>
              <a:ext cx="5123625" cy="879912"/>
            </a:xfrm>
            <a:prstGeom prst="roundRect">
              <a:avLst>
                <a:gd name="adj" fmla="val 23351"/>
              </a:avLst>
            </a:prstGeom>
            <a:solidFill>
              <a:srgbClr val="2E9CCA">
                <a:alpha val="40000"/>
              </a:srgbClr>
            </a:solidFill>
          </p:spPr>
          <p:txBody>
            <a:bodyPr/>
            <a:lstStyle>
              <a:lvl1pPr marL="228611" indent="-228611" algn="l" defTabSz="914446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34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57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80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503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726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949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171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394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890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70D7134-398B-95C4-F964-B6CB5B3AF0D1}"/>
                </a:ext>
              </a:extLst>
            </p:cNvPr>
            <p:cNvSpPr txBox="1"/>
            <p:nvPr/>
          </p:nvSpPr>
          <p:spPr>
            <a:xfrm>
              <a:off x="1077149" y="4120565"/>
              <a:ext cx="3608680" cy="369332"/>
            </a:xfrm>
            <a:prstGeom prst="rect">
              <a:avLst/>
            </a:prstGeom>
          </p:spPr>
          <p:txBody>
            <a:bodyPr wrap="non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Age distribution by Attrition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A091BAA-3425-9F2D-ED04-20CB0182E121}"/>
                </a:ext>
              </a:extLst>
            </p:cNvPr>
            <p:cNvSpPr txBox="1"/>
            <p:nvPr/>
          </p:nvSpPr>
          <p:spPr>
            <a:xfrm>
              <a:off x="1077149" y="4505425"/>
              <a:ext cx="3948517" cy="369332"/>
            </a:xfrm>
            <a:prstGeom prst="rect">
              <a:avLst/>
            </a:prstGeom>
          </p:spPr>
          <p:txBody>
            <a:bodyPr wrap="non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i="0" u="none" strike="noStrike" kern="1200" cap="none" spc="0" normalizeH="0" baseline="0" noProof="0" dirty="0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Hint: </a:t>
              </a:r>
              <a:r>
                <a:rPr kumimoji="0" lang="en-US" sz="1800" i="0" u="none" strike="noStrike" kern="1200" cap="none" spc="0" normalizeH="0" baseline="0" noProof="0" dirty="0" err="1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histplot</a:t>
              </a:r>
              <a:r>
                <a:rPr kumimoji="0" lang="en-US" sz="1800" i="0" u="none" strike="noStrike" kern="1200" cap="none" spc="0" normalizeH="0" baseline="0" noProof="0" dirty="0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 with hue='Attrition'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FD80406-DC69-39C7-DFB5-59DD1732B737}"/>
              </a:ext>
            </a:extLst>
          </p:cNvPr>
          <p:cNvGrpSpPr/>
          <p:nvPr/>
        </p:nvGrpSpPr>
        <p:grpSpPr>
          <a:xfrm>
            <a:off x="975549" y="3950326"/>
            <a:ext cx="5123625" cy="878400"/>
            <a:chOff x="960309" y="5168408"/>
            <a:chExt cx="5123625" cy="878400"/>
          </a:xfrm>
        </p:grpSpPr>
        <p:sp>
          <p:nvSpPr>
            <p:cNvPr id="11" name="Text Placeholder 16">
              <a:extLst>
                <a:ext uri="{FF2B5EF4-FFF2-40B4-BE49-F238E27FC236}">
                  <a16:creationId xmlns:a16="http://schemas.microsoft.com/office/drawing/2014/main" id="{6ABD9347-0DD0-7F61-2A1C-FBA48363DB3C}"/>
                </a:ext>
              </a:extLst>
            </p:cNvPr>
            <p:cNvSpPr txBox="1">
              <a:spLocks/>
            </p:cNvSpPr>
            <p:nvPr/>
          </p:nvSpPr>
          <p:spPr>
            <a:xfrm>
              <a:off x="960309" y="5168408"/>
              <a:ext cx="5123625" cy="878400"/>
            </a:xfrm>
            <a:prstGeom prst="roundRect">
              <a:avLst>
                <a:gd name="adj" fmla="val 23351"/>
              </a:avLst>
            </a:prstGeom>
            <a:solidFill>
              <a:srgbClr val="2E9CCA">
                <a:alpha val="40000"/>
              </a:srgbClr>
            </a:solidFill>
          </p:spPr>
          <p:txBody>
            <a:bodyPr/>
            <a:lstStyle>
              <a:lvl1pPr marL="228611" indent="-228611" algn="l" defTabSz="914446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34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57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80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503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726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949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171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394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890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61F9C75-1B19-8E26-C85F-9689EF5AA618}"/>
                </a:ext>
              </a:extLst>
            </p:cNvPr>
            <p:cNvSpPr txBox="1"/>
            <p:nvPr/>
          </p:nvSpPr>
          <p:spPr>
            <a:xfrm>
              <a:off x="1064449" y="5197175"/>
              <a:ext cx="4841051" cy="369332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Attrition rate by Department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92ABB50-F261-7C98-C0C2-3FFF06A6BA2D}"/>
                </a:ext>
              </a:extLst>
            </p:cNvPr>
            <p:cNvSpPr txBox="1"/>
            <p:nvPr/>
          </p:nvSpPr>
          <p:spPr>
            <a:xfrm>
              <a:off x="1077149" y="5561365"/>
              <a:ext cx="4841051" cy="369332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i="0" u="none" strike="noStrike" kern="1200" cap="none" spc="0" normalizeH="0" baseline="0" noProof="0" dirty="0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Hint: </a:t>
              </a:r>
              <a:r>
                <a:rPr kumimoji="0" lang="en-US" sz="1800" i="0" u="none" strike="noStrike" kern="1200" cap="none" spc="0" normalizeH="0" baseline="0" noProof="0" dirty="0" err="1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barplot</a:t>
              </a:r>
              <a:r>
                <a:rPr kumimoji="0" lang="en-US" sz="1800" i="0" u="none" strike="noStrike" kern="1200" cap="none" spc="0" normalizeH="0" baseline="0" noProof="0" dirty="0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 or </a:t>
              </a:r>
              <a:r>
                <a:rPr kumimoji="0" lang="en-US" sz="1800" i="0" u="none" strike="noStrike" kern="1200" cap="none" spc="0" normalizeH="0" baseline="0" noProof="0" dirty="0" err="1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countplot</a:t>
              </a:r>
              <a:endPara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C6FE187-DF3A-59A4-2B36-408852390503}"/>
              </a:ext>
            </a:extLst>
          </p:cNvPr>
          <p:cNvGrpSpPr/>
          <p:nvPr/>
        </p:nvGrpSpPr>
        <p:grpSpPr>
          <a:xfrm>
            <a:off x="975549" y="5523757"/>
            <a:ext cx="5123625" cy="878400"/>
            <a:chOff x="960309" y="5999623"/>
            <a:chExt cx="5123625" cy="878400"/>
          </a:xfrm>
        </p:grpSpPr>
        <p:sp>
          <p:nvSpPr>
            <p:cNvPr id="13" name="Text Placeholder 16">
              <a:extLst>
                <a:ext uri="{FF2B5EF4-FFF2-40B4-BE49-F238E27FC236}">
                  <a16:creationId xmlns:a16="http://schemas.microsoft.com/office/drawing/2014/main" id="{151EE329-048D-A365-680F-BFC7495DB7F8}"/>
                </a:ext>
              </a:extLst>
            </p:cNvPr>
            <p:cNvSpPr txBox="1">
              <a:spLocks/>
            </p:cNvSpPr>
            <p:nvPr/>
          </p:nvSpPr>
          <p:spPr>
            <a:xfrm>
              <a:off x="960309" y="5999623"/>
              <a:ext cx="5123625" cy="878400"/>
            </a:xfrm>
            <a:prstGeom prst="roundRect">
              <a:avLst>
                <a:gd name="adj" fmla="val 23351"/>
              </a:avLst>
            </a:prstGeom>
            <a:solidFill>
              <a:srgbClr val="2E9CCA">
                <a:alpha val="40000"/>
              </a:srgbClr>
            </a:solidFill>
          </p:spPr>
          <p:txBody>
            <a:bodyPr/>
            <a:lstStyle>
              <a:lvl1pPr marL="228611" indent="-228611" algn="l" defTabSz="914446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34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57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80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503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726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949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171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394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890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72A9FE8-CC9A-C043-AA8E-4730F732CD45}"/>
                </a:ext>
              </a:extLst>
            </p:cNvPr>
            <p:cNvSpPr txBox="1"/>
            <p:nvPr/>
          </p:nvSpPr>
          <p:spPr>
            <a:xfrm>
              <a:off x="1064449" y="6033101"/>
              <a:ext cx="4841051" cy="369332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Correlation heatmap (top 10 features)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CB6253F-3060-9A9F-D149-32314CF70E15}"/>
                </a:ext>
              </a:extLst>
            </p:cNvPr>
            <p:cNvSpPr txBox="1"/>
            <p:nvPr/>
          </p:nvSpPr>
          <p:spPr>
            <a:xfrm>
              <a:off x="1077148" y="6407336"/>
              <a:ext cx="4841051" cy="369332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i="0" u="none" strike="noStrike" kern="1200" cap="none" spc="0" normalizeH="0" baseline="0" noProof="0" dirty="0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Hint: Select subset of columns first</a:t>
              </a:r>
            </a:p>
          </p:txBody>
        </p:sp>
      </p:grpSp>
      <p:sp>
        <p:nvSpPr>
          <p:cNvPr id="26" name="Arrow: Pentagon 25">
            <a:extLst>
              <a:ext uri="{FF2B5EF4-FFF2-40B4-BE49-F238E27FC236}">
                <a16:creationId xmlns:a16="http://schemas.microsoft.com/office/drawing/2014/main" id="{D9A910BF-24D4-E0A3-FF62-E5F89FE9790E}"/>
              </a:ext>
            </a:extLst>
          </p:cNvPr>
          <p:cNvSpPr/>
          <p:nvPr/>
        </p:nvSpPr>
        <p:spPr>
          <a:xfrm>
            <a:off x="6816725" y="1868155"/>
            <a:ext cx="3055482" cy="440575"/>
          </a:xfrm>
          <a:prstGeom prst="homePlate">
            <a:avLst/>
          </a:prstGeom>
          <a:solidFill>
            <a:srgbClr val="29648A">
              <a:alpha val="40000"/>
            </a:srgbClr>
          </a:solidFill>
          <a:ln w="19050">
            <a:solidFill>
              <a:srgbClr val="2527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Checklist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2C6B3AA-C1A8-6BB8-E47F-9FF08D82D127}"/>
              </a:ext>
            </a:extLst>
          </p:cNvPr>
          <p:cNvGrpSpPr/>
          <p:nvPr/>
        </p:nvGrpSpPr>
        <p:grpSpPr>
          <a:xfrm>
            <a:off x="6816725" y="2511283"/>
            <a:ext cx="5040313" cy="2405764"/>
            <a:chOff x="975549" y="4040782"/>
            <a:chExt cx="5040313" cy="2405764"/>
          </a:xfrm>
        </p:grpSpPr>
        <p:sp>
          <p:nvSpPr>
            <p:cNvPr id="28" name="Text Placeholder 16">
              <a:extLst>
                <a:ext uri="{FF2B5EF4-FFF2-40B4-BE49-F238E27FC236}">
                  <a16:creationId xmlns:a16="http://schemas.microsoft.com/office/drawing/2014/main" id="{A3ED88B7-37C6-B636-9413-F60B86D34F90}"/>
                </a:ext>
              </a:extLst>
            </p:cNvPr>
            <p:cNvSpPr txBox="1">
              <a:spLocks/>
            </p:cNvSpPr>
            <p:nvPr/>
          </p:nvSpPr>
          <p:spPr>
            <a:xfrm>
              <a:off x="975549" y="4040782"/>
              <a:ext cx="5040313" cy="2405764"/>
            </a:xfrm>
            <a:prstGeom prst="roundRect">
              <a:avLst>
                <a:gd name="adj" fmla="val 7760"/>
              </a:avLst>
            </a:prstGeom>
            <a:solidFill>
              <a:srgbClr val="2E9CCA">
                <a:alpha val="40000"/>
              </a:srgbClr>
            </a:solidFill>
            <a:ln w="28575">
              <a:solidFill>
                <a:srgbClr val="25274D"/>
              </a:solidFill>
            </a:ln>
          </p:spPr>
          <p:txBody>
            <a:bodyPr/>
            <a:lstStyle>
              <a:lvl1pPr marL="228611" indent="-228611" algn="l" defTabSz="914446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34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57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80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503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726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949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171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394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890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D19DCBC-8E95-3524-9472-3A8D8FF280E1}"/>
                </a:ext>
              </a:extLst>
            </p:cNvPr>
            <p:cNvSpPr txBox="1"/>
            <p:nvPr/>
          </p:nvSpPr>
          <p:spPr>
            <a:xfrm>
              <a:off x="1095437" y="4135888"/>
              <a:ext cx="3807453" cy="369332"/>
            </a:xfrm>
            <a:prstGeom prst="rect">
              <a:avLst/>
            </a:prstGeom>
          </p:spPr>
          <p:txBody>
            <a:bodyPr wrap="non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Ensure each </a:t>
              </a:r>
              <a:r>
                <a:rPr kumimoji="0" lang="en-US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visualisation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 has: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10846C6-EAFE-7825-0C70-62DB70867E61}"/>
                </a:ext>
              </a:extLst>
            </p:cNvPr>
            <p:cNvSpPr txBox="1"/>
            <p:nvPr/>
          </p:nvSpPr>
          <p:spPr>
            <a:xfrm>
              <a:off x="1124989" y="4579597"/>
              <a:ext cx="2188420" cy="369332"/>
            </a:xfrm>
            <a:prstGeom prst="rect">
              <a:avLst/>
            </a:prstGeom>
          </p:spPr>
          <p:txBody>
            <a:bodyPr wrap="non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1. Add a clear title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68FD995-0355-A443-CCF3-162869D1EB2A}"/>
                </a:ext>
              </a:extLst>
            </p:cNvPr>
            <p:cNvSpPr txBox="1"/>
            <p:nvPr/>
          </p:nvSpPr>
          <p:spPr>
            <a:xfrm>
              <a:off x="1125429" y="5059882"/>
              <a:ext cx="1630575" cy="369332"/>
            </a:xfrm>
            <a:prstGeom prst="rect">
              <a:avLst/>
            </a:prstGeom>
          </p:spPr>
          <p:txBody>
            <a:bodyPr wrap="non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2. Label axes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3C3C3A2-52F0-5954-6821-48C35BEA2B29}"/>
                </a:ext>
              </a:extLst>
            </p:cNvPr>
            <p:cNvSpPr txBox="1"/>
            <p:nvPr/>
          </p:nvSpPr>
          <p:spPr>
            <a:xfrm>
              <a:off x="1123583" y="5540167"/>
              <a:ext cx="3934090" cy="369332"/>
            </a:xfrm>
            <a:prstGeom prst="rect">
              <a:avLst/>
            </a:prstGeom>
          </p:spPr>
          <p:txBody>
            <a:bodyPr wrap="non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3. Include a legend (if using hue)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DB3E85D-776A-8423-A64A-1BCECAE99D8B}"/>
                </a:ext>
              </a:extLst>
            </p:cNvPr>
            <p:cNvSpPr txBox="1"/>
            <p:nvPr/>
          </p:nvSpPr>
          <p:spPr>
            <a:xfrm>
              <a:off x="1128307" y="5956958"/>
              <a:ext cx="3239990" cy="369332"/>
            </a:xfrm>
            <a:prstGeom prst="rect">
              <a:avLst/>
            </a:prstGeom>
          </p:spPr>
          <p:txBody>
            <a:bodyPr wrap="non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dirty="0">
                  <a:solidFill>
                    <a:srgbClr val="25274D"/>
                  </a:solidFill>
                  <a:latin typeface="Montserrat"/>
                </a:rPr>
                <a:t>4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. Share a business insight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634651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9206C-509A-793B-18FF-8227082CA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860B78-1FE7-65EE-75BF-3C1F60D37F4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9999" y="2482074"/>
            <a:ext cx="10422826" cy="189385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600" dirty="0"/>
              <a:t>Shape for Success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A0AEC0"/>
                </a:solidFill>
              </a:rPr>
              <a:t>From Raw to Engineered</a:t>
            </a:r>
          </a:p>
        </p:txBody>
      </p:sp>
    </p:spTree>
    <p:extLst>
      <p:ext uri="{BB962C8B-B14F-4D97-AF65-F5344CB8AC3E}">
        <p14:creationId xmlns:p14="http://schemas.microsoft.com/office/powerpoint/2010/main" val="32065727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A55EA-D4AE-57E8-8826-1CDB4C782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4FBD4589-7286-D01E-AAE1-A6DF516D4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Live Demo: Feature Scaling</a:t>
            </a: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D2A15657-8D08-BE08-32F9-24D6A8E93BA7}"/>
              </a:ext>
            </a:extLst>
          </p:cNvPr>
          <p:cNvSpPr/>
          <p:nvPr/>
        </p:nvSpPr>
        <p:spPr>
          <a:xfrm>
            <a:off x="856796" y="1623164"/>
            <a:ext cx="4345200" cy="484633"/>
          </a:xfrm>
          <a:prstGeom prst="hexagon">
            <a:avLst/>
          </a:prstGeom>
          <a:solidFill>
            <a:srgbClr val="46486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MinMax Scaling (0 to 1)</a:t>
            </a:r>
          </a:p>
        </p:txBody>
      </p:sp>
      <p:sp>
        <p:nvSpPr>
          <p:cNvPr id="48" name="Hexagon 47">
            <a:extLst>
              <a:ext uri="{FF2B5EF4-FFF2-40B4-BE49-F238E27FC236}">
                <a16:creationId xmlns:a16="http://schemas.microsoft.com/office/drawing/2014/main" id="{B86B602F-74E7-EC65-9A00-97F3DBA93E9A}"/>
              </a:ext>
            </a:extLst>
          </p:cNvPr>
          <p:cNvSpPr/>
          <p:nvPr/>
        </p:nvSpPr>
        <p:spPr>
          <a:xfrm>
            <a:off x="7014859" y="1623164"/>
            <a:ext cx="4344120" cy="484633"/>
          </a:xfrm>
          <a:prstGeom prst="hexagon">
            <a:avLst/>
          </a:prstGeom>
          <a:solidFill>
            <a:srgbClr val="46486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Standard Scaling (Z-score)</a:t>
            </a:r>
          </a:p>
        </p:txBody>
      </p:sp>
      <p:sp>
        <p:nvSpPr>
          <p:cNvPr id="78" name="Rectangle: Single Corner Snipped 77">
            <a:extLst>
              <a:ext uri="{FF2B5EF4-FFF2-40B4-BE49-F238E27FC236}">
                <a16:creationId xmlns:a16="http://schemas.microsoft.com/office/drawing/2014/main" id="{EB6DF227-0ADC-CCFA-9204-EFFEE927C67D}"/>
              </a:ext>
            </a:extLst>
          </p:cNvPr>
          <p:cNvSpPr/>
          <p:nvPr/>
        </p:nvSpPr>
        <p:spPr>
          <a:xfrm>
            <a:off x="1774032" y="5618363"/>
            <a:ext cx="8643936" cy="658271"/>
          </a:xfrm>
          <a:prstGeom prst="snip1Rect">
            <a:avLst/>
          </a:prstGeom>
          <a:noFill/>
          <a:ln w="38100">
            <a:solidFill>
              <a:srgbClr val="2527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ea typeface="Arial" pitchFamily="34" charset="-122"/>
                <a:cs typeface="Arial" pitchFamily="34" charset="-120"/>
              </a:rPr>
              <a:t>    Fit the scaler on training data only, then transform both train and test</a:t>
            </a: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rgbClr val="25274D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E57DDDE-BF17-74BE-6046-E8663ABF05EE}"/>
              </a:ext>
            </a:extLst>
          </p:cNvPr>
          <p:cNvSpPr/>
          <p:nvPr/>
        </p:nvSpPr>
        <p:spPr>
          <a:xfrm>
            <a:off x="334964" y="4729702"/>
            <a:ext cx="5336380" cy="780507"/>
          </a:xfrm>
          <a:prstGeom prst="roundRect">
            <a:avLst/>
          </a:prstGeom>
          <a:solidFill>
            <a:srgbClr val="2E9C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Use when: 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Need bounded range, neural networks, image data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B110055-BA9E-7C3F-4028-FF4EA53667C4}"/>
              </a:ext>
            </a:extLst>
          </p:cNvPr>
          <p:cNvSpPr/>
          <p:nvPr/>
        </p:nvSpPr>
        <p:spPr>
          <a:xfrm>
            <a:off x="6478048" y="4706188"/>
            <a:ext cx="5378989" cy="781200"/>
          </a:xfrm>
          <a:prstGeom prst="roundRect">
            <a:avLst/>
          </a:prstGeom>
          <a:solidFill>
            <a:srgbClr val="2E9C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Use when: 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Data has outliers, algorithms assume normal distribution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6F390B0-C9F3-B965-7043-80FE7FFC2595}"/>
              </a:ext>
            </a:extLst>
          </p:cNvPr>
          <p:cNvGrpSpPr/>
          <p:nvPr/>
        </p:nvGrpSpPr>
        <p:grpSpPr>
          <a:xfrm>
            <a:off x="334964" y="2263372"/>
            <a:ext cx="5388864" cy="2308628"/>
            <a:chOff x="334964" y="2263372"/>
            <a:chExt cx="5388864" cy="2308628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A9D9575D-4815-C52D-2FB8-0DB985724248}"/>
                </a:ext>
              </a:extLst>
            </p:cNvPr>
            <p:cNvGrpSpPr/>
            <p:nvPr/>
          </p:nvGrpSpPr>
          <p:grpSpPr>
            <a:xfrm>
              <a:off x="334964" y="2263372"/>
              <a:ext cx="5388864" cy="2308628"/>
              <a:chOff x="334964" y="5293409"/>
              <a:chExt cx="5388864" cy="2308628"/>
            </a:xfrm>
          </p:grpSpPr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89DF8AA7-27D5-F683-56F2-1263624003FD}"/>
                  </a:ext>
                </a:extLst>
              </p:cNvPr>
              <p:cNvSpPr/>
              <p:nvPr/>
            </p:nvSpPr>
            <p:spPr>
              <a:xfrm>
                <a:off x="334964" y="5293409"/>
                <a:ext cx="5388864" cy="2308628"/>
              </a:xfrm>
              <a:prstGeom prst="roundRect">
                <a:avLst>
                  <a:gd name="adj" fmla="val 10444"/>
                </a:avLst>
              </a:prstGeom>
              <a:solidFill>
                <a:srgbClr val="1E293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060A46B5-9B2D-984A-52EA-6E16219FAAAD}"/>
                  </a:ext>
                </a:extLst>
              </p:cNvPr>
              <p:cNvGrpSpPr/>
              <p:nvPr/>
            </p:nvGrpSpPr>
            <p:grpSpPr>
              <a:xfrm>
                <a:off x="558775" y="5409698"/>
                <a:ext cx="548439" cy="132480"/>
                <a:chOff x="977875" y="3452203"/>
                <a:chExt cx="548439" cy="132480"/>
              </a:xfrm>
            </p:grpSpPr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1B0B1FFB-FA99-D7C0-3FED-075B130F9B8D}"/>
                    </a:ext>
                  </a:extLst>
                </p:cNvPr>
                <p:cNvSpPr/>
                <p:nvPr/>
              </p:nvSpPr>
              <p:spPr>
                <a:xfrm>
                  <a:off x="977875" y="3452203"/>
                  <a:ext cx="137211" cy="13248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2DD2AD58-CDD2-8F10-0B24-87A56B528E6A}"/>
                    </a:ext>
                  </a:extLst>
                </p:cNvPr>
                <p:cNvSpPr/>
                <p:nvPr/>
              </p:nvSpPr>
              <p:spPr>
                <a:xfrm>
                  <a:off x="1183489" y="3452203"/>
                  <a:ext cx="137211" cy="13248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B059AD0C-0F50-C01E-4DA7-B760AC50BF16}"/>
                    </a:ext>
                  </a:extLst>
                </p:cNvPr>
                <p:cNvSpPr/>
                <p:nvPr/>
              </p:nvSpPr>
              <p:spPr>
                <a:xfrm>
                  <a:off x="1389103" y="3452203"/>
                  <a:ext cx="137211" cy="13248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</p:grpSp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0A13275-61F2-8658-9612-4C4DCB65C7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8774" y="2628430"/>
              <a:ext cx="3776631" cy="1894387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AA97CC0-D57E-F17D-D4C0-5287EA8B4594}"/>
              </a:ext>
            </a:extLst>
          </p:cNvPr>
          <p:cNvGrpSpPr/>
          <p:nvPr/>
        </p:nvGrpSpPr>
        <p:grpSpPr>
          <a:xfrm>
            <a:off x="6492487" y="2263372"/>
            <a:ext cx="5388865" cy="2308628"/>
            <a:chOff x="6492487" y="2263372"/>
            <a:chExt cx="5388865" cy="2308628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20207AFB-E68C-83BA-DB7E-6B03086E3FD9}"/>
                </a:ext>
              </a:extLst>
            </p:cNvPr>
            <p:cNvGrpSpPr/>
            <p:nvPr/>
          </p:nvGrpSpPr>
          <p:grpSpPr>
            <a:xfrm>
              <a:off x="6492487" y="2263372"/>
              <a:ext cx="5388865" cy="2308628"/>
              <a:chOff x="334963" y="5293409"/>
              <a:chExt cx="5388865" cy="2308628"/>
            </a:xfrm>
          </p:grpSpPr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25C7E143-13DB-3FBB-4624-D8D4C7ACAA30}"/>
                  </a:ext>
                </a:extLst>
              </p:cNvPr>
              <p:cNvSpPr/>
              <p:nvPr/>
            </p:nvSpPr>
            <p:spPr>
              <a:xfrm>
                <a:off x="334963" y="5293409"/>
                <a:ext cx="5388865" cy="2308628"/>
              </a:xfrm>
              <a:prstGeom prst="roundRect">
                <a:avLst>
                  <a:gd name="adj" fmla="val 10444"/>
                </a:avLst>
              </a:prstGeom>
              <a:solidFill>
                <a:srgbClr val="1E293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BA191027-3113-C9BD-3290-75751FEF0DA4}"/>
                  </a:ext>
                </a:extLst>
              </p:cNvPr>
              <p:cNvGrpSpPr/>
              <p:nvPr/>
            </p:nvGrpSpPr>
            <p:grpSpPr>
              <a:xfrm>
                <a:off x="558775" y="5409698"/>
                <a:ext cx="548439" cy="132480"/>
                <a:chOff x="977875" y="3452203"/>
                <a:chExt cx="548439" cy="132480"/>
              </a:xfrm>
            </p:grpSpPr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7F1A63CD-6844-3490-79C9-E65D796EC96F}"/>
                    </a:ext>
                  </a:extLst>
                </p:cNvPr>
                <p:cNvSpPr/>
                <p:nvPr/>
              </p:nvSpPr>
              <p:spPr>
                <a:xfrm>
                  <a:off x="977875" y="3452203"/>
                  <a:ext cx="137211" cy="13248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2307331D-B79B-C39E-9DA4-C587196218A1}"/>
                    </a:ext>
                  </a:extLst>
                </p:cNvPr>
                <p:cNvSpPr/>
                <p:nvPr/>
              </p:nvSpPr>
              <p:spPr>
                <a:xfrm>
                  <a:off x="1183489" y="3452203"/>
                  <a:ext cx="137211" cy="13248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86CB9EBF-A1A9-D260-9977-A7D7D35AF0D0}"/>
                    </a:ext>
                  </a:extLst>
                </p:cNvPr>
                <p:cNvSpPr/>
                <p:nvPr/>
              </p:nvSpPr>
              <p:spPr>
                <a:xfrm>
                  <a:off x="1389103" y="3452203"/>
                  <a:ext cx="137211" cy="13248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</p:grpSp>
        </p:grp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58819B6-84B5-96E4-8886-F60A2A5E70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84904" y="2614108"/>
              <a:ext cx="3874241" cy="18559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595623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C500E-E222-4A86-EFC5-ECEF11B8F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B79755F9-EE19-EB5C-05BC-69D8B2ED7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Live Demo: Encoding Categorical Variables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37A2C4F2-0C20-B6F4-5386-B995895EE0FA}"/>
              </a:ext>
            </a:extLst>
          </p:cNvPr>
          <p:cNvSpPr/>
          <p:nvPr/>
        </p:nvSpPr>
        <p:spPr>
          <a:xfrm>
            <a:off x="856796" y="1623164"/>
            <a:ext cx="4345200" cy="484633"/>
          </a:xfrm>
          <a:prstGeom prst="hexagon">
            <a:avLst/>
          </a:prstGeom>
          <a:solidFill>
            <a:srgbClr val="2E9CCA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One-Hot Encoding</a:t>
            </a:r>
          </a:p>
        </p:txBody>
      </p:sp>
      <p:sp>
        <p:nvSpPr>
          <p:cNvPr id="48" name="Hexagon 47">
            <a:extLst>
              <a:ext uri="{FF2B5EF4-FFF2-40B4-BE49-F238E27FC236}">
                <a16:creationId xmlns:a16="http://schemas.microsoft.com/office/drawing/2014/main" id="{DBCE7842-B0E6-7188-D184-A4B1D414AABE}"/>
              </a:ext>
            </a:extLst>
          </p:cNvPr>
          <p:cNvSpPr/>
          <p:nvPr/>
        </p:nvSpPr>
        <p:spPr>
          <a:xfrm>
            <a:off x="7014859" y="1623164"/>
            <a:ext cx="4344120" cy="484633"/>
          </a:xfrm>
          <a:prstGeom prst="hexagon">
            <a:avLst/>
          </a:prstGeom>
          <a:solidFill>
            <a:srgbClr val="2E9CCA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Label Encoding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B92E2CD-4886-8EA4-F566-EFCBED9D96D0}"/>
              </a:ext>
            </a:extLst>
          </p:cNvPr>
          <p:cNvSpPr/>
          <p:nvPr/>
        </p:nvSpPr>
        <p:spPr>
          <a:xfrm>
            <a:off x="334964" y="4337819"/>
            <a:ext cx="5336380" cy="780507"/>
          </a:xfrm>
          <a:prstGeom prst="roundRect">
            <a:avLst/>
          </a:prstGeom>
          <a:solidFill>
            <a:srgbClr val="2E9C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Use when: 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No natural order (colors, departments)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356570A-D284-5650-A048-84C5BE7BF66D}"/>
              </a:ext>
            </a:extLst>
          </p:cNvPr>
          <p:cNvSpPr/>
          <p:nvPr/>
        </p:nvSpPr>
        <p:spPr>
          <a:xfrm>
            <a:off x="6478048" y="4314305"/>
            <a:ext cx="5378989" cy="781200"/>
          </a:xfrm>
          <a:prstGeom prst="roundRect">
            <a:avLst/>
          </a:prstGeom>
          <a:solidFill>
            <a:srgbClr val="2E9C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Use when: 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Binary or ordinal categories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F01E722-C0E4-13A9-7BB3-4136715EF684}"/>
              </a:ext>
            </a:extLst>
          </p:cNvPr>
          <p:cNvSpPr/>
          <p:nvPr/>
        </p:nvSpPr>
        <p:spPr>
          <a:xfrm>
            <a:off x="334964" y="5339361"/>
            <a:ext cx="5336380" cy="780507"/>
          </a:xfrm>
          <a:prstGeom prst="roundRect">
            <a:avLst/>
          </a:prstGeom>
          <a:solidFill>
            <a:srgbClr val="2E9C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Creates: 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Dept_Sales,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Dept_HR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,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Dept_IT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...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3D3916B-4099-62C1-6148-5AA473C17EA5}"/>
              </a:ext>
            </a:extLst>
          </p:cNvPr>
          <p:cNvSpPr/>
          <p:nvPr/>
        </p:nvSpPr>
        <p:spPr>
          <a:xfrm>
            <a:off x="6478048" y="5315847"/>
            <a:ext cx="5378989" cy="781200"/>
          </a:xfrm>
          <a:prstGeom prst="roundRect">
            <a:avLst/>
          </a:prstGeom>
          <a:solidFill>
            <a:srgbClr val="2E9C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Creates: 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Female=0, Male=1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65AD72C-221E-C5DC-30DA-57D8AB259A36}"/>
              </a:ext>
            </a:extLst>
          </p:cNvPr>
          <p:cNvGrpSpPr/>
          <p:nvPr/>
        </p:nvGrpSpPr>
        <p:grpSpPr>
          <a:xfrm>
            <a:off x="1172941" y="2192851"/>
            <a:ext cx="3712910" cy="2050933"/>
            <a:chOff x="334964" y="2263372"/>
            <a:chExt cx="3303181" cy="1846090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0279F13-946D-A5C9-2DB6-33C62E15D907}"/>
                </a:ext>
              </a:extLst>
            </p:cNvPr>
            <p:cNvGrpSpPr/>
            <p:nvPr/>
          </p:nvGrpSpPr>
          <p:grpSpPr>
            <a:xfrm>
              <a:off x="334964" y="2263372"/>
              <a:ext cx="3303181" cy="1846090"/>
              <a:chOff x="334964" y="5293409"/>
              <a:chExt cx="3303181" cy="1846090"/>
            </a:xfrm>
          </p:grpSpPr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AD9DE21F-660E-C19E-1140-D595461DEE51}"/>
                  </a:ext>
                </a:extLst>
              </p:cNvPr>
              <p:cNvSpPr/>
              <p:nvPr/>
            </p:nvSpPr>
            <p:spPr>
              <a:xfrm>
                <a:off x="334964" y="5293409"/>
                <a:ext cx="3303181" cy="1846090"/>
              </a:xfrm>
              <a:prstGeom prst="roundRect">
                <a:avLst>
                  <a:gd name="adj" fmla="val 10444"/>
                </a:avLst>
              </a:prstGeom>
              <a:solidFill>
                <a:srgbClr val="1E293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5AC9C404-040A-1284-85CA-BABD1BC1E19D}"/>
                  </a:ext>
                </a:extLst>
              </p:cNvPr>
              <p:cNvGrpSpPr/>
              <p:nvPr/>
            </p:nvGrpSpPr>
            <p:grpSpPr>
              <a:xfrm>
                <a:off x="558775" y="5409698"/>
                <a:ext cx="548439" cy="132480"/>
                <a:chOff x="977875" y="3452203"/>
                <a:chExt cx="548439" cy="132480"/>
              </a:xfrm>
            </p:grpSpPr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F9BBDDE8-36E0-A5F7-C92B-9E94A69D7E92}"/>
                    </a:ext>
                  </a:extLst>
                </p:cNvPr>
                <p:cNvSpPr/>
                <p:nvPr/>
              </p:nvSpPr>
              <p:spPr>
                <a:xfrm>
                  <a:off x="977875" y="3452203"/>
                  <a:ext cx="137211" cy="13248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6928603E-B202-BE81-6A81-719C84BF3F54}"/>
                    </a:ext>
                  </a:extLst>
                </p:cNvPr>
                <p:cNvSpPr/>
                <p:nvPr/>
              </p:nvSpPr>
              <p:spPr>
                <a:xfrm>
                  <a:off x="1183489" y="3452203"/>
                  <a:ext cx="137211" cy="13248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90AC8FD6-C16F-8FD5-847F-71C500EEA083}"/>
                    </a:ext>
                  </a:extLst>
                </p:cNvPr>
                <p:cNvSpPr/>
                <p:nvPr/>
              </p:nvSpPr>
              <p:spPr>
                <a:xfrm>
                  <a:off x="1389103" y="3452203"/>
                  <a:ext cx="137211" cy="13248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</p:grpSp>
        </p:grp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C867BD6D-F89D-43E1-AF39-B1068CEC0E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5800" y="2574881"/>
              <a:ext cx="2495898" cy="1476581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7B9BEC5-F916-C304-5C39-D3D3AE18085E}"/>
              </a:ext>
            </a:extLst>
          </p:cNvPr>
          <p:cNvGrpSpPr/>
          <p:nvPr/>
        </p:nvGrpSpPr>
        <p:grpSpPr>
          <a:xfrm>
            <a:off x="7330463" y="2192851"/>
            <a:ext cx="3712911" cy="2050933"/>
            <a:chOff x="6492487" y="2263371"/>
            <a:chExt cx="3712911" cy="2050933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A345951F-B7F2-177B-F4B6-9A5214486EFD}"/>
                </a:ext>
              </a:extLst>
            </p:cNvPr>
            <p:cNvGrpSpPr/>
            <p:nvPr/>
          </p:nvGrpSpPr>
          <p:grpSpPr>
            <a:xfrm>
              <a:off x="6492487" y="2263371"/>
              <a:ext cx="3712911" cy="2050933"/>
              <a:chOff x="334963" y="5293408"/>
              <a:chExt cx="3712911" cy="2050933"/>
            </a:xfrm>
          </p:grpSpPr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D8AD9582-2670-2940-83C0-52EB0ADB9760}"/>
                  </a:ext>
                </a:extLst>
              </p:cNvPr>
              <p:cNvSpPr/>
              <p:nvPr/>
            </p:nvSpPr>
            <p:spPr>
              <a:xfrm>
                <a:off x="334963" y="5293408"/>
                <a:ext cx="3712911" cy="2050933"/>
              </a:xfrm>
              <a:prstGeom prst="roundRect">
                <a:avLst>
                  <a:gd name="adj" fmla="val 10444"/>
                </a:avLst>
              </a:prstGeom>
              <a:solidFill>
                <a:srgbClr val="1E293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FC967BE9-0609-3599-1C8F-07C044CBA776}"/>
                  </a:ext>
                </a:extLst>
              </p:cNvPr>
              <p:cNvGrpSpPr/>
              <p:nvPr/>
            </p:nvGrpSpPr>
            <p:grpSpPr>
              <a:xfrm>
                <a:off x="558775" y="5409698"/>
                <a:ext cx="548439" cy="132480"/>
                <a:chOff x="977875" y="3452203"/>
                <a:chExt cx="548439" cy="132480"/>
              </a:xfrm>
            </p:grpSpPr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E60EBA6B-683D-1A65-D9C9-FD714818A7FD}"/>
                    </a:ext>
                  </a:extLst>
                </p:cNvPr>
                <p:cNvSpPr/>
                <p:nvPr/>
              </p:nvSpPr>
              <p:spPr>
                <a:xfrm>
                  <a:off x="977875" y="3452203"/>
                  <a:ext cx="137211" cy="13248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CDC9F581-1260-A401-DF29-316021A0C8A9}"/>
                    </a:ext>
                  </a:extLst>
                </p:cNvPr>
                <p:cNvSpPr/>
                <p:nvPr/>
              </p:nvSpPr>
              <p:spPr>
                <a:xfrm>
                  <a:off x="1183489" y="3452203"/>
                  <a:ext cx="137211" cy="13248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B38D88AE-7F0D-A263-836C-FEED41068142}"/>
                    </a:ext>
                  </a:extLst>
                </p:cNvPr>
                <p:cNvSpPr/>
                <p:nvPr/>
              </p:nvSpPr>
              <p:spPr>
                <a:xfrm>
                  <a:off x="1389103" y="3452203"/>
                  <a:ext cx="137211" cy="13248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</p:grpSp>
        </p:grp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644773C7-022F-6BE7-1EEC-0346A207CF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53510" y="2588964"/>
              <a:ext cx="3191320" cy="15623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644553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27DCD-DAED-0D31-E42D-DEA7D97A3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7E01E00C-F852-CC4C-ACEF-0C6FD04FE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Live Demo: Creating New Features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44ACDC06-9CED-F761-5902-0B10019D1C64}"/>
              </a:ext>
            </a:extLst>
          </p:cNvPr>
          <p:cNvSpPr/>
          <p:nvPr/>
        </p:nvSpPr>
        <p:spPr>
          <a:xfrm>
            <a:off x="1055257" y="1278107"/>
            <a:ext cx="3948278" cy="484633"/>
          </a:xfrm>
          <a:prstGeom prst="hexagon">
            <a:avLst/>
          </a:prstGeom>
          <a:solidFill>
            <a:srgbClr val="2E9CCA">
              <a:alpha val="60000"/>
            </a:srgbClr>
          </a:solidFill>
          <a:ln w="38100">
            <a:solidFill>
              <a:srgbClr val="2E9C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Ratios and Combinations</a:t>
            </a:r>
          </a:p>
        </p:txBody>
      </p:sp>
      <p:sp>
        <p:nvSpPr>
          <p:cNvPr id="48" name="Hexagon 47">
            <a:extLst>
              <a:ext uri="{FF2B5EF4-FFF2-40B4-BE49-F238E27FC236}">
                <a16:creationId xmlns:a16="http://schemas.microsoft.com/office/drawing/2014/main" id="{9BB18439-FDC6-0B2E-E646-62A4D3C06D04}"/>
              </a:ext>
            </a:extLst>
          </p:cNvPr>
          <p:cNvSpPr/>
          <p:nvPr/>
        </p:nvSpPr>
        <p:spPr>
          <a:xfrm>
            <a:off x="7197880" y="1278107"/>
            <a:ext cx="3949200" cy="484633"/>
          </a:xfrm>
          <a:prstGeom prst="hexagon">
            <a:avLst/>
          </a:prstGeom>
          <a:solidFill>
            <a:srgbClr val="2E9CCA">
              <a:alpha val="60000"/>
            </a:srgbClr>
          </a:solidFill>
          <a:ln w="38100">
            <a:solidFill>
              <a:srgbClr val="2E9C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Binning / Bucketing</a:t>
            </a:r>
          </a:p>
        </p:txBody>
      </p:sp>
      <p:sp>
        <p:nvSpPr>
          <p:cNvPr id="71" name="Hexagon 70">
            <a:extLst>
              <a:ext uri="{FF2B5EF4-FFF2-40B4-BE49-F238E27FC236}">
                <a16:creationId xmlns:a16="http://schemas.microsoft.com/office/drawing/2014/main" id="{648DEBDB-4CE7-D0D8-3DA7-DAB1AC22E8E1}"/>
              </a:ext>
            </a:extLst>
          </p:cNvPr>
          <p:cNvSpPr/>
          <p:nvPr/>
        </p:nvSpPr>
        <p:spPr>
          <a:xfrm>
            <a:off x="7197880" y="4318532"/>
            <a:ext cx="3949200" cy="484633"/>
          </a:xfrm>
          <a:prstGeom prst="hexagon">
            <a:avLst/>
          </a:prstGeom>
          <a:solidFill>
            <a:srgbClr val="2E9CCA">
              <a:alpha val="60000"/>
            </a:srgbClr>
          </a:solidFill>
          <a:ln w="38100">
            <a:solidFill>
              <a:srgbClr val="2E9C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Boolean Flags</a:t>
            </a:r>
          </a:p>
        </p:txBody>
      </p:sp>
      <p:sp>
        <p:nvSpPr>
          <p:cNvPr id="78" name="Arrow: Pentagon 77">
            <a:extLst>
              <a:ext uri="{FF2B5EF4-FFF2-40B4-BE49-F238E27FC236}">
                <a16:creationId xmlns:a16="http://schemas.microsoft.com/office/drawing/2014/main" id="{109AD04F-410C-EEF8-9151-290468C806F7}"/>
              </a:ext>
            </a:extLst>
          </p:cNvPr>
          <p:cNvSpPr/>
          <p:nvPr/>
        </p:nvSpPr>
        <p:spPr>
          <a:xfrm>
            <a:off x="1119247" y="4953159"/>
            <a:ext cx="5378989" cy="1166168"/>
          </a:xfrm>
          <a:prstGeom prst="homePlate">
            <a:avLst/>
          </a:prstGeom>
          <a:solidFill>
            <a:srgbClr val="464866">
              <a:alpha val="40000"/>
            </a:srgbClr>
          </a:solidFill>
          <a:ln w="38100">
            <a:solidFill>
              <a:srgbClr val="2527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A365D"/>
                </a:solidFill>
                <a:effectLst/>
                <a:uLnTx/>
                <a:uFillTx/>
                <a:latin typeface="Montserrat"/>
                <a:ea typeface="Arial" pitchFamily="34" charset="-122"/>
                <a:cs typeface="Arial" pitchFamily="34" charset="-120"/>
              </a:rPr>
              <a:t>Why Create Features?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1A365D"/>
                </a:solidFill>
                <a:effectLst/>
                <a:uLnTx/>
                <a:uFillTx/>
                <a:latin typeface="Montserrat"/>
                <a:ea typeface="Arial" pitchFamily="34" charset="-122"/>
                <a:cs typeface="Arial" pitchFamily="34" charset="-120"/>
              </a:rPr>
              <a:t>Capture domain knowledge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1A365D"/>
                </a:solidFill>
                <a:effectLst/>
                <a:uLnTx/>
                <a:uFillTx/>
                <a:latin typeface="Montserrat"/>
                <a:ea typeface="Arial" pitchFamily="34" charset="-122"/>
                <a:cs typeface="Arial" pitchFamily="34" charset="-120"/>
              </a:rPr>
              <a:t>Create meaningful combinations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800" i="0" u="none" strike="noStrike" kern="1200" cap="none" spc="0" normalizeH="0" baseline="0" noProof="0" dirty="0">
                <a:ln>
                  <a:noFill/>
                </a:ln>
                <a:solidFill>
                  <a:srgbClr val="1A365D"/>
                </a:solidFill>
                <a:effectLst/>
                <a:uLnTx/>
                <a:uFillTx/>
                <a:latin typeface="Montserrat"/>
                <a:ea typeface="Arial" pitchFamily="34" charset="-122"/>
                <a:cs typeface="Arial" pitchFamily="34" charset="-120"/>
              </a:rPr>
              <a:t>Improve model performance</a:t>
            </a: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AD203A6-9D11-CEBE-9FD9-4ACB3607C220}"/>
              </a:ext>
            </a:extLst>
          </p:cNvPr>
          <p:cNvGrpSpPr/>
          <p:nvPr/>
        </p:nvGrpSpPr>
        <p:grpSpPr>
          <a:xfrm>
            <a:off x="1054796" y="1921783"/>
            <a:ext cx="3948278" cy="2530148"/>
            <a:chOff x="334964" y="1849302"/>
            <a:chExt cx="3948278" cy="2530148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26C8CD5F-CDF9-9873-D88E-CF8EF8AB9935}"/>
                </a:ext>
              </a:extLst>
            </p:cNvPr>
            <p:cNvGrpSpPr/>
            <p:nvPr/>
          </p:nvGrpSpPr>
          <p:grpSpPr>
            <a:xfrm>
              <a:off x="334964" y="1849302"/>
              <a:ext cx="3948278" cy="2530148"/>
              <a:chOff x="334964" y="5293409"/>
              <a:chExt cx="3948278" cy="2530148"/>
            </a:xfrm>
          </p:grpSpPr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FF17C1E2-3113-E4C2-185F-F38CC1EA0463}"/>
                  </a:ext>
                </a:extLst>
              </p:cNvPr>
              <p:cNvSpPr/>
              <p:nvPr/>
            </p:nvSpPr>
            <p:spPr>
              <a:xfrm>
                <a:off x="334964" y="5293409"/>
                <a:ext cx="3948278" cy="2530148"/>
              </a:xfrm>
              <a:prstGeom prst="roundRect">
                <a:avLst>
                  <a:gd name="adj" fmla="val 10444"/>
                </a:avLst>
              </a:prstGeom>
              <a:solidFill>
                <a:srgbClr val="1E293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09BC58A1-FFE6-CAC0-3F1F-20A0FA0BBEFE}"/>
                  </a:ext>
                </a:extLst>
              </p:cNvPr>
              <p:cNvGrpSpPr/>
              <p:nvPr/>
            </p:nvGrpSpPr>
            <p:grpSpPr>
              <a:xfrm>
                <a:off x="558775" y="5409698"/>
                <a:ext cx="548439" cy="132480"/>
                <a:chOff x="977875" y="3452203"/>
                <a:chExt cx="548439" cy="132480"/>
              </a:xfrm>
            </p:grpSpPr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3C251B3C-E0C6-9E2B-06C7-F48175B18228}"/>
                    </a:ext>
                  </a:extLst>
                </p:cNvPr>
                <p:cNvSpPr/>
                <p:nvPr/>
              </p:nvSpPr>
              <p:spPr>
                <a:xfrm>
                  <a:off x="977875" y="3452203"/>
                  <a:ext cx="137211" cy="13248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EEC1C027-E55E-C4B2-EB3E-98C39AC7F13E}"/>
                    </a:ext>
                  </a:extLst>
                </p:cNvPr>
                <p:cNvSpPr/>
                <p:nvPr/>
              </p:nvSpPr>
              <p:spPr>
                <a:xfrm>
                  <a:off x="1183489" y="3452203"/>
                  <a:ext cx="137211" cy="13248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B31A225D-66A7-3767-3802-7549ED48C9CE}"/>
                    </a:ext>
                  </a:extLst>
                </p:cNvPr>
                <p:cNvSpPr/>
                <p:nvPr/>
              </p:nvSpPr>
              <p:spPr>
                <a:xfrm>
                  <a:off x="1389103" y="3452203"/>
                  <a:ext cx="137211" cy="13248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</p:grpSp>
        </p:grp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3F703907-3D10-31E0-8287-FAEEC27A07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8775" y="2173081"/>
              <a:ext cx="3419952" cy="1914792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48E4964-610D-CD2E-C636-79D97F47C4E5}"/>
              </a:ext>
            </a:extLst>
          </p:cNvPr>
          <p:cNvGrpSpPr/>
          <p:nvPr/>
        </p:nvGrpSpPr>
        <p:grpSpPr>
          <a:xfrm>
            <a:off x="7238693" y="4953159"/>
            <a:ext cx="3948279" cy="1616492"/>
            <a:chOff x="334963" y="4750823"/>
            <a:chExt cx="3948279" cy="1616492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8212D883-080C-6D31-0374-D467819C7429}"/>
                </a:ext>
              </a:extLst>
            </p:cNvPr>
            <p:cNvGrpSpPr/>
            <p:nvPr/>
          </p:nvGrpSpPr>
          <p:grpSpPr>
            <a:xfrm>
              <a:off x="334963" y="4750823"/>
              <a:ext cx="3948279" cy="1616492"/>
              <a:chOff x="334963" y="5293409"/>
              <a:chExt cx="3948279" cy="1616492"/>
            </a:xfrm>
          </p:grpSpPr>
          <p:sp>
            <p:nvSpPr>
              <p:cNvPr id="65" name="Rectangle: Rounded Corners 64">
                <a:extLst>
                  <a:ext uri="{FF2B5EF4-FFF2-40B4-BE49-F238E27FC236}">
                    <a16:creationId xmlns:a16="http://schemas.microsoft.com/office/drawing/2014/main" id="{FAC8D2D5-44DB-D644-14F0-8CC1791CEE75}"/>
                  </a:ext>
                </a:extLst>
              </p:cNvPr>
              <p:cNvSpPr/>
              <p:nvPr/>
            </p:nvSpPr>
            <p:spPr>
              <a:xfrm>
                <a:off x="334963" y="5293409"/>
                <a:ext cx="3948279" cy="1616492"/>
              </a:xfrm>
              <a:prstGeom prst="roundRect">
                <a:avLst>
                  <a:gd name="adj" fmla="val 10444"/>
                </a:avLst>
              </a:prstGeom>
              <a:solidFill>
                <a:srgbClr val="1E293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A5923459-C252-74C5-E631-0780CE9C4796}"/>
                  </a:ext>
                </a:extLst>
              </p:cNvPr>
              <p:cNvGrpSpPr/>
              <p:nvPr/>
            </p:nvGrpSpPr>
            <p:grpSpPr>
              <a:xfrm>
                <a:off x="558775" y="5409698"/>
                <a:ext cx="548439" cy="132480"/>
                <a:chOff x="977875" y="3452203"/>
                <a:chExt cx="548439" cy="132480"/>
              </a:xfrm>
            </p:grpSpPr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C0CADA48-B18C-6570-4275-E851FB436004}"/>
                    </a:ext>
                  </a:extLst>
                </p:cNvPr>
                <p:cNvSpPr/>
                <p:nvPr/>
              </p:nvSpPr>
              <p:spPr>
                <a:xfrm>
                  <a:off x="977875" y="3452203"/>
                  <a:ext cx="137211" cy="13248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  <p:sp>
              <p:nvSpPr>
                <p:cNvPr id="69" name="Oval 68">
                  <a:extLst>
                    <a:ext uri="{FF2B5EF4-FFF2-40B4-BE49-F238E27FC236}">
                      <a16:creationId xmlns:a16="http://schemas.microsoft.com/office/drawing/2014/main" id="{4A438E13-8915-1479-78FC-44F5A276BD18}"/>
                    </a:ext>
                  </a:extLst>
                </p:cNvPr>
                <p:cNvSpPr/>
                <p:nvPr/>
              </p:nvSpPr>
              <p:spPr>
                <a:xfrm>
                  <a:off x="1183489" y="3452203"/>
                  <a:ext cx="137211" cy="13248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49CA45D6-7CCD-5AE0-A68B-2D4E887D5268}"/>
                    </a:ext>
                  </a:extLst>
                </p:cNvPr>
                <p:cNvSpPr/>
                <p:nvPr/>
              </p:nvSpPr>
              <p:spPr>
                <a:xfrm>
                  <a:off x="1389103" y="3452203"/>
                  <a:ext cx="137211" cy="13248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</p:grpSp>
        </p:grp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725B8EFE-34F9-F1D1-9D49-42D373BDEB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3829" y="5127995"/>
              <a:ext cx="3124636" cy="962159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17846E1-CF3F-2DB3-B282-34440FA603FD}"/>
              </a:ext>
            </a:extLst>
          </p:cNvPr>
          <p:cNvGrpSpPr/>
          <p:nvPr/>
        </p:nvGrpSpPr>
        <p:grpSpPr>
          <a:xfrm>
            <a:off x="7188927" y="1921783"/>
            <a:ext cx="3948278" cy="1990958"/>
            <a:chOff x="6478049" y="1849302"/>
            <a:chExt cx="3948278" cy="1990958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29EE49EA-BF38-227F-FF40-C7B34015129F}"/>
                </a:ext>
              </a:extLst>
            </p:cNvPr>
            <p:cNvGrpSpPr/>
            <p:nvPr/>
          </p:nvGrpSpPr>
          <p:grpSpPr>
            <a:xfrm>
              <a:off x="6478049" y="1849302"/>
              <a:ext cx="3948278" cy="1990958"/>
              <a:chOff x="334964" y="5293409"/>
              <a:chExt cx="3948278" cy="1990958"/>
            </a:xfrm>
          </p:grpSpPr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BF141B3E-A529-D7F2-6D55-08E46121ED71}"/>
                  </a:ext>
                </a:extLst>
              </p:cNvPr>
              <p:cNvSpPr/>
              <p:nvPr/>
            </p:nvSpPr>
            <p:spPr>
              <a:xfrm>
                <a:off x="334964" y="5293409"/>
                <a:ext cx="3948278" cy="1990958"/>
              </a:xfrm>
              <a:prstGeom prst="roundRect">
                <a:avLst>
                  <a:gd name="adj" fmla="val 10444"/>
                </a:avLst>
              </a:prstGeom>
              <a:solidFill>
                <a:srgbClr val="1E293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3A655D26-30E0-F5C4-054E-C9DCAC0DEE49}"/>
                  </a:ext>
                </a:extLst>
              </p:cNvPr>
              <p:cNvGrpSpPr/>
              <p:nvPr/>
            </p:nvGrpSpPr>
            <p:grpSpPr>
              <a:xfrm>
                <a:off x="558775" y="5409698"/>
                <a:ext cx="548439" cy="132480"/>
                <a:chOff x="977875" y="3452203"/>
                <a:chExt cx="548439" cy="132480"/>
              </a:xfrm>
            </p:grpSpPr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525981D1-B37D-24C4-71F7-2A006E6BA772}"/>
                    </a:ext>
                  </a:extLst>
                </p:cNvPr>
                <p:cNvSpPr/>
                <p:nvPr/>
              </p:nvSpPr>
              <p:spPr>
                <a:xfrm>
                  <a:off x="977875" y="3452203"/>
                  <a:ext cx="137211" cy="13248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8AC121A5-FC91-AAB6-F419-F7E493132033}"/>
                    </a:ext>
                  </a:extLst>
                </p:cNvPr>
                <p:cNvSpPr/>
                <p:nvPr/>
              </p:nvSpPr>
              <p:spPr>
                <a:xfrm>
                  <a:off x="1183489" y="3452203"/>
                  <a:ext cx="137211" cy="13248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FF35A25C-7FB6-C83C-EDBC-81DBC1410982}"/>
                    </a:ext>
                  </a:extLst>
                </p:cNvPr>
                <p:cNvSpPr/>
                <p:nvPr/>
              </p:nvSpPr>
              <p:spPr>
                <a:xfrm>
                  <a:off x="1389103" y="3452203"/>
                  <a:ext cx="137211" cy="13248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</p:grpSp>
        </p:grp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798A1587-E91B-B571-C217-82CEB58EBE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01860" y="2214360"/>
              <a:ext cx="2819794" cy="15051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834033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2D516-64E9-D518-840B-196FBCAF6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8D5E7A3-47FB-28C3-4359-967806097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Activity: Engineer Your Features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B0E80CC8-CE04-9CC7-A8FC-7A6B9B7D6A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Time: 10 minutes</a:t>
            </a:r>
          </a:p>
          <a:p>
            <a:endParaRPr lang="en-GB" dirty="0"/>
          </a:p>
        </p:txBody>
      </p:sp>
      <p:sp>
        <p:nvSpPr>
          <p:cNvPr id="58" name="Arrow: Pentagon 57">
            <a:extLst>
              <a:ext uri="{FF2B5EF4-FFF2-40B4-BE49-F238E27FC236}">
                <a16:creationId xmlns:a16="http://schemas.microsoft.com/office/drawing/2014/main" id="{5DDFECC6-CDBB-AAFE-8DBD-20C57EE387B4}"/>
              </a:ext>
            </a:extLst>
          </p:cNvPr>
          <p:cNvSpPr/>
          <p:nvPr/>
        </p:nvSpPr>
        <p:spPr>
          <a:xfrm>
            <a:off x="7212014" y="5573673"/>
            <a:ext cx="4645024" cy="804136"/>
          </a:xfrm>
          <a:prstGeom prst="homePlate">
            <a:avLst/>
          </a:prstGeom>
          <a:solidFill>
            <a:srgbClr val="46486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Pro Tip: 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Check correlation of new features with Attrition!</a:t>
            </a: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5B01B9FD-817E-33C8-4E17-4285898D7BB5}"/>
              </a:ext>
            </a:extLst>
          </p:cNvPr>
          <p:cNvSpPr/>
          <p:nvPr/>
        </p:nvSpPr>
        <p:spPr>
          <a:xfrm>
            <a:off x="353250" y="1868155"/>
            <a:ext cx="3055482" cy="440575"/>
          </a:xfrm>
          <a:prstGeom prst="homePlate">
            <a:avLst/>
          </a:prstGeom>
          <a:solidFill>
            <a:srgbClr val="29648A">
              <a:alpha val="40000"/>
            </a:srgbClr>
          </a:solidFill>
          <a:ln w="19050">
            <a:solidFill>
              <a:srgbClr val="2527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Your Tasks</a:t>
            </a:r>
          </a:p>
        </p:txBody>
      </p:sp>
      <p:pic>
        <p:nvPicPr>
          <p:cNvPr id="10" name="Picture 9" descr="A blue check mark in a box&#10;&#10;AI-generated content may be incorrect.">
            <a:extLst>
              <a:ext uri="{FF2B5EF4-FFF2-40B4-BE49-F238E27FC236}">
                <a16:creationId xmlns:a16="http://schemas.microsoft.com/office/drawing/2014/main" id="{68C94C4D-F091-20A1-E1EF-AB7C04FF42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696" y="2817783"/>
            <a:ext cx="406421" cy="406421"/>
          </a:xfrm>
          <a:prstGeom prst="rect">
            <a:avLst/>
          </a:prstGeom>
        </p:spPr>
      </p:pic>
      <p:pic>
        <p:nvPicPr>
          <p:cNvPr id="12" name="Picture 11" descr="A blue check mark in a box&#10;&#10;AI-generated content may be incorrect.">
            <a:extLst>
              <a:ext uri="{FF2B5EF4-FFF2-40B4-BE49-F238E27FC236}">
                <a16:creationId xmlns:a16="http://schemas.microsoft.com/office/drawing/2014/main" id="{F252A1B7-0AFD-5351-F8AC-E368D56A06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696" y="3863602"/>
            <a:ext cx="406421" cy="406421"/>
          </a:xfrm>
          <a:prstGeom prst="rect">
            <a:avLst/>
          </a:prstGeom>
        </p:spPr>
      </p:pic>
      <p:pic>
        <p:nvPicPr>
          <p:cNvPr id="14" name="Picture 13" descr="A blue check mark in a box&#10;&#10;AI-generated content may be incorrect.">
            <a:extLst>
              <a:ext uri="{FF2B5EF4-FFF2-40B4-BE49-F238E27FC236}">
                <a16:creationId xmlns:a16="http://schemas.microsoft.com/office/drawing/2014/main" id="{5B77585A-029A-0DE3-9226-F6BC302A08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696" y="4909421"/>
            <a:ext cx="406421" cy="406421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D91DB2DF-5A9E-D518-5767-0345A6008CDA}"/>
              </a:ext>
            </a:extLst>
          </p:cNvPr>
          <p:cNvGrpSpPr/>
          <p:nvPr/>
        </p:nvGrpSpPr>
        <p:grpSpPr>
          <a:xfrm>
            <a:off x="975549" y="2581037"/>
            <a:ext cx="5784933" cy="879912"/>
            <a:chOff x="975549" y="4084777"/>
            <a:chExt cx="5784933" cy="879912"/>
          </a:xfrm>
        </p:grpSpPr>
        <p:sp>
          <p:nvSpPr>
            <p:cNvPr id="54" name="Text Placeholder 16">
              <a:extLst>
                <a:ext uri="{FF2B5EF4-FFF2-40B4-BE49-F238E27FC236}">
                  <a16:creationId xmlns:a16="http://schemas.microsoft.com/office/drawing/2014/main" id="{AE3309CB-CE4A-D57A-D57D-DC3D9A97AD02}"/>
                </a:ext>
              </a:extLst>
            </p:cNvPr>
            <p:cNvSpPr txBox="1">
              <a:spLocks/>
            </p:cNvSpPr>
            <p:nvPr/>
          </p:nvSpPr>
          <p:spPr>
            <a:xfrm>
              <a:off x="975549" y="4084777"/>
              <a:ext cx="5784933" cy="879912"/>
            </a:xfrm>
            <a:prstGeom prst="roundRect">
              <a:avLst>
                <a:gd name="adj" fmla="val 23351"/>
              </a:avLst>
            </a:prstGeom>
            <a:solidFill>
              <a:srgbClr val="2E9CCA">
                <a:alpha val="40000"/>
              </a:srgbClr>
            </a:solidFill>
          </p:spPr>
          <p:txBody>
            <a:bodyPr/>
            <a:lstStyle>
              <a:lvl1pPr marL="228611" indent="-228611" algn="l" defTabSz="914446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34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57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80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503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726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949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171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394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890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48EA04D-1961-28B1-0C0E-17EED764CCE4}"/>
                </a:ext>
              </a:extLst>
            </p:cNvPr>
            <p:cNvSpPr txBox="1"/>
            <p:nvPr/>
          </p:nvSpPr>
          <p:spPr>
            <a:xfrm>
              <a:off x="1077150" y="4199779"/>
              <a:ext cx="4641480" cy="646331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i="0" u="none" strike="noStrike" kern="1200" cap="none" spc="0" normalizeH="0" baseline="0" noProof="0" dirty="0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Scale Monthly Income using Standard Scaler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76E57DD-DC0A-5478-727D-BB7F3EC7F0CF}"/>
              </a:ext>
            </a:extLst>
          </p:cNvPr>
          <p:cNvGrpSpPr/>
          <p:nvPr/>
        </p:nvGrpSpPr>
        <p:grpSpPr>
          <a:xfrm>
            <a:off x="960309" y="3628116"/>
            <a:ext cx="5800173" cy="878400"/>
            <a:chOff x="960309" y="5168408"/>
            <a:chExt cx="5135691" cy="878400"/>
          </a:xfrm>
        </p:grpSpPr>
        <p:sp>
          <p:nvSpPr>
            <p:cNvPr id="11" name="Text Placeholder 16">
              <a:extLst>
                <a:ext uri="{FF2B5EF4-FFF2-40B4-BE49-F238E27FC236}">
                  <a16:creationId xmlns:a16="http://schemas.microsoft.com/office/drawing/2014/main" id="{8B4D46AE-CC34-9F05-3E00-6A3F4DF327F9}"/>
                </a:ext>
              </a:extLst>
            </p:cNvPr>
            <p:cNvSpPr txBox="1">
              <a:spLocks/>
            </p:cNvSpPr>
            <p:nvPr/>
          </p:nvSpPr>
          <p:spPr>
            <a:xfrm>
              <a:off x="960309" y="5168408"/>
              <a:ext cx="5135691" cy="878400"/>
            </a:xfrm>
            <a:prstGeom prst="roundRect">
              <a:avLst>
                <a:gd name="adj" fmla="val 23351"/>
              </a:avLst>
            </a:prstGeom>
            <a:solidFill>
              <a:srgbClr val="2E9CCA">
                <a:alpha val="40000"/>
              </a:srgbClr>
            </a:solidFill>
          </p:spPr>
          <p:txBody>
            <a:bodyPr/>
            <a:lstStyle>
              <a:lvl1pPr marL="228611" indent="-228611" algn="l" defTabSz="914446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34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57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80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503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726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949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171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394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890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D2A166D-7950-0C14-4B89-2765CA2040C0}"/>
                </a:ext>
              </a:extLst>
            </p:cNvPr>
            <p:cNvSpPr txBox="1"/>
            <p:nvPr/>
          </p:nvSpPr>
          <p:spPr>
            <a:xfrm>
              <a:off x="1077150" y="5445251"/>
              <a:ext cx="4272502" cy="369332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One-hot encode Department column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F92EE64-9A9B-1F8B-D9C6-E600A1F370F0}"/>
              </a:ext>
            </a:extLst>
          </p:cNvPr>
          <p:cNvGrpSpPr/>
          <p:nvPr/>
        </p:nvGrpSpPr>
        <p:grpSpPr>
          <a:xfrm>
            <a:off x="960309" y="4673683"/>
            <a:ext cx="5800173" cy="878400"/>
            <a:chOff x="960309" y="5999623"/>
            <a:chExt cx="5800173" cy="878400"/>
          </a:xfrm>
        </p:grpSpPr>
        <p:sp>
          <p:nvSpPr>
            <p:cNvPr id="13" name="Text Placeholder 16">
              <a:extLst>
                <a:ext uri="{FF2B5EF4-FFF2-40B4-BE49-F238E27FC236}">
                  <a16:creationId xmlns:a16="http://schemas.microsoft.com/office/drawing/2014/main" id="{B747B9E6-C2D1-66D4-332C-C8B528C40BEA}"/>
                </a:ext>
              </a:extLst>
            </p:cNvPr>
            <p:cNvSpPr txBox="1">
              <a:spLocks/>
            </p:cNvSpPr>
            <p:nvPr/>
          </p:nvSpPr>
          <p:spPr>
            <a:xfrm>
              <a:off x="960309" y="5999623"/>
              <a:ext cx="5800173" cy="878400"/>
            </a:xfrm>
            <a:prstGeom prst="roundRect">
              <a:avLst>
                <a:gd name="adj" fmla="val 23351"/>
              </a:avLst>
            </a:prstGeom>
            <a:solidFill>
              <a:srgbClr val="2E9CCA">
                <a:alpha val="40000"/>
              </a:srgbClr>
            </a:solidFill>
          </p:spPr>
          <p:txBody>
            <a:bodyPr/>
            <a:lstStyle>
              <a:lvl1pPr marL="228611" indent="-228611" algn="l" defTabSz="914446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34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57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80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503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726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949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171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394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890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A4191E2-A379-3A6B-D9B8-833612C3E992}"/>
                </a:ext>
              </a:extLst>
            </p:cNvPr>
            <p:cNvSpPr txBox="1"/>
            <p:nvPr/>
          </p:nvSpPr>
          <p:spPr>
            <a:xfrm>
              <a:off x="1077148" y="6133673"/>
              <a:ext cx="5683334" cy="646331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Create a new feature: Satisfaction Score = (Job Satisfaction + Environment Satisfaction) / 2</a:t>
              </a:r>
            </a:p>
          </p:txBody>
        </p:sp>
      </p:grpSp>
      <p:sp>
        <p:nvSpPr>
          <p:cNvPr id="26" name="Arrow: Pentagon 25">
            <a:extLst>
              <a:ext uri="{FF2B5EF4-FFF2-40B4-BE49-F238E27FC236}">
                <a16:creationId xmlns:a16="http://schemas.microsoft.com/office/drawing/2014/main" id="{0160BA8A-ABA8-A66D-11F6-69688D950CC5}"/>
              </a:ext>
            </a:extLst>
          </p:cNvPr>
          <p:cNvSpPr/>
          <p:nvPr/>
        </p:nvSpPr>
        <p:spPr>
          <a:xfrm>
            <a:off x="7237637" y="1868155"/>
            <a:ext cx="3055482" cy="440575"/>
          </a:xfrm>
          <a:prstGeom prst="homePlate">
            <a:avLst/>
          </a:prstGeom>
          <a:solidFill>
            <a:srgbClr val="29648A">
              <a:alpha val="40000"/>
            </a:srgbClr>
          </a:solidFill>
          <a:ln w="19050">
            <a:solidFill>
              <a:srgbClr val="2527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Bonus Challenge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1AEC6A6-7724-3A61-43ED-BED470EB069F}"/>
              </a:ext>
            </a:extLst>
          </p:cNvPr>
          <p:cNvGrpSpPr/>
          <p:nvPr/>
        </p:nvGrpSpPr>
        <p:grpSpPr>
          <a:xfrm>
            <a:off x="7147230" y="2770176"/>
            <a:ext cx="4863501" cy="2405764"/>
            <a:chOff x="1298636" y="4040782"/>
            <a:chExt cx="4863501" cy="2405764"/>
          </a:xfrm>
        </p:grpSpPr>
        <p:sp>
          <p:nvSpPr>
            <p:cNvPr id="28" name="Text Placeholder 16">
              <a:extLst>
                <a:ext uri="{FF2B5EF4-FFF2-40B4-BE49-F238E27FC236}">
                  <a16:creationId xmlns:a16="http://schemas.microsoft.com/office/drawing/2014/main" id="{128D90CA-67C5-1154-29C9-15F9255F0701}"/>
                </a:ext>
              </a:extLst>
            </p:cNvPr>
            <p:cNvSpPr txBox="1">
              <a:spLocks/>
            </p:cNvSpPr>
            <p:nvPr/>
          </p:nvSpPr>
          <p:spPr>
            <a:xfrm>
              <a:off x="1298636" y="4040782"/>
              <a:ext cx="4717226" cy="2405764"/>
            </a:xfrm>
            <a:prstGeom prst="roundRect">
              <a:avLst>
                <a:gd name="adj" fmla="val 7760"/>
              </a:avLst>
            </a:prstGeom>
            <a:solidFill>
              <a:srgbClr val="2E9CCA">
                <a:alpha val="40000"/>
              </a:srgbClr>
            </a:solidFill>
            <a:ln w="28575">
              <a:solidFill>
                <a:srgbClr val="25274D"/>
              </a:solidFill>
            </a:ln>
          </p:spPr>
          <p:txBody>
            <a:bodyPr/>
            <a:lstStyle>
              <a:lvl1pPr marL="228611" indent="-228611" algn="l" defTabSz="914446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34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57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80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503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726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949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171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394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890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B704F81-277D-7203-2E0B-45B055D1F3D3}"/>
                </a:ext>
              </a:extLst>
            </p:cNvPr>
            <p:cNvSpPr txBox="1"/>
            <p:nvPr/>
          </p:nvSpPr>
          <p:spPr>
            <a:xfrm>
              <a:off x="1298636" y="4135888"/>
              <a:ext cx="3491661" cy="369332"/>
            </a:xfrm>
            <a:prstGeom prst="rect">
              <a:avLst/>
            </a:prstGeom>
          </p:spPr>
          <p:txBody>
            <a:bodyPr wrap="non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Think of 2 creative features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F857BCC-B149-5515-D39E-FAB1CFE303E4}"/>
                </a:ext>
              </a:extLst>
            </p:cNvPr>
            <p:cNvSpPr txBox="1"/>
            <p:nvPr/>
          </p:nvSpPr>
          <p:spPr>
            <a:xfrm>
              <a:off x="1333072" y="4722418"/>
              <a:ext cx="4303460" cy="646331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What combinations might predict attrition?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D5A7161-AB84-1268-70D7-A2C761928B9B}"/>
                </a:ext>
              </a:extLst>
            </p:cNvPr>
            <p:cNvSpPr txBox="1"/>
            <p:nvPr/>
          </p:nvSpPr>
          <p:spPr>
            <a:xfrm>
              <a:off x="1356693" y="5520822"/>
              <a:ext cx="4805444" cy="646331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Ideas: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Promotion gap, over work score, career growth rate...</a:t>
              </a:r>
            </a:p>
          </p:txBody>
        </p:sp>
      </p:grpSp>
      <p:pic>
        <p:nvPicPr>
          <p:cNvPr id="5" name="Picture 4" descr="A blue check mark in a box&#10;&#10;AI-generated content may be incorrect.">
            <a:extLst>
              <a:ext uri="{FF2B5EF4-FFF2-40B4-BE49-F238E27FC236}">
                <a16:creationId xmlns:a16="http://schemas.microsoft.com/office/drawing/2014/main" id="{CF25664A-63D5-80D5-FA11-2A106ADEA4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762" y="5955240"/>
            <a:ext cx="406421" cy="406421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48FDDFD5-1DEA-4EBD-51CE-4B2FC8E7F5F3}"/>
              </a:ext>
            </a:extLst>
          </p:cNvPr>
          <p:cNvGrpSpPr/>
          <p:nvPr/>
        </p:nvGrpSpPr>
        <p:grpSpPr>
          <a:xfrm>
            <a:off x="972375" y="5719250"/>
            <a:ext cx="5788107" cy="878400"/>
            <a:chOff x="960309" y="5999623"/>
            <a:chExt cx="5123625" cy="878400"/>
          </a:xfrm>
        </p:grpSpPr>
        <p:sp>
          <p:nvSpPr>
            <p:cNvPr id="21" name="Text Placeholder 16">
              <a:extLst>
                <a:ext uri="{FF2B5EF4-FFF2-40B4-BE49-F238E27FC236}">
                  <a16:creationId xmlns:a16="http://schemas.microsoft.com/office/drawing/2014/main" id="{03B90AAE-84F7-B3A6-207B-6257BB9FA6B3}"/>
                </a:ext>
              </a:extLst>
            </p:cNvPr>
            <p:cNvSpPr txBox="1">
              <a:spLocks/>
            </p:cNvSpPr>
            <p:nvPr/>
          </p:nvSpPr>
          <p:spPr>
            <a:xfrm>
              <a:off x="960309" y="5999623"/>
              <a:ext cx="5123625" cy="878400"/>
            </a:xfrm>
            <a:prstGeom prst="roundRect">
              <a:avLst>
                <a:gd name="adj" fmla="val 23351"/>
              </a:avLst>
            </a:prstGeom>
            <a:solidFill>
              <a:srgbClr val="2E9CCA">
                <a:alpha val="40000"/>
              </a:srgbClr>
            </a:solidFill>
          </p:spPr>
          <p:txBody>
            <a:bodyPr/>
            <a:lstStyle>
              <a:lvl1pPr marL="228611" indent="-228611" algn="l" defTabSz="914446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34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57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80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503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726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949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171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394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890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5413DDA-7244-3844-EB5E-CEE1CE9E1C9F}"/>
                </a:ext>
              </a:extLst>
            </p:cNvPr>
            <p:cNvSpPr txBox="1"/>
            <p:nvPr/>
          </p:nvSpPr>
          <p:spPr>
            <a:xfrm>
              <a:off x="1077148" y="6247679"/>
              <a:ext cx="4841051" cy="369332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Create a Tenure Ratio feature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703919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3211C-AC17-BE9C-DFE7-2A2306536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CF4D99-FEAF-A964-08C0-B18DA2A9A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Preprocessing Pipeline</a:t>
            </a:r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5C248045-1CA5-5676-821E-476E8D1FD5C5}"/>
              </a:ext>
            </a:extLst>
          </p:cNvPr>
          <p:cNvSpPr txBox="1">
            <a:spLocks/>
          </p:cNvSpPr>
          <p:nvPr/>
        </p:nvSpPr>
        <p:spPr>
          <a:xfrm>
            <a:off x="5486397" y="1642565"/>
            <a:ext cx="5889763" cy="565612"/>
          </a:xfrm>
          <a:prstGeom prst="roundRect">
            <a:avLst>
              <a:gd name="adj" fmla="val 23351"/>
            </a:avLst>
          </a:prstGeom>
          <a:solidFill>
            <a:srgbClr val="29648A">
              <a:alpha val="50196"/>
            </a:srgbClr>
          </a:solidFill>
        </p:spPr>
        <p:txBody>
          <a:bodyPr/>
          <a:lstStyle>
            <a:lvl1pPr marL="228611" indent="-228611" algn="l" defTabSz="91444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46" rtl="0" eaLnBrk="1" fontAlgn="auto" latinLnBrk="0" hangingPunct="1">
              <a:lnSpc>
                <a:spcPts val="33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F60970B-19CA-829E-50BF-045901A45DDC}"/>
              </a:ext>
            </a:extLst>
          </p:cNvPr>
          <p:cNvSpPr txBox="1"/>
          <p:nvPr/>
        </p:nvSpPr>
        <p:spPr>
          <a:xfrm>
            <a:off x="7050673" y="1772676"/>
            <a:ext cx="27612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Why Use Pipelines?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5CAD25C-4302-2EE8-8BB6-EBDD2388897D}"/>
              </a:ext>
            </a:extLst>
          </p:cNvPr>
          <p:cNvSpPr txBox="1">
            <a:spLocks/>
          </p:cNvSpPr>
          <p:nvPr/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kern="1200">
                <a:solidFill>
                  <a:srgbClr val="2E9CCA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457223" indent="0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Complete </a:t>
            </a:r>
            <a:r>
              <a:rPr lang="en-US" dirty="0" err="1"/>
              <a:t>sklearn</a:t>
            </a:r>
            <a:r>
              <a:rPr lang="en-US" dirty="0"/>
              <a:t> Pipeline for Reproducible Workflows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F55E366-CAF6-F3F6-071D-9391C997A658}"/>
              </a:ext>
            </a:extLst>
          </p:cNvPr>
          <p:cNvGrpSpPr/>
          <p:nvPr/>
        </p:nvGrpSpPr>
        <p:grpSpPr>
          <a:xfrm>
            <a:off x="5486397" y="2309458"/>
            <a:ext cx="6457973" cy="1002018"/>
            <a:chOff x="6951010" y="2309458"/>
            <a:chExt cx="5265737" cy="1002018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24CDC4E2-1143-8A30-FDA8-B52AC60465E1}"/>
                </a:ext>
              </a:extLst>
            </p:cNvPr>
            <p:cNvGrpSpPr/>
            <p:nvPr/>
          </p:nvGrpSpPr>
          <p:grpSpPr>
            <a:xfrm>
              <a:off x="6951010" y="2309458"/>
              <a:ext cx="4906028" cy="1002018"/>
              <a:chOff x="7214535" y="2443125"/>
              <a:chExt cx="4703379" cy="752831"/>
            </a:xfrm>
          </p:grpSpPr>
          <p:sp>
            <p:nvSpPr>
              <p:cNvPr id="66" name="Text Placeholder 17">
                <a:extLst>
                  <a:ext uri="{FF2B5EF4-FFF2-40B4-BE49-F238E27FC236}">
                    <a16:creationId xmlns:a16="http://schemas.microsoft.com/office/drawing/2014/main" id="{539320CF-7AB9-F1D6-CC00-6B623CCD992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14535" y="2443127"/>
                <a:ext cx="4703379" cy="752829"/>
              </a:xfrm>
              <a:prstGeom prst="roundRect">
                <a:avLst>
                  <a:gd name="adj" fmla="val 8195"/>
                </a:avLst>
              </a:prstGeom>
              <a:solidFill>
                <a:srgbClr val="464866">
                  <a:alpha val="30196"/>
                </a:srgbClr>
              </a:solidFill>
            </p:spPr>
            <p:txBody>
              <a:bodyPr/>
              <a:lstStyle>
                <a:lvl1pPr marL="228611" indent="-228611" algn="l" defTabSz="914446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34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57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80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503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726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949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171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394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46" rtl="0" eaLnBrk="1" fontAlgn="auto" latinLnBrk="0" hangingPunct="1">
                  <a:lnSpc>
                    <a:spcPts val="33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  <p:sp>
            <p:nvSpPr>
              <p:cNvPr id="67" name="Text Placeholder 17">
                <a:extLst>
                  <a:ext uri="{FF2B5EF4-FFF2-40B4-BE49-F238E27FC236}">
                    <a16:creationId xmlns:a16="http://schemas.microsoft.com/office/drawing/2014/main" id="{7B64196D-A828-7E03-A693-7C35363A7A3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17711" y="2443125"/>
                <a:ext cx="91139" cy="752829"/>
              </a:xfrm>
              <a:prstGeom prst="roundRect">
                <a:avLst>
                  <a:gd name="adj" fmla="val 29097"/>
                </a:avLst>
              </a:prstGeom>
              <a:solidFill>
                <a:srgbClr val="464866">
                  <a:alpha val="80000"/>
                </a:srgbClr>
              </a:solidFill>
            </p:spPr>
            <p:txBody>
              <a:bodyPr/>
              <a:lstStyle>
                <a:lvl1pPr marL="228611" indent="-228611" algn="l" defTabSz="914446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34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57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80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503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726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949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171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394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46" rtl="0" eaLnBrk="1" fontAlgn="auto" latinLnBrk="0" hangingPunct="1">
                  <a:lnSpc>
                    <a:spcPts val="33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</p:grp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B9A73CFB-8A42-2135-C4CC-1021E334A0C6}"/>
                </a:ext>
              </a:extLst>
            </p:cNvPr>
            <p:cNvSpPr txBox="1"/>
            <p:nvPr/>
          </p:nvSpPr>
          <p:spPr>
            <a:xfrm>
              <a:off x="7045324" y="2413144"/>
              <a:ext cx="32924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Prevents Data Leakage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E73BCA60-975C-18D9-A180-DAF1E2E9C89E}"/>
                </a:ext>
              </a:extLst>
            </p:cNvPr>
            <p:cNvSpPr txBox="1"/>
            <p:nvPr/>
          </p:nvSpPr>
          <p:spPr>
            <a:xfrm>
              <a:off x="7045324" y="2748051"/>
              <a:ext cx="51714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i="0" u="none" strike="noStrike" kern="1200" cap="none" spc="0" normalizeH="0" baseline="0" noProof="0" dirty="0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Fit transformations only on training data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5CAF8C-CA00-6CBF-6498-C32B6F5E3F8B}"/>
              </a:ext>
            </a:extLst>
          </p:cNvPr>
          <p:cNvGrpSpPr/>
          <p:nvPr/>
        </p:nvGrpSpPr>
        <p:grpSpPr>
          <a:xfrm>
            <a:off x="5486397" y="3404828"/>
            <a:ext cx="6469597" cy="1039700"/>
            <a:chOff x="6966886" y="3404828"/>
            <a:chExt cx="5275215" cy="1039700"/>
          </a:xfrm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31A32D1A-7610-0EBB-C058-3F43140C37C5}"/>
                </a:ext>
              </a:extLst>
            </p:cNvPr>
            <p:cNvGrpSpPr/>
            <p:nvPr/>
          </p:nvGrpSpPr>
          <p:grpSpPr>
            <a:xfrm>
              <a:off x="6966886" y="3404828"/>
              <a:ext cx="4890152" cy="1002015"/>
              <a:chOff x="7214535" y="2508455"/>
              <a:chExt cx="4890152" cy="622173"/>
            </a:xfrm>
          </p:grpSpPr>
          <p:sp>
            <p:nvSpPr>
              <p:cNvPr id="79" name="Text Placeholder 17">
                <a:extLst>
                  <a:ext uri="{FF2B5EF4-FFF2-40B4-BE49-F238E27FC236}">
                    <a16:creationId xmlns:a16="http://schemas.microsoft.com/office/drawing/2014/main" id="{5E77436B-76B2-C068-7A57-90EBF323F8A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14535" y="2508455"/>
                <a:ext cx="4890152" cy="622173"/>
              </a:xfrm>
              <a:prstGeom prst="roundRect">
                <a:avLst>
                  <a:gd name="adj" fmla="val 8195"/>
                </a:avLst>
              </a:prstGeom>
              <a:solidFill>
                <a:srgbClr val="2E9CCA">
                  <a:alpha val="30196"/>
                </a:srgbClr>
              </a:solidFill>
            </p:spPr>
            <p:txBody>
              <a:bodyPr/>
              <a:lstStyle>
                <a:lvl1pPr marL="228611" indent="-228611" algn="l" defTabSz="914446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34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57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80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503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726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949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171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394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46" rtl="0" eaLnBrk="1" fontAlgn="auto" latinLnBrk="0" hangingPunct="1">
                  <a:lnSpc>
                    <a:spcPts val="33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  <p:sp>
            <p:nvSpPr>
              <p:cNvPr id="80" name="Text Placeholder 17">
                <a:extLst>
                  <a:ext uri="{FF2B5EF4-FFF2-40B4-BE49-F238E27FC236}">
                    <a16:creationId xmlns:a16="http://schemas.microsoft.com/office/drawing/2014/main" id="{BE80328F-03AF-AA1C-BC93-963317BA6D9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17711" y="2508455"/>
                <a:ext cx="91139" cy="622173"/>
              </a:xfrm>
              <a:prstGeom prst="roundRect">
                <a:avLst>
                  <a:gd name="adj" fmla="val 29097"/>
                </a:avLst>
              </a:prstGeom>
              <a:solidFill>
                <a:srgbClr val="2E9CCA">
                  <a:alpha val="80000"/>
                </a:srgbClr>
              </a:solidFill>
            </p:spPr>
            <p:txBody>
              <a:bodyPr/>
              <a:lstStyle>
                <a:lvl1pPr marL="228611" indent="-228611" algn="l" defTabSz="914446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34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57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80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503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726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949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171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394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46" rtl="0" eaLnBrk="1" fontAlgn="auto" latinLnBrk="0" hangingPunct="1">
                  <a:lnSpc>
                    <a:spcPts val="33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</p:grp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AC0ADB97-43C6-F8B9-CFC2-E25065E2E87E}"/>
                </a:ext>
              </a:extLst>
            </p:cNvPr>
            <p:cNvSpPr txBox="1"/>
            <p:nvPr/>
          </p:nvSpPr>
          <p:spPr>
            <a:xfrm>
              <a:off x="7070678" y="3461670"/>
              <a:ext cx="32924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Reproducible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CA3167E3-9C36-37D0-117B-FC295666915E}"/>
                </a:ext>
              </a:extLst>
            </p:cNvPr>
            <p:cNvSpPr txBox="1"/>
            <p:nvPr/>
          </p:nvSpPr>
          <p:spPr>
            <a:xfrm>
              <a:off x="7070678" y="3798197"/>
              <a:ext cx="5171423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i="0" u="none" strike="noStrike" kern="1200" cap="none" spc="0" normalizeH="0" baseline="0" noProof="0" dirty="0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Apply the same steps consistently every time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62A373C-151E-F731-5112-D87B7C0E978D}"/>
              </a:ext>
            </a:extLst>
          </p:cNvPr>
          <p:cNvGrpSpPr/>
          <p:nvPr/>
        </p:nvGrpSpPr>
        <p:grpSpPr>
          <a:xfrm>
            <a:off x="5486397" y="4500195"/>
            <a:ext cx="5991787" cy="1050009"/>
            <a:chOff x="6971423" y="4500195"/>
            <a:chExt cx="4885616" cy="1050009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40A7954E-4138-080C-052E-464402512429}"/>
                </a:ext>
              </a:extLst>
            </p:cNvPr>
            <p:cNvGrpSpPr/>
            <p:nvPr/>
          </p:nvGrpSpPr>
          <p:grpSpPr>
            <a:xfrm>
              <a:off x="6971423" y="4500195"/>
              <a:ext cx="4885614" cy="1002015"/>
              <a:chOff x="7214535" y="2508455"/>
              <a:chExt cx="4885614" cy="622173"/>
            </a:xfrm>
          </p:grpSpPr>
          <p:sp>
            <p:nvSpPr>
              <p:cNvPr id="82" name="Text Placeholder 17">
                <a:extLst>
                  <a:ext uri="{FF2B5EF4-FFF2-40B4-BE49-F238E27FC236}">
                    <a16:creationId xmlns:a16="http://schemas.microsoft.com/office/drawing/2014/main" id="{2ADABC32-5067-01CB-D784-6C948BAF886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14535" y="2508455"/>
                <a:ext cx="4885614" cy="622173"/>
              </a:xfrm>
              <a:prstGeom prst="roundRect">
                <a:avLst>
                  <a:gd name="adj" fmla="val 8195"/>
                </a:avLst>
              </a:prstGeom>
              <a:solidFill>
                <a:srgbClr val="464866">
                  <a:alpha val="30196"/>
                </a:srgbClr>
              </a:solidFill>
            </p:spPr>
            <p:txBody>
              <a:bodyPr/>
              <a:lstStyle>
                <a:lvl1pPr marL="228611" indent="-228611" algn="l" defTabSz="914446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34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57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80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503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726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949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171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394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46" rtl="0" eaLnBrk="1" fontAlgn="auto" latinLnBrk="0" hangingPunct="1">
                  <a:lnSpc>
                    <a:spcPts val="33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  <p:sp>
            <p:nvSpPr>
              <p:cNvPr id="83" name="Text Placeholder 17">
                <a:extLst>
                  <a:ext uri="{FF2B5EF4-FFF2-40B4-BE49-F238E27FC236}">
                    <a16:creationId xmlns:a16="http://schemas.microsoft.com/office/drawing/2014/main" id="{59984A74-93DC-42C2-7DEE-1F79D1778FA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17711" y="2508455"/>
                <a:ext cx="91139" cy="622173"/>
              </a:xfrm>
              <a:prstGeom prst="roundRect">
                <a:avLst>
                  <a:gd name="adj" fmla="val 29097"/>
                </a:avLst>
              </a:prstGeom>
              <a:solidFill>
                <a:srgbClr val="464866">
                  <a:alpha val="80000"/>
                </a:srgbClr>
              </a:solidFill>
            </p:spPr>
            <p:txBody>
              <a:bodyPr/>
              <a:lstStyle>
                <a:lvl1pPr marL="228611" indent="-228611" algn="l" defTabSz="914446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34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57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80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503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726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949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171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394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46" rtl="0" eaLnBrk="1" fontAlgn="auto" latinLnBrk="0" hangingPunct="1">
                  <a:lnSpc>
                    <a:spcPts val="33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55AA3FF5-18F0-3446-6CE3-DA7589EF121E}"/>
                </a:ext>
              </a:extLst>
            </p:cNvPr>
            <p:cNvSpPr txBox="1"/>
            <p:nvPr/>
          </p:nvSpPr>
          <p:spPr>
            <a:xfrm>
              <a:off x="7096032" y="4541946"/>
              <a:ext cx="32924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Production-Ready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2A3183F3-C2B1-1435-F651-F276E06E98D2}"/>
                </a:ext>
              </a:extLst>
            </p:cNvPr>
            <p:cNvSpPr txBox="1"/>
            <p:nvPr/>
          </p:nvSpPr>
          <p:spPr>
            <a:xfrm>
              <a:off x="7096033" y="4903873"/>
              <a:ext cx="476100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i="0" u="none" strike="noStrike" kern="1200" cap="none" spc="0" normalizeH="0" baseline="0" noProof="0" dirty="0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Save and deploy the entire pipeline as one object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5D5639C-7A65-DDAA-49BF-54D42BD7A639}"/>
              </a:ext>
            </a:extLst>
          </p:cNvPr>
          <p:cNvGrpSpPr/>
          <p:nvPr/>
        </p:nvGrpSpPr>
        <p:grpSpPr>
          <a:xfrm>
            <a:off x="5486397" y="5595563"/>
            <a:ext cx="5991785" cy="1034107"/>
            <a:chOff x="6971424" y="5595563"/>
            <a:chExt cx="4885614" cy="1034107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331E353B-0D70-E755-5D34-9D7C77F2AC85}"/>
                </a:ext>
              </a:extLst>
            </p:cNvPr>
            <p:cNvGrpSpPr/>
            <p:nvPr/>
          </p:nvGrpSpPr>
          <p:grpSpPr>
            <a:xfrm>
              <a:off x="6971424" y="5595563"/>
              <a:ext cx="4885614" cy="1002015"/>
              <a:chOff x="7214535" y="2508455"/>
              <a:chExt cx="4642502" cy="622173"/>
            </a:xfrm>
          </p:grpSpPr>
          <p:sp>
            <p:nvSpPr>
              <p:cNvPr id="85" name="Text Placeholder 17">
                <a:extLst>
                  <a:ext uri="{FF2B5EF4-FFF2-40B4-BE49-F238E27FC236}">
                    <a16:creationId xmlns:a16="http://schemas.microsoft.com/office/drawing/2014/main" id="{651FCEAE-B86C-5D82-6FBD-441C4B63CDF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14535" y="2508455"/>
                <a:ext cx="4642502" cy="622173"/>
              </a:xfrm>
              <a:prstGeom prst="roundRect">
                <a:avLst>
                  <a:gd name="adj" fmla="val 8195"/>
                </a:avLst>
              </a:prstGeom>
              <a:solidFill>
                <a:srgbClr val="2E9CCA">
                  <a:alpha val="30196"/>
                </a:srgbClr>
              </a:solidFill>
            </p:spPr>
            <p:txBody>
              <a:bodyPr/>
              <a:lstStyle>
                <a:lvl1pPr marL="228611" indent="-228611" algn="l" defTabSz="914446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34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57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80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503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726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949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171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394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46" rtl="0" eaLnBrk="1" fontAlgn="auto" latinLnBrk="0" hangingPunct="1">
                  <a:lnSpc>
                    <a:spcPts val="33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  <p:sp>
            <p:nvSpPr>
              <p:cNvPr id="86" name="Text Placeholder 17">
                <a:extLst>
                  <a:ext uri="{FF2B5EF4-FFF2-40B4-BE49-F238E27FC236}">
                    <a16:creationId xmlns:a16="http://schemas.microsoft.com/office/drawing/2014/main" id="{68B2B2D1-AB04-6B72-6B6C-F5143B8B335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17711" y="2508455"/>
                <a:ext cx="91139" cy="622173"/>
              </a:xfrm>
              <a:prstGeom prst="roundRect">
                <a:avLst>
                  <a:gd name="adj" fmla="val 29097"/>
                </a:avLst>
              </a:prstGeom>
              <a:solidFill>
                <a:srgbClr val="2E9CCA">
                  <a:alpha val="80000"/>
                </a:srgbClr>
              </a:solidFill>
            </p:spPr>
            <p:txBody>
              <a:bodyPr/>
              <a:lstStyle>
                <a:lvl1pPr marL="228611" indent="-228611" algn="l" defTabSz="914446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34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57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80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503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726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949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171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394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46" rtl="0" eaLnBrk="1" fontAlgn="auto" latinLnBrk="0" hangingPunct="1">
                  <a:lnSpc>
                    <a:spcPts val="33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DB759FD6-25E2-7C4D-33C1-759A0E782F63}"/>
                </a:ext>
              </a:extLst>
            </p:cNvPr>
            <p:cNvSpPr txBox="1"/>
            <p:nvPr/>
          </p:nvSpPr>
          <p:spPr>
            <a:xfrm>
              <a:off x="7121386" y="5619047"/>
              <a:ext cx="32924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Cleaner Code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84DE391C-4DCF-7AE3-9212-9205480DBCBB}"/>
                </a:ext>
              </a:extLst>
            </p:cNvPr>
            <p:cNvSpPr txBox="1"/>
            <p:nvPr/>
          </p:nvSpPr>
          <p:spPr>
            <a:xfrm>
              <a:off x="7121386" y="5983339"/>
              <a:ext cx="4569183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i="0" u="none" strike="noStrike" kern="1200" cap="none" spc="0" normalizeH="0" baseline="0" noProof="0" dirty="0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Chain multiple steps into single workflow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02EF06E-A01B-5EAA-3921-8BBB700BFE02}"/>
              </a:ext>
            </a:extLst>
          </p:cNvPr>
          <p:cNvGrpSpPr/>
          <p:nvPr/>
        </p:nvGrpSpPr>
        <p:grpSpPr>
          <a:xfrm>
            <a:off x="863337" y="1739828"/>
            <a:ext cx="3961582" cy="4857750"/>
            <a:chOff x="334963" y="1739900"/>
            <a:chExt cx="3657471" cy="4857750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83322988-9038-01A5-3F36-81EB74C05465}"/>
                </a:ext>
              </a:extLst>
            </p:cNvPr>
            <p:cNvSpPr/>
            <p:nvPr/>
          </p:nvSpPr>
          <p:spPr>
            <a:xfrm>
              <a:off x="334963" y="1739900"/>
              <a:ext cx="3657471" cy="4857750"/>
            </a:xfrm>
            <a:prstGeom prst="roundRect">
              <a:avLst>
                <a:gd name="adj" fmla="val 4952"/>
              </a:avLst>
            </a:prstGeom>
            <a:solidFill>
              <a:srgbClr val="1E293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1C99B91D-73D0-F7C9-F0DF-6E6C081E2D66}"/>
                </a:ext>
              </a:extLst>
            </p:cNvPr>
            <p:cNvGrpSpPr/>
            <p:nvPr/>
          </p:nvGrpSpPr>
          <p:grpSpPr>
            <a:xfrm>
              <a:off x="571475" y="1904232"/>
              <a:ext cx="548439" cy="132480"/>
              <a:chOff x="977875" y="3452203"/>
              <a:chExt cx="548439" cy="132480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F8244473-4088-50AF-FD7D-AB4EDC48E751}"/>
                  </a:ext>
                </a:extLst>
              </p:cNvPr>
              <p:cNvSpPr/>
              <p:nvPr/>
            </p:nvSpPr>
            <p:spPr>
              <a:xfrm>
                <a:off x="977875" y="3452203"/>
                <a:ext cx="137211" cy="13248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F090A35F-1809-C472-6169-BAB9D64BF255}"/>
                  </a:ext>
                </a:extLst>
              </p:cNvPr>
              <p:cNvSpPr/>
              <p:nvPr/>
            </p:nvSpPr>
            <p:spPr>
              <a:xfrm>
                <a:off x="1183489" y="3452203"/>
                <a:ext cx="137211" cy="13248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AB521609-9607-3D5E-023E-92412D798445}"/>
                  </a:ext>
                </a:extLst>
              </p:cNvPr>
              <p:cNvSpPr/>
              <p:nvPr/>
            </p:nvSpPr>
            <p:spPr>
              <a:xfrm>
                <a:off x="1389103" y="3452203"/>
                <a:ext cx="137211" cy="13248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</p:grp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65CA2B4-2203-C901-515A-0BB3FBEC9C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3463" y="2150280"/>
              <a:ext cx="3119137" cy="44130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415947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AAB3C-11D5-2C87-2C51-D4E4100FC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687EE3-E998-91B2-5184-4C5315B11FE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9999" y="2482074"/>
            <a:ext cx="10422826" cy="189385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600" dirty="0"/>
              <a:t>Ready to Predict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A0AEC0"/>
                </a:solidFill>
              </a:rPr>
              <a:t>From preparation to ML</a:t>
            </a:r>
          </a:p>
        </p:txBody>
      </p:sp>
    </p:spTree>
    <p:extLst>
      <p:ext uri="{BB962C8B-B14F-4D97-AF65-F5344CB8AC3E}">
        <p14:creationId xmlns:p14="http://schemas.microsoft.com/office/powerpoint/2010/main" val="24717001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A1AD0-979B-5BA0-1144-448472731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A8BC4A1-3B7C-91E2-3788-CBCAD351D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Train-Test Split: The Golden Rule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863F6BE-A023-BD16-6927-E3F5B561C7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Why Splitting Matters for Honest Evaluation</a:t>
            </a:r>
          </a:p>
          <a:p>
            <a:endParaRPr lang="en-GB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9D302C2-C884-441A-66FE-440F256AD231}"/>
              </a:ext>
            </a:extLst>
          </p:cNvPr>
          <p:cNvGrpSpPr/>
          <p:nvPr/>
        </p:nvGrpSpPr>
        <p:grpSpPr>
          <a:xfrm>
            <a:off x="337388" y="4227426"/>
            <a:ext cx="5537200" cy="655240"/>
            <a:chOff x="337388" y="2655801"/>
            <a:chExt cx="5537200" cy="655240"/>
          </a:xfrm>
        </p:grpSpPr>
        <p:sp>
          <p:nvSpPr>
            <p:cNvPr id="16" name="Text 2">
              <a:extLst>
                <a:ext uri="{FF2B5EF4-FFF2-40B4-BE49-F238E27FC236}">
                  <a16:creationId xmlns:a16="http://schemas.microsoft.com/office/drawing/2014/main" id="{BEFD2B8E-EFED-E5C2-5B9B-DB8F36CDD808}"/>
                </a:ext>
              </a:extLst>
            </p:cNvPr>
            <p:cNvSpPr/>
            <p:nvPr/>
          </p:nvSpPr>
          <p:spPr>
            <a:xfrm>
              <a:off x="337388" y="2655801"/>
              <a:ext cx="5537200" cy="655240"/>
            </a:xfrm>
            <a:prstGeom prst="roundRect">
              <a:avLst>
                <a:gd name="adj" fmla="val 23259"/>
              </a:avLst>
            </a:prstGeom>
            <a:solidFill>
              <a:srgbClr val="25274D">
                <a:alpha val="50196"/>
              </a:srgbClr>
            </a:solidFill>
            <a:ln/>
          </p:spPr>
          <p:txBody>
            <a:bodyPr wrap="square" rtlCol="0" anchor="ctr"/>
            <a:lstStyle/>
            <a:p>
              <a:endParaRPr lang="en-US" sz="2400" dirty="0"/>
            </a:p>
          </p:txBody>
        </p:sp>
        <p:sp>
          <p:nvSpPr>
            <p:cNvPr id="17" name="Text 3">
              <a:extLst>
                <a:ext uri="{FF2B5EF4-FFF2-40B4-BE49-F238E27FC236}">
                  <a16:creationId xmlns:a16="http://schemas.microsoft.com/office/drawing/2014/main" id="{6137A1A1-A8F8-1503-A276-99712CFFEA5F}"/>
                </a:ext>
              </a:extLst>
            </p:cNvPr>
            <p:cNvSpPr/>
            <p:nvPr/>
          </p:nvSpPr>
          <p:spPr>
            <a:xfrm>
              <a:off x="1687422" y="2859001"/>
              <a:ext cx="2837132" cy="248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1960"/>
                </a:lnSpc>
              </a:pPr>
              <a:r>
                <a:rPr lang="en-US" b="1" dirty="0">
                  <a:solidFill>
                    <a:srgbClr val="FFFFFF"/>
                  </a:solidFill>
                  <a:ea typeface="Arial" pitchFamily="34" charset="-122"/>
                  <a:cs typeface="Arial" pitchFamily="34" charset="-120"/>
                </a:rPr>
                <a:t>FULL DATASET (100%)</a:t>
              </a:r>
              <a:endParaRPr lang="en-US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7C3A292-A9F2-17D7-E013-AC74E37F0206}"/>
              </a:ext>
            </a:extLst>
          </p:cNvPr>
          <p:cNvGrpSpPr/>
          <p:nvPr/>
        </p:nvGrpSpPr>
        <p:grpSpPr>
          <a:xfrm>
            <a:off x="353999" y="5071522"/>
            <a:ext cx="2584932" cy="1531343"/>
            <a:chOff x="353999" y="3315296"/>
            <a:chExt cx="2584932" cy="1531343"/>
          </a:xfrm>
        </p:grpSpPr>
        <p:sp>
          <p:nvSpPr>
            <p:cNvPr id="25" name="Text 4">
              <a:extLst>
                <a:ext uri="{FF2B5EF4-FFF2-40B4-BE49-F238E27FC236}">
                  <a16:creationId xmlns:a16="http://schemas.microsoft.com/office/drawing/2014/main" id="{DEB2A8E6-F231-9233-6D3B-83BE0550FDC3}"/>
                </a:ext>
              </a:extLst>
            </p:cNvPr>
            <p:cNvSpPr/>
            <p:nvPr/>
          </p:nvSpPr>
          <p:spPr>
            <a:xfrm>
              <a:off x="353999" y="3315296"/>
              <a:ext cx="2584932" cy="1531343"/>
            </a:xfrm>
            <a:prstGeom prst="roundRect">
              <a:avLst>
                <a:gd name="adj" fmla="val 9952"/>
              </a:avLst>
            </a:prstGeom>
            <a:solidFill>
              <a:srgbClr val="2E9CCA">
                <a:alpha val="40000"/>
              </a:srgbClr>
            </a:solidFill>
            <a:ln/>
          </p:spPr>
          <p:txBody>
            <a:bodyPr wrap="square" rtlCol="0" anchor="ctr"/>
            <a:lstStyle/>
            <a:p>
              <a:endParaRPr lang="en-US" sz="2400" dirty="0"/>
            </a:p>
          </p:txBody>
        </p:sp>
        <p:sp>
          <p:nvSpPr>
            <p:cNvPr id="29" name="Text 5">
              <a:extLst>
                <a:ext uri="{FF2B5EF4-FFF2-40B4-BE49-F238E27FC236}">
                  <a16:creationId xmlns:a16="http://schemas.microsoft.com/office/drawing/2014/main" id="{4EDD17DE-4130-FC8D-E50E-1E49F6D863A7}"/>
                </a:ext>
              </a:extLst>
            </p:cNvPr>
            <p:cNvSpPr/>
            <p:nvPr/>
          </p:nvSpPr>
          <p:spPr>
            <a:xfrm>
              <a:off x="505105" y="3479757"/>
              <a:ext cx="2282722" cy="248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1960"/>
                </a:lnSpc>
              </a:pPr>
              <a:r>
                <a:rPr lang="en-US" b="1" dirty="0">
                  <a:solidFill>
                    <a:srgbClr val="25274D"/>
                  </a:solidFill>
                  <a:ea typeface="Arial" pitchFamily="34" charset="-122"/>
                  <a:cs typeface="Arial" pitchFamily="34" charset="-120"/>
                </a:rPr>
                <a:t>TRAINING SET</a:t>
              </a:r>
              <a:endParaRPr lang="en-US" dirty="0">
                <a:solidFill>
                  <a:srgbClr val="25274D"/>
                </a:solidFill>
              </a:endParaRPr>
            </a:p>
          </p:txBody>
        </p:sp>
        <p:sp>
          <p:nvSpPr>
            <p:cNvPr id="31" name="Text 6">
              <a:extLst>
                <a:ext uri="{FF2B5EF4-FFF2-40B4-BE49-F238E27FC236}">
                  <a16:creationId xmlns:a16="http://schemas.microsoft.com/office/drawing/2014/main" id="{BAE59A6E-B67A-F182-E00F-CBFEEEA2BF62}"/>
                </a:ext>
              </a:extLst>
            </p:cNvPr>
            <p:cNvSpPr/>
            <p:nvPr/>
          </p:nvSpPr>
          <p:spPr>
            <a:xfrm>
              <a:off x="1002198" y="3820195"/>
              <a:ext cx="1288537" cy="42664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3360"/>
                </a:lnSpc>
                <a:spcBef>
                  <a:spcPts val="800"/>
                </a:spcBef>
              </a:pPr>
              <a:r>
                <a:rPr lang="en-US" b="1" dirty="0">
                  <a:solidFill>
                    <a:srgbClr val="25274D"/>
                  </a:solidFill>
                  <a:ea typeface="Arial" pitchFamily="34" charset="-122"/>
                  <a:cs typeface="Arial" pitchFamily="34" charset="-120"/>
                </a:rPr>
                <a:t>70-80%</a:t>
              </a:r>
              <a:endParaRPr lang="en-US" dirty="0">
                <a:solidFill>
                  <a:srgbClr val="25274D"/>
                </a:solidFill>
              </a:endParaRPr>
            </a:p>
          </p:txBody>
        </p:sp>
        <p:sp>
          <p:nvSpPr>
            <p:cNvPr id="32" name="Text 7">
              <a:extLst>
                <a:ext uri="{FF2B5EF4-FFF2-40B4-BE49-F238E27FC236}">
                  <a16:creationId xmlns:a16="http://schemas.microsoft.com/office/drawing/2014/main" id="{4E48E673-1AA9-5566-7975-9D315542044D}"/>
                </a:ext>
              </a:extLst>
            </p:cNvPr>
            <p:cNvSpPr/>
            <p:nvPr/>
          </p:nvSpPr>
          <p:spPr>
            <a:xfrm>
              <a:off x="390969" y="4234908"/>
              <a:ext cx="2510994" cy="5395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spcBef>
                  <a:spcPts val="400"/>
                </a:spcBef>
              </a:pPr>
              <a:r>
                <a:rPr lang="en-US" dirty="0">
                  <a:solidFill>
                    <a:srgbClr val="25274D"/>
                  </a:solidFill>
                  <a:ea typeface="Arial" pitchFamily="34" charset="-122"/>
                  <a:cs typeface="Arial" pitchFamily="34" charset="-120"/>
                </a:rPr>
                <a:t>Model learns from this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D8B7700-5D32-1C1A-DE51-36D7F4B9F6A7}"/>
              </a:ext>
            </a:extLst>
          </p:cNvPr>
          <p:cNvGrpSpPr/>
          <p:nvPr/>
        </p:nvGrpSpPr>
        <p:grpSpPr>
          <a:xfrm>
            <a:off x="3254811" y="5071522"/>
            <a:ext cx="2584800" cy="1531343"/>
            <a:chOff x="3254811" y="3315296"/>
            <a:chExt cx="2584800" cy="1531343"/>
          </a:xfrm>
        </p:grpSpPr>
        <p:sp>
          <p:nvSpPr>
            <p:cNvPr id="35" name="Text 8">
              <a:extLst>
                <a:ext uri="{FF2B5EF4-FFF2-40B4-BE49-F238E27FC236}">
                  <a16:creationId xmlns:a16="http://schemas.microsoft.com/office/drawing/2014/main" id="{85004A49-569E-23A0-9B66-52E2B9126AB1}"/>
                </a:ext>
              </a:extLst>
            </p:cNvPr>
            <p:cNvSpPr/>
            <p:nvPr/>
          </p:nvSpPr>
          <p:spPr>
            <a:xfrm>
              <a:off x="3254811" y="3315296"/>
              <a:ext cx="2584800" cy="1531343"/>
            </a:xfrm>
            <a:prstGeom prst="roundRect">
              <a:avLst>
                <a:gd name="adj" fmla="val 9952"/>
              </a:avLst>
            </a:prstGeom>
            <a:solidFill>
              <a:srgbClr val="2E9CCA">
                <a:alpha val="40000"/>
              </a:srgbClr>
            </a:solidFill>
            <a:ln/>
          </p:spPr>
          <p:txBody>
            <a:bodyPr wrap="square" rtlCol="0" anchor="ctr"/>
            <a:lstStyle/>
            <a:p>
              <a:endParaRPr lang="en-US" sz="2400" dirty="0"/>
            </a:p>
          </p:txBody>
        </p:sp>
        <p:sp>
          <p:nvSpPr>
            <p:cNvPr id="36" name="Text 9">
              <a:extLst>
                <a:ext uri="{FF2B5EF4-FFF2-40B4-BE49-F238E27FC236}">
                  <a16:creationId xmlns:a16="http://schemas.microsoft.com/office/drawing/2014/main" id="{5958CE99-A3E6-ABF3-AF62-DC75BC47C176}"/>
                </a:ext>
              </a:extLst>
            </p:cNvPr>
            <p:cNvSpPr/>
            <p:nvPr/>
          </p:nvSpPr>
          <p:spPr>
            <a:xfrm>
              <a:off x="3947833" y="3479757"/>
              <a:ext cx="1114044" cy="248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1960"/>
                </a:lnSpc>
              </a:pPr>
              <a:r>
                <a:rPr lang="en-US" b="1" dirty="0">
                  <a:solidFill>
                    <a:srgbClr val="25274D"/>
                  </a:solidFill>
                  <a:ea typeface="Arial" pitchFamily="34" charset="-122"/>
                  <a:cs typeface="Arial" pitchFamily="34" charset="-120"/>
                </a:rPr>
                <a:t>TEST SET</a:t>
              </a:r>
              <a:endParaRPr lang="en-US" dirty="0">
                <a:solidFill>
                  <a:srgbClr val="25274D"/>
                </a:solidFill>
              </a:endParaRPr>
            </a:p>
          </p:txBody>
        </p:sp>
        <p:sp>
          <p:nvSpPr>
            <p:cNvPr id="37" name="Text 10">
              <a:extLst>
                <a:ext uri="{FF2B5EF4-FFF2-40B4-BE49-F238E27FC236}">
                  <a16:creationId xmlns:a16="http://schemas.microsoft.com/office/drawing/2014/main" id="{E13984B6-7FF3-A6E8-8A97-75CC96DDCCD3}"/>
                </a:ext>
              </a:extLst>
            </p:cNvPr>
            <p:cNvSpPr/>
            <p:nvPr/>
          </p:nvSpPr>
          <p:spPr>
            <a:xfrm>
              <a:off x="3947833" y="3820195"/>
              <a:ext cx="1114044" cy="426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3360"/>
                </a:lnSpc>
                <a:spcBef>
                  <a:spcPts val="800"/>
                </a:spcBef>
              </a:pPr>
              <a:r>
                <a:rPr lang="en-US" b="1" dirty="0">
                  <a:solidFill>
                    <a:srgbClr val="25274D"/>
                  </a:solidFill>
                  <a:ea typeface="Arial" pitchFamily="34" charset="-122"/>
                  <a:cs typeface="Arial" pitchFamily="34" charset="-120"/>
                </a:rPr>
                <a:t>20-30%</a:t>
              </a:r>
              <a:endParaRPr lang="en-US" dirty="0">
                <a:solidFill>
                  <a:srgbClr val="25274D"/>
                </a:solidFill>
              </a:endParaRPr>
            </a:p>
          </p:txBody>
        </p:sp>
        <p:sp>
          <p:nvSpPr>
            <p:cNvPr id="38" name="Text 11">
              <a:extLst>
                <a:ext uri="{FF2B5EF4-FFF2-40B4-BE49-F238E27FC236}">
                  <a16:creationId xmlns:a16="http://schemas.microsoft.com/office/drawing/2014/main" id="{DAE30C76-1136-B741-3ADB-3DDCB3EEFF8F}"/>
                </a:ext>
              </a:extLst>
            </p:cNvPr>
            <p:cNvSpPr/>
            <p:nvPr/>
          </p:nvSpPr>
          <p:spPr>
            <a:xfrm>
              <a:off x="3689320" y="4406967"/>
              <a:ext cx="1631071" cy="1954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1540"/>
                </a:lnSpc>
                <a:spcBef>
                  <a:spcPts val="400"/>
                </a:spcBef>
              </a:pPr>
              <a:r>
                <a:rPr lang="en-US" dirty="0">
                  <a:solidFill>
                    <a:srgbClr val="25274D"/>
                  </a:solidFill>
                  <a:ea typeface="Arial" pitchFamily="34" charset="-122"/>
                  <a:cs typeface="Arial" pitchFamily="34" charset="-120"/>
                </a:rPr>
                <a:t>Evaluate here</a:t>
              </a:r>
              <a:endParaRPr lang="en-US" dirty="0">
                <a:solidFill>
                  <a:srgbClr val="25274D"/>
                </a:solidFill>
              </a:endParaRPr>
            </a:p>
          </p:txBody>
        </p:sp>
      </p:grpSp>
      <p:pic>
        <p:nvPicPr>
          <p:cNvPr id="41" name="Picture Placeholder 10">
            <a:extLst>
              <a:ext uri="{FF2B5EF4-FFF2-40B4-BE49-F238E27FC236}">
                <a16:creationId xmlns:a16="http://schemas.microsoft.com/office/drawing/2014/main" id="{19F2A481-59F0-0445-3DF7-5175AD41E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28" r="8128"/>
          <a:stretch/>
        </p:blipFill>
        <p:spPr>
          <a:xfrm>
            <a:off x="1347832" y="1748370"/>
            <a:ext cx="3516313" cy="2203450"/>
          </a:xfrm>
          <a:prstGeom prst="roundRect">
            <a:avLst/>
          </a:prstGeom>
        </p:spPr>
      </p:pic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3794E02F-62ED-D720-3830-A811FC55EE9F}"/>
              </a:ext>
            </a:extLst>
          </p:cNvPr>
          <p:cNvSpPr txBox="1">
            <a:spLocks/>
          </p:cNvSpPr>
          <p:nvPr/>
        </p:nvSpPr>
        <p:spPr>
          <a:xfrm>
            <a:off x="6092214" y="1760558"/>
            <a:ext cx="5576736" cy="622173"/>
          </a:xfrm>
          <a:prstGeom prst="hexagon">
            <a:avLst/>
          </a:prstGeom>
          <a:solidFill>
            <a:srgbClr val="2E9CCA">
              <a:alpha val="50196"/>
            </a:srgbClr>
          </a:solidFill>
        </p:spPr>
        <p:txBody>
          <a:bodyPr/>
          <a:lstStyle>
            <a:lvl1pPr marL="228611" indent="-228611" algn="l" defTabSz="91444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46" rtl="0" eaLnBrk="1" fontAlgn="auto" latinLnBrk="0" hangingPunct="1">
              <a:lnSpc>
                <a:spcPts val="33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616B6D0-7859-1B3F-EC31-C2757CC89A68}"/>
              </a:ext>
            </a:extLst>
          </p:cNvPr>
          <p:cNvSpPr txBox="1"/>
          <p:nvPr/>
        </p:nvSpPr>
        <p:spPr>
          <a:xfrm>
            <a:off x="7042997" y="1880286"/>
            <a:ext cx="36751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The Rules</a:t>
            </a:r>
          </a:p>
        </p:txBody>
      </p:sp>
      <p:sp>
        <p:nvSpPr>
          <p:cNvPr id="44" name="Text 21">
            <a:extLst>
              <a:ext uri="{FF2B5EF4-FFF2-40B4-BE49-F238E27FC236}">
                <a16:creationId xmlns:a16="http://schemas.microsoft.com/office/drawing/2014/main" id="{1E39FA1F-DBCC-30B2-6933-AA6F8F7B6D0A}"/>
              </a:ext>
            </a:extLst>
          </p:cNvPr>
          <p:cNvSpPr/>
          <p:nvPr/>
        </p:nvSpPr>
        <p:spPr>
          <a:xfrm>
            <a:off x="6110796" y="5453063"/>
            <a:ext cx="5738526" cy="1119130"/>
          </a:xfrm>
          <a:prstGeom prst="roundRect">
            <a:avLst>
              <a:gd name="adj" fmla="val 13292"/>
            </a:avLst>
          </a:prstGeom>
          <a:solidFill>
            <a:srgbClr val="464866">
              <a:alpha val="30196"/>
            </a:srgbClr>
          </a:solidFill>
          <a:ln>
            <a:solidFill>
              <a:srgbClr val="25274D"/>
            </a:solidFill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3A0B77C7-74EF-2083-B59C-FCD86FE6F926}"/>
              </a:ext>
            </a:extLst>
          </p:cNvPr>
          <p:cNvSpPr/>
          <p:nvPr/>
        </p:nvSpPr>
        <p:spPr>
          <a:xfrm>
            <a:off x="6111264" y="3987845"/>
            <a:ext cx="5738526" cy="1119130"/>
          </a:xfrm>
          <a:prstGeom prst="roundRect">
            <a:avLst>
              <a:gd name="adj" fmla="val 13292"/>
            </a:avLst>
          </a:prstGeom>
          <a:solidFill>
            <a:srgbClr val="464866">
              <a:alpha val="30196"/>
            </a:srgbClr>
          </a:solidFill>
          <a:ln>
            <a:solidFill>
              <a:srgbClr val="25274D"/>
            </a:solidFill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78F8DB04-493C-7D89-64B0-1CCEF8A1F8F7}"/>
              </a:ext>
            </a:extLst>
          </p:cNvPr>
          <p:cNvSpPr/>
          <p:nvPr/>
        </p:nvSpPr>
        <p:spPr>
          <a:xfrm>
            <a:off x="6111732" y="2522627"/>
            <a:ext cx="5738526" cy="1119130"/>
          </a:xfrm>
          <a:prstGeom prst="roundRect">
            <a:avLst>
              <a:gd name="adj" fmla="val 13292"/>
            </a:avLst>
          </a:prstGeom>
          <a:solidFill>
            <a:srgbClr val="464866">
              <a:alpha val="30196"/>
            </a:srgbClr>
          </a:solidFill>
          <a:ln>
            <a:solidFill>
              <a:srgbClr val="25274D"/>
            </a:solidFill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7F12715-DEE8-306C-E747-C63EB8D67D56}"/>
              </a:ext>
            </a:extLst>
          </p:cNvPr>
          <p:cNvSpPr txBox="1"/>
          <p:nvPr/>
        </p:nvSpPr>
        <p:spPr>
          <a:xfrm>
            <a:off x="6193392" y="2587084"/>
            <a:ext cx="5608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1. Never train on test data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8CDFFD1-0AB4-0CC7-B7FD-E5D4FF35506E}"/>
              </a:ext>
            </a:extLst>
          </p:cNvPr>
          <p:cNvSpPr txBox="1"/>
          <p:nvPr/>
        </p:nvSpPr>
        <p:spPr>
          <a:xfrm>
            <a:off x="6421993" y="2919969"/>
            <a:ext cx="53549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Ensure the model never sees test data during training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ECD857C-13A9-2E5D-ED7B-15CFC3E8CD4C}"/>
              </a:ext>
            </a:extLst>
          </p:cNvPr>
          <p:cNvSpPr txBox="1"/>
          <p:nvPr/>
        </p:nvSpPr>
        <p:spPr>
          <a:xfrm>
            <a:off x="6185452" y="4072984"/>
            <a:ext cx="5608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2. Split Before transformations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FF12BA9-4843-6635-F3A7-08F7326E5392}"/>
              </a:ext>
            </a:extLst>
          </p:cNvPr>
          <p:cNvSpPr txBox="1"/>
          <p:nvPr/>
        </p:nvSpPr>
        <p:spPr>
          <a:xfrm>
            <a:off x="6414053" y="4473904"/>
            <a:ext cx="49580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Fit scalers and encoders on training data only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62B8CF5-B84F-B13C-C7C7-F55A5693CC99}"/>
              </a:ext>
            </a:extLst>
          </p:cNvPr>
          <p:cNvSpPr txBox="1"/>
          <p:nvPr/>
        </p:nvSpPr>
        <p:spPr>
          <a:xfrm>
            <a:off x="6168199" y="5530800"/>
            <a:ext cx="5608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3. Use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random_state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 for reproducibility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9D94996-1F46-BE6C-8D99-DB8C6DD5D367}"/>
              </a:ext>
            </a:extLst>
          </p:cNvPr>
          <p:cNvSpPr txBox="1"/>
          <p:nvPr/>
        </p:nvSpPr>
        <p:spPr>
          <a:xfrm>
            <a:off x="6416778" y="5898156"/>
            <a:ext cx="51075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Use the same split every time you run the code</a:t>
            </a:r>
          </a:p>
        </p:txBody>
      </p:sp>
    </p:spTree>
    <p:extLst>
      <p:ext uri="{BB962C8B-B14F-4D97-AF65-F5344CB8AC3E}">
        <p14:creationId xmlns:p14="http://schemas.microsoft.com/office/powerpoint/2010/main" val="13092044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B2E85-8284-24EB-8E14-3A72B0D7C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BB223F-4C97-660E-1A30-E5C0848AA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Demo: Proper Splitting</a:t>
            </a:r>
            <a:br>
              <a:rPr lang="en-US" dirty="0"/>
            </a:br>
            <a:endParaRPr lang="en-US" dirty="0"/>
          </a:p>
        </p:txBody>
      </p:sp>
      <p:sp>
        <p:nvSpPr>
          <p:cNvPr id="60" name="Text Placeholder 15">
            <a:extLst>
              <a:ext uri="{FF2B5EF4-FFF2-40B4-BE49-F238E27FC236}">
                <a16:creationId xmlns:a16="http://schemas.microsoft.com/office/drawing/2014/main" id="{19DD078F-BA30-A4A0-1AED-EC931808272D}"/>
              </a:ext>
            </a:extLst>
          </p:cNvPr>
          <p:cNvSpPr txBox="1">
            <a:spLocks/>
          </p:cNvSpPr>
          <p:nvPr/>
        </p:nvSpPr>
        <p:spPr>
          <a:xfrm>
            <a:off x="6244614" y="1971925"/>
            <a:ext cx="5576736" cy="3049997"/>
          </a:xfrm>
          <a:prstGeom prst="roundRect">
            <a:avLst>
              <a:gd name="adj" fmla="val 6409"/>
            </a:avLst>
          </a:prstGeom>
          <a:solidFill>
            <a:srgbClr val="2E9CCA">
              <a:alpha val="20000"/>
            </a:srgbClr>
          </a:solidFill>
        </p:spPr>
        <p:txBody>
          <a:bodyPr anchor="ctr"/>
          <a:lstStyle>
            <a:lvl1pPr marL="228611" indent="-228611" algn="l" defTabSz="91444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ctr" defTabSz="889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5274D"/>
              </a:solidFill>
              <a:effectLst/>
              <a:uLnTx/>
              <a:uFillTx/>
              <a:latin typeface="Aptos" panose="020B0004020202020204" pitchFamily="34" charset="0"/>
              <a:ea typeface="Martel Sans" pitchFamily="34" charset="-122"/>
              <a:cs typeface="Martel Sans" pitchFamily="34" charset="-120"/>
            </a:endParaRPr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F79F98C1-F6C5-BE8F-1BF2-9F3D299DD6B6}"/>
              </a:ext>
            </a:extLst>
          </p:cNvPr>
          <p:cNvSpPr txBox="1">
            <a:spLocks/>
          </p:cNvSpPr>
          <p:nvPr/>
        </p:nvSpPr>
        <p:spPr>
          <a:xfrm>
            <a:off x="6244614" y="1971922"/>
            <a:ext cx="5576736" cy="622173"/>
          </a:xfrm>
          <a:prstGeom prst="roundRect">
            <a:avLst>
              <a:gd name="adj" fmla="val 23351"/>
            </a:avLst>
          </a:prstGeom>
          <a:solidFill>
            <a:srgbClr val="2E9CCA">
              <a:alpha val="50196"/>
            </a:srgbClr>
          </a:solidFill>
        </p:spPr>
        <p:txBody>
          <a:bodyPr/>
          <a:lstStyle>
            <a:lvl1pPr marL="228611" indent="-228611" algn="l" defTabSz="91444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46" rtl="0" eaLnBrk="1" fontAlgn="auto" latinLnBrk="0" hangingPunct="1">
              <a:lnSpc>
                <a:spcPts val="33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0BFBD4E-66EA-5C50-2660-8172CF194DE2}"/>
              </a:ext>
            </a:extLst>
          </p:cNvPr>
          <p:cNvSpPr txBox="1"/>
          <p:nvPr/>
        </p:nvSpPr>
        <p:spPr>
          <a:xfrm>
            <a:off x="7777887" y="2129750"/>
            <a:ext cx="25101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86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Key Parameters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BBD7771-872C-23B3-4FA8-1BF3899B2110}"/>
              </a:ext>
            </a:extLst>
          </p:cNvPr>
          <p:cNvSpPr txBox="1"/>
          <p:nvPr/>
        </p:nvSpPr>
        <p:spPr>
          <a:xfrm>
            <a:off x="6411625" y="2750721"/>
            <a:ext cx="51128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sv-SE" sz="1800" b="1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test_size=0.2: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Split 20% for testing and 80% for training</a:t>
            </a:r>
            <a:endParaRPr kumimoji="0" lang="sv-SE" sz="1800" b="0" i="0" u="none" strike="noStrike" kern="1200" cap="none" spc="0" normalizeH="0" baseline="0" noProof="0" dirty="0">
              <a:ln>
                <a:noFill/>
              </a:ln>
              <a:solidFill>
                <a:srgbClr val="25274D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7AF3D27-7C8B-5F12-1F2C-9128EAF4CFA0}"/>
              </a:ext>
            </a:extLst>
          </p:cNvPr>
          <p:cNvSpPr txBox="1"/>
          <p:nvPr/>
        </p:nvSpPr>
        <p:spPr>
          <a:xfrm>
            <a:off x="6416931" y="3528379"/>
            <a:ext cx="51128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sv-SE" sz="1800" b="1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random_state=42: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Ensure the same split every run (reproducible)</a:t>
            </a:r>
            <a:endParaRPr kumimoji="0" lang="sv-SE" sz="1800" b="0" i="0" u="none" strike="noStrike" kern="1200" cap="none" spc="0" normalizeH="0" baseline="0" noProof="0" dirty="0">
              <a:ln>
                <a:noFill/>
              </a:ln>
              <a:solidFill>
                <a:srgbClr val="25274D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20A7E3D-2EF7-C404-67F2-41F6CB4AF42F}"/>
              </a:ext>
            </a:extLst>
          </p:cNvPr>
          <p:cNvSpPr txBox="1"/>
          <p:nvPr/>
        </p:nvSpPr>
        <p:spPr>
          <a:xfrm>
            <a:off x="6407723" y="4306037"/>
            <a:ext cx="54136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stratify=y: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Maintain class balance in both sets</a:t>
            </a:r>
          </a:p>
        </p:txBody>
      </p:sp>
      <p:sp>
        <p:nvSpPr>
          <p:cNvPr id="18" name="Arrow: Pentagon 17">
            <a:extLst>
              <a:ext uri="{FF2B5EF4-FFF2-40B4-BE49-F238E27FC236}">
                <a16:creationId xmlns:a16="http://schemas.microsoft.com/office/drawing/2014/main" id="{411B6041-CB41-9781-9D0C-D32BF760312B}"/>
              </a:ext>
            </a:extLst>
          </p:cNvPr>
          <p:cNvSpPr/>
          <p:nvPr/>
        </p:nvSpPr>
        <p:spPr>
          <a:xfrm>
            <a:off x="5943600" y="5611685"/>
            <a:ext cx="5932488" cy="804136"/>
          </a:xfrm>
          <a:prstGeom prst="homePlate">
            <a:avLst/>
          </a:prstGeom>
          <a:solidFill>
            <a:srgbClr val="464866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Verify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: By printing (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X_train.shape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,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X_test.shape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)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4E977C5-DB7D-F9E0-D9AC-C5366AD9F480}"/>
              </a:ext>
            </a:extLst>
          </p:cNvPr>
          <p:cNvGrpSpPr/>
          <p:nvPr/>
        </p:nvGrpSpPr>
        <p:grpSpPr>
          <a:xfrm>
            <a:off x="843219" y="1907000"/>
            <a:ext cx="4040440" cy="4460315"/>
            <a:chOff x="369888" y="1955505"/>
            <a:chExt cx="4040440" cy="446031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C88112C-8C70-523D-FAD0-FAB7E45AF2B7}"/>
                </a:ext>
              </a:extLst>
            </p:cNvPr>
            <p:cNvGrpSpPr/>
            <p:nvPr/>
          </p:nvGrpSpPr>
          <p:grpSpPr>
            <a:xfrm>
              <a:off x="369888" y="1955505"/>
              <a:ext cx="4040440" cy="4460315"/>
              <a:chOff x="560388" y="2584155"/>
              <a:chExt cx="4040440" cy="4460315"/>
            </a:xfrm>
          </p:grpSpPr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A29AC3AD-1204-EF46-E12F-98C2740CCEB5}"/>
                  </a:ext>
                </a:extLst>
              </p:cNvPr>
              <p:cNvSpPr/>
              <p:nvPr/>
            </p:nvSpPr>
            <p:spPr>
              <a:xfrm>
                <a:off x="560388" y="2584155"/>
                <a:ext cx="4040440" cy="4460315"/>
              </a:xfrm>
              <a:prstGeom prst="roundRect">
                <a:avLst>
                  <a:gd name="adj" fmla="val 4952"/>
                </a:avLst>
              </a:prstGeom>
              <a:solidFill>
                <a:srgbClr val="1E293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5E69F8D4-BA0D-C965-94F6-9CDBBF416372}"/>
                  </a:ext>
                </a:extLst>
              </p:cNvPr>
              <p:cNvGrpSpPr/>
              <p:nvPr/>
            </p:nvGrpSpPr>
            <p:grpSpPr>
              <a:xfrm>
                <a:off x="698475" y="2688457"/>
                <a:ext cx="548439" cy="132480"/>
                <a:chOff x="977875" y="3452203"/>
                <a:chExt cx="548439" cy="132480"/>
              </a:xfrm>
            </p:grpSpPr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070630EA-FB54-E659-DE81-6442512559D6}"/>
                    </a:ext>
                  </a:extLst>
                </p:cNvPr>
                <p:cNvSpPr/>
                <p:nvPr/>
              </p:nvSpPr>
              <p:spPr>
                <a:xfrm>
                  <a:off x="977875" y="3452203"/>
                  <a:ext cx="137211" cy="13248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27C7E372-235A-A7FF-FE96-5B27CE8D8624}"/>
                    </a:ext>
                  </a:extLst>
                </p:cNvPr>
                <p:cNvSpPr/>
                <p:nvPr/>
              </p:nvSpPr>
              <p:spPr>
                <a:xfrm>
                  <a:off x="1183489" y="3452203"/>
                  <a:ext cx="137211" cy="13248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98BA35D1-78CA-4205-648B-23CCD86CFAFC}"/>
                    </a:ext>
                  </a:extLst>
                </p:cNvPr>
                <p:cNvSpPr/>
                <p:nvPr/>
              </p:nvSpPr>
              <p:spPr>
                <a:xfrm>
                  <a:off x="1389103" y="3452203"/>
                  <a:ext cx="137211" cy="13248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</p:grpSp>
        </p:grp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90C5F89A-CCD2-EFED-14F2-5031B89FCB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4682" y="2299699"/>
              <a:ext cx="3224270" cy="40487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863797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0575F45B-56EF-8CC8-4309-8E2518400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Stratified Splitting for Imbalanced Data</a:t>
            </a:r>
            <a:br>
              <a:rPr lang="en-US" dirty="0"/>
            </a:b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B42857E-D74E-CD5D-4B4E-9885FA8BA1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Maintaining Class Distribution Across Splits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F8247B6-B2E1-28E0-8E68-0AE52DB1E166}"/>
              </a:ext>
            </a:extLst>
          </p:cNvPr>
          <p:cNvGrpSpPr/>
          <p:nvPr/>
        </p:nvGrpSpPr>
        <p:grpSpPr>
          <a:xfrm>
            <a:off x="334963" y="1937306"/>
            <a:ext cx="9433151" cy="1102224"/>
            <a:chOff x="804908" y="2029755"/>
            <a:chExt cx="9433151" cy="1102224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CAD8B76B-7EB2-4702-5EA5-5EF542AFD8AD}"/>
                </a:ext>
              </a:extLst>
            </p:cNvPr>
            <p:cNvGrpSpPr/>
            <p:nvPr/>
          </p:nvGrpSpPr>
          <p:grpSpPr>
            <a:xfrm>
              <a:off x="804908" y="2029755"/>
              <a:ext cx="9433151" cy="1102224"/>
              <a:chOff x="7214535" y="2405484"/>
              <a:chExt cx="4538427" cy="828117"/>
            </a:xfrm>
          </p:grpSpPr>
          <p:sp>
            <p:nvSpPr>
              <p:cNvPr id="42" name="Text Placeholder 17">
                <a:extLst>
                  <a:ext uri="{FF2B5EF4-FFF2-40B4-BE49-F238E27FC236}">
                    <a16:creationId xmlns:a16="http://schemas.microsoft.com/office/drawing/2014/main" id="{138DCECC-0CA8-4EA1-E5D2-CDCAD9EC3D3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14535" y="2405487"/>
                <a:ext cx="4538427" cy="828114"/>
              </a:xfrm>
              <a:prstGeom prst="roundRect">
                <a:avLst>
                  <a:gd name="adj" fmla="val 8195"/>
                </a:avLst>
              </a:prstGeom>
              <a:solidFill>
                <a:srgbClr val="2E9CCA">
                  <a:alpha val="20000"/>
                </a:srgbClr>
              </a:solidFill>
            </p:spPr>
            <p:txBody>
              <a:bodyPr/>
              <a:lstStyle>
                <a:lvl1pPr marL="228611" indent="-228611" algn="l" defTabSz="914446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34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57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80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503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726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949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171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394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46" rtl="0" eaLnBrk="1" fontAlgn="auto" latinLnBrk="0" hangingPunct="1">
                  <a:lnSpc>
                    <a:spcPts val="33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  <p:sp>
            <p:nvSpPr>
              <p:cNvPr id="43" name="Text Placeholder 17">
                <a:extLst>
                  <a:ext uri="{FF2B5EF4-FFF2-40B4-BE49-F238E27FC236}">
                    <a16:creationId xmlns:a16="http://schemas.microsoft.com/office/drawing/2014/main" id="{CB8F3C50-25A3-2D62-F8BB-FD7751E6527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17711" y="2405484"/>
                <a:ext cx="91139" cy="828112"/>
              </a:xfrm>
              <a:prstGeom prst="roundRect">
                <a:avLst>
                  <a:gd name="adj" fmla="val 29097"/>
                </a:avLst>
              </a:prstGeom>
              <a:solidFill>
                <a:srgbClr val="2E9CCA">
                  <a:alpha val="80000"/>
                </a:srgbClr>
              </a:solidFill>
            </p:spPr>
            <p:txBody>
              <a:bodyPr/>
              <a:lstStyle>
                <a:lvl1pPr marL="228611" indent="-228611" algn="l" defTabSz="914446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34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57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80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503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726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949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171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394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46" rtl="0" eaLnBrk="1" fontAlgn="auto" latinLnBrk="0" hangingPunct="1">
                  <a:lnSpc>
                    <a:spcPts val="33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DC502CA-4B8A-8642-E7C3-611265292E62}"/>
                </a:ext>
              </a:extLst>
            </p:cNvPr>
            <p:cNvSpPr txBox="1"/>
            <p:nvPr/>
          </p:nvSpPr>
          <p:spPr>
            <a:xfrm>
              <a:off x="1032573" y="2068336"/>
              <a:ext cx="329247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The Problem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C0C0FAC-E33E-7349-16B4-66A18EF934FB}"/>
                </a:ext>
              </a:extLst>
            </p:cNvPr>
            <p:cNvSpPr txBox="1"/>
            <p:nvPr/>
          </p:nvSpPr>
          <p:spPr>
            <a:xfrm>
              <a:off x="1023048" y="2413674"/>
              <a:ext cx="921501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i="0" u="none" strike="noStrike" kern="1200" cap="none" spc="0" normalizeH="0" baseline="0" noProof="0" dirty="0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Recognise the dataset has 20% attrition (imbalanced); random splitting might give train = 18% and test = 25%, causing the model to learn incorrect patterns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BE321FC-5551-86E2-1A4A-B86693EF89B0}"/>
              </a:ext>
            </a:extLst>
          </p:cNvPr>
          <p:cNvGrpSpPr/>
          <p:nvPr/>
        </p:nvGrpSpPr>
        <p:grpSpPr>
          <a:xfrm>
            <a:off x="334963" y="3187945"/>
            <a:ext cx="9433151" cy="1102224"/>
            <a:chOff x="804908" y="2029755"/>
            <a:chExt cx="9920455" cy="1102224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5E1AAB19-BFCE-9176-1FDE-1A79C45D9477}"/>
                </a:ext>
              </a:extLst>
            </p:cNvPr>
            <p:cNvGrpSpPr/>
            <p:nvPr/>
          </p:nvGrpSpPr>
          <p:grpSpPr>
            <a:xfrm>
              <a:off x="804908" y="2029755"/>
              <a:ext cx="9920455" cy="1102224"/>
              <a:chOff x="7214535" y="2405484"/>
              <a:chExt cx="4772876" cy="828117"/>
            </a:xfrm>
          </p:grpSpPr>
          <p:sp>
            <p:nvSpPr>
              <p:cNvPr id="56" name="Text Placeholder 17">
                <a:extLst>
                  <a:ext uri="{FF2B5EF4-FFF2-40B4-BE49-F238E27FC236}">
                    <a16:creationId xmlns:a16="http://schemas.microsoft.com/office/drawing/2014/main" id="{EE95FEA7-5472-EF1A-06B0-A28C4F87858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14535" y="2405487"/>
                <a:ext cx="4772876" cy="828114"/>
              </a:xfrm>
              <a:prstGeom prst="roundRect">
                <a:avLst>
                  <a:gd name="adj" fmla="val 8195"/>
                </a:avLst>
              </a:prstGeom>
              <a:solidFill>
                <a:srgbClr val="2E9CCA">
                  <a:alpha val="20000"/>
                </a:srgbClr>
              </a:solidFill>
            </p:spPr>
            <p:txBody>
              <a:bodyPr/>
              <a:lstStyle>
                <a:lvl1pPr marL="228611" indent="-228611" algn="l" defTabSz="914446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34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57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80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503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726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949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171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394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46" rtl="0" eaLnBrk="1" fontAlgn="auto" latinLnBrk="0" hangingPunct="1">
                  <a:lnSpc>
                    <a:spcPts val="33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  <p:sp>
            <p:nvSpPr>
              <p:cNvPr id="57" name="Text Placeholder 17">
                <a:extLst>
                  <a:ext uri="{FF2B5EF4-FFF2-40B4-BE49-F238E27FC236}">
                    <a16:creationId xmlns:a16="http://schemas.microsoft.com/office/drawing/2014/main" id="{D1CDD85F-B5DE-553F-CCEA-07A422B8A4B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217711" y="2405484"/>
                <a:ext cx="91139" cy="828112"/>
              </a:xfrm>
              <a:prstGeom prst="roundRect">
                <a:avLst>
                  <a:gd name="adj" fmla="val 29097"/>
                </a:avLst>
              </a:prstGeom>
              <a:solidFill>
                <a:srgbClr val="2E9CCA">
                  <a:alpha val="80000"/>
                </a:srgbClr>
              </a:solidFill>
            </p:spPr>
            <p:txBody>
              <a:bodyPr/>
              <a:lstStyle>
                <a:lvl1pPr marL="228611" indent="-228611" algn="l" defTabSz="914446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34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57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80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503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726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949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171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394" indent="-228611" algn="l" defTabSz="91444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46" rtl="0" eaLnBrk="1" fontAlgn="auto" latinLnBrk="0" hangingPunct="1">
                  <a:lnSpc>
                    <a:spcPts val="33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0330C8C-0A1D-35C6-4867-82672598FF27}"/>
                </a:ext>
              </a:extLst>
            </p:cNvPr>
            <p:cNvSpPr txBox="1"/>
            <p:nvPr/>
          </p:nvSpPr>
          <p:spPr>
            <a:xfrm>
              <a:off x="1032573" y="2068336"/>
              <a:ext cx="439615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The Solution: Stratified Split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658D3C0-76C6-35A3-8902-48D34B3507C9}"/>
                </a:ext>
              </a:extLst>
            </p:cNvPr>
            <p:cNvSpPr txBox="1"/>
            <p:nvPr/>
          </p:nvSpPr>
          <p:spPr>
            <a:xfrm>
              <a:off x="1023047" y="2413674"/>
              <a:ext cx="9320713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i="0" u="none" strike="noStrike" kern="1200" cap="none" spc="0" normalizeH="0" baseline="0" noProof="0" dirty="0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Use stratify=y to ensure both training and test sets have the same class distribution as the original data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78C2035-7547-5321-2034-BB8C988CA0FB}"/>
              </a:ext>
            </a:extLst>
          </p:cNvPr>
          <p:cNvGrpSpPr/>
          <p:nvPr/>
        </p:nvGrpSpPr>
        <p:grpSpPr>
          <a:xfrm>
            <a:off x="334964" y="4471366"/>
            <a:ext cx="11522074" cy="1949550"/>
            <a:chOff x="334964" y="4471366"/>
            <a:chExt cx="11522074" cy="1949550"/>
          </a:xfrm>
          <a:solidFill>
            <a:srgbClr val="2E9CCA"/>
          </a:solidFill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6DE2BFBC-61E3-FF12-3328-0B47DE47841D}"/>
                </a:ext>
              </a:extLst>
            </p:cNvPr>
            <p:cNvSpPr/>
            <p:nvPr/>
          </p:nvSpPr>
          <p:spPr>
            <a:xfrm>
              <a:off x="334964" y="5038199"/>
              <a:ext cx="5336380" cy="138271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C8683DF1-941D-D9D4-AC0D-C8DD8FA72365}"/>
                </a:ext>
              </a:extLst>
            </p:cNvPr>
            <p:cNvSpPr/>
            <p:nvPr/>
          </p:nvSpPr>
          <p:spPr>
            <a:xfrm>
              <a:off x="4577851" y="4471366"/>
              <a:ext cx="3036299" cy="44096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Visual Comparison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49485B1E-4478-4936-FD4A-8C2CC2F2B920}"/>
                </a:ext>
              </a:extLst>
            </p:cNvPr>
            <p:cNvSpPr txBox="1"/>
            <p:nvPr/>
          </p:nvSpPr>
          <p:spPr>
            <a:xfrm>
              <a:off x="521368" y="5149578"/>
              <a:ext cx="2396810" cy="36933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rtlCol="0" anchor="ctr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ea typeface="Arial" pitchFamily="34" charset="-122"/>
                  <a:cs typeface="Arial" pitchFamily="34" charset="-120"/>
                </a:rPr>
                <a:t>Without stratify=y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62" name="Text 23">
              <a:extLst>
                <a:ext uri="{FF2B5EF4-FFF2-40B4-BE49-F238E27FC236}">
                  <a16:creationId xmlns:a16="http://schemas.microsoft.com/office/drawing/2014/main" id="{4CF147C8-71DE-3046-859D-7CA958E5142C}"/>
                </a:ext>
              </a:extLst>
            </p:cNvPr>
            <p:cNvSpPr/>
            <p:nvPr/>
          </p:nvSpPr>
          <p:spPr>
            <a:xfrm>
              <a:off x="662648" y="5591595"/>
              <a:ext cx="1752203" cy="381000"/>
            </a:xfrm>
            <a:prstGeom prst="roundRect">
              <a:avLst>
                <a:gd name="adj" fmla="val 13333"/>
              </a:avLst>
            </a:prstGeom>
            <a:grpFill/>
            <a:ln>
              <a:solidFill>
                <a:schemeClr val="bg1"/>
              </a:solidFill>
            </a:ln>
          </p:spPr>
          <p:txBody>
            <a:bodyPr wrap="square" rtlCol="0" anchor="ctr"/>
            <a:lstStyle/>
            <a:p>
              <a:endParaRPr 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63" name="Text 24">
              <a:extLst>
                <a:ext uri="{FF2B5EF4-FFF2-40B4-BE49-F238E27FC236}">
                  <a16:creationId xmlns:a16="http://schemas.microsoft.com/office/drawing/2014/main" id="{12F27A78-82F6-4E8B-3A14-330B503DB757}"/>
                </a:ext>
              </a:extLst>
            </p:cNvPr>
            <p:cNvSpPr/>
            <p:nvPr/>
          </p:nvSpPr>
          <p:spPr>
            <a:xfrm>
              <a:off x="715909" y="5724524"/>
              <a:ext cx="1645683" cy="166371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ctr">
                <a:lnSpc>
                  <a:spcPts val="1400"/>
                </a:lnSpc>
              </a:pPr>
              <a:r>
                <a:rPr lang="en-US" dirty="0">
                  <a:solidFill>
                    <a:schemeClr val="bg1"/>
                  </a:solidFill>
                  <a:ea typeface="Arial" pitchFamily="34" charset="-122"/>
                  <a:cs typeface="Arial" pitchFamily="34" charset="-120"/>
                </a:rPr>
                <a:t>Train: 18%</a:t>
              </a:r>
            </a:p>
          </p:txBody>
        </p:sp>
        <p:sp>
          <p:nvSpPr>
            <p:cNvPr id="64" name="Text 23">
              <a:extLst>
                <a:ext uri="{FF2B5EF4-FFF2-40B4-BE49-F238E27FC236}">
                  <a16:creationId xmlns:a16="http://schemas.microsoft.com/office/drawing/2014/main" id="{33672D8E-DD3B-7C8F-4B26-4AD6DAFC9AF1}"/>
                </a:ext>
              </a:extLst>
            </p:cNvPr>
            <p:cNvSpPr/>
            <p:nvPr/>
          </p:nvSpPr>
          <p:spPr>
            <a:xfrm>
              <a:off x="3214989" y="5591595"/>
              <a:ext cx="1752203" cy="381000"/>
            </a:xfrm>
            <a:prstGeom prst="roundRect">
              <a:avLst>
                <a:gd name="adj" fmla="val 13333"/>
              </a:avLst>
            </a:prstGeom>
            <a:grpFill/>
            <a:ln>
              <a:solidFill>
                <a:schemeClr val="bg1"/>
              </a:solidFill>
            </a:ln>
          </p:spPr>
          <p:txBody>
            <a:bodyPr wrap="square" rtlCol="0" anchor="ctr"/>
            <a:lstStyle/>
            <a:p>
              <a:endParaRPr 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65" name="Text 24">
              <a:extLst>
                <a:ext uri="{FF2B5EF4-FFF2-40B4-BE49-F238E27FC236}">
                  <a16:creationId xmlns:a16="http://schemas.microsoft.com/office/drawing/2014/main" id="{41365A48-EE8F-A1C6-C9F5-1B9DA21F8B71}"/>
                </a:ext>
              </a:extLst>
            </p:cNvPr>
            <p:cNvSpPr/>
            <p:nvPr/>
          </p:nvSpPr>
          <p:spPr>
            <a:xfrm>
              <a:off x="3274816" y="5724524"/>
              <a:ext cx="1645683" cy="166371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ctr">
                <a:lnSpc>
                  <a:spcPts val="1400"/>
                </a:lnSpc>
              </a:pPr>
              <a:r>
                <a:rPr lang="en-US" dirty="0">
                  <a:solidFill>
                    <a:schemeClr val="bg1"/>
                  </a:solidFill>
                  <a:ea typeface="Arial" pitchFamily="34" charset="-122"/>
                  <a:cs typeface="Arial" pitchFamily="34" charset="-120"/>
                </a:rPr>
                <a:t>Test: 25%</a:t>
              </a:r>
            </a:p>
          </p:txBody>
        </p:sp>
        <p:sp>
          <p:nvSpPr>
            <p:cNvPr id="66" name="Text 24">
              <a:extLst>
                <a:ext uri="{FF2B5EF4-FFF2-40B4-BE49-F238E27FC236}">
                  <a16:creationId xmlns:a16="http://schemas.microsoft.com/office/drawing/2014/main" id="{7EF9608D-4643-593A-AC95-534C2BDF7DE9}"/>
                </a:ext>
              </a:extLst>
            </p:cNvPr>
            <p:cNvSpPr/>
            <p:nvPr/>
          </p:nvSpPr>
          <p:spPr>
            <a:xfrm>
              <a:off x="1798432" y="6138142"/>
              <a:ext cx="2409444" cy="201309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ctr">
                <a:lnSpc>
                  <a:spcPts val="1400"/>
                </a:lnSpc>
              </a:pPr>
              <a:r>
                <a:rPr lang="en-US" dirty="0">
                  <a:solidFill>
                    <a:schemeClr val="bg1"/>
                  </a:solidFill>
                  <a:ea typeface="Arial" pitchFamily="34" charset="-122"/>
                  <a:cs typeface="Arial" pitchFamily="34" charset="-120"/>
                </a:rPr>
                <a:t>Uneven distribution!</a:t>
              </a:r>
            </a:p>
          </p:txBody>
        </p:sp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D18BB439-7A47-CA90-188A-BCFA4EE78007}"/>
                </a:ext>
              </a:extLst>
            </p:cNvPr>
            <p:cNvSpPr/>
            <p:nvPr/>
          </p:nvSpPr>
          <p:spPr>
            <a:xfrm>
              <a:off x="6520658" y="5028003"/>
              <a:ext cx="5336380" cy="138271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3D3B69B-E576-B531-BD38-C49101A74704}"/>
                </a:ext>
              </a:extLst>
            </p:cNvPr>
            <p:cNvSpPr txBox="1"/>
            <p:nvPr/>
          </p:nvSpPr>
          <p:spPr>
            <a:xfrm>
              <a:off x="6707062" y="5139382"/>
              <a:ext cx="1986441" cy="369332"/>
            </a:xfrm>
            <a:prstGeom prst="rect">
              <a:avLst/>
            </a:prstGeom>
            <a:grpFill/>
            <a:ln>
              <a:noFill/>
            </a:ln>
          </p:spPr>
          <p:txBody>
            <a:bodyPr wrap="none" rtlCol="0" anchor="ctr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ea typeface="Arial" pitchFamily="34" charset="-122"/>
                  <a:cs typeface="Arial" pitchFamily="34" charset="-120"/>
                </a:rPr>
                <a:t>With stratify=y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69" name="Text 23">
              <a:extLst>
                <a:ext uri="{FF2B5EF4-FFF2-40B4-BE49-F238E27FC236}">
                  <a16:creationId xmlns:a16="http://schemas.microsoft.com/office/drawing/2014/main" id="{53F7E3E0-2D64-5418-379F-B73A06A57570}"/>
                </a:ext>
              </a:extLst>
            </p:cNvPr>
            <p:cNvSpPr/>
            <p:nvPr/>
          </p:nvSpPr>
          <p:spPr>
            <a:xfrm>
              <a:off x="6848342" y="5581399"/>
              <a:ext cx="1752203" cy="381000"/>
            </a:xfrm>
            <a:prstGeom prst="roundRect">
              <a:avLst>
                <a:gd name="adj" fmla="val 13333"/>
              </a:avLst>
            </a:prstGeom>
            <a:grpFill/>
            <a:ln>
              <a:solidFill>
                <a:schemeClr val="bg1"/>
              </a:solidFill>
            </a:ln>
          </p:spPr>
          <p:txBody>
            <a:bodyPr wrap="square" rtlCol="0" anchor="ctr"/>
            <a:lstStyle/>
            <a:p>
              <a:endParaRPr 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70" name="Text 24">
              <a:extLst>
                <a:ext uri="{FF2B5EF4-FFF2-40B4-BE49-F238E27FC236}">
                  <a16:creationId xmlns:a16="http://schemas.microsoft.com/office/drawing/2014/main" id="{3473115A-34BB-87F1-E8F5-671DCBB1468A}"/>
                </a:ext>
              </a:extLst>
            </p:cNvPr>
            <p:cNvSpPr/>
            <p:nvPr/>
          </p:nvSpPr>
          <p:spPr>
            <a:xfrm>
              <a:off x="6901603" y="5714328"/>
              <a:ext cx="1645683" cy="166371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ctr">
                <a:lnSpc>
                  <a:spcPts val="1400"/>
                </a:lnSpc>
              </a:pPr>
              <a:r>
                <a:rPr lang="en-US" dirty="0">
                  <a:solidFill>
                    <a:schemeClr val="bg1"/>
                  </a:solidFill>
                  <a:ea typeface="Arial" pitchFamily="34" charset="-122"/>
                  <a:cs typeface="Arial" pitchFamily="34" charset="-120"/>
                </a:rPr>
                <a:t>Train: 20%</a:t>
              </a:r>
            </a:p>
          </p:txBody>
        </p:sp>
        <p:sp>
          <p:nvSpPr>
            <p:cNvPr id="71" name="Text 23">
              <a:extLst>
                <a:ext uri="{FF2B5EF4-FFF2-40B4-BE49-F238E27FC236}">
                  <a16:creationId xmlns:a16="http://schemas.microsoft.com/office/drawing/2014/main" id="{66A8207C-7BD8-EA7B-DFFC-E2AA44E2A802}"/>
                </a:ext>
              </a:extLst>
            </p:cNvPr>
            <p:cNvSpPr/>
            <p:nvPr/>
          </p:nvSpPr>
          <p:spPr>
            <a:xfrm>
              <a:off x="9407249" y="5581399"/>
              <a:ext cx="1752203" cy="381000"/>
            </a:xfrm>
            <a:prstGeom prst="roundRect">
              <a:avLst>
                <a:gd name="adj" fmla="val 13333"/>
              </a:avLst>
            </a:prstGeom>
            <a:grpFill/>
            <a:ln>
              <a:solidFill>
                <a:schemeClr val="bg1"/>
              </a:solidFill>
            </a:ln>
          </p:spPr>
          <p:txBody>
            <a:bodyPr wrap="square" rtlCol="0" anchor="ctr"/>
            <a:lstStyle/>
            <a:p>
              <a:endParaRPr 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72" name="Text 24">
              <a:extLst>
                <a:ext uri="{FF2B5EF4-FFF2-40B4-BE49-F238E27FC236}">
                  <a16:creationId xmlns:a16="http://schemas.microsoft.com/office/drawing/2014/main" id="{85D07B1F-114C-1AB1-2B66-02016D05EDD2}"/>
                </a:ext>
              </a:extLst>
            </p:cNvPr>
            <p:cNvSpPr/>
            <p:nvPr/>
          </p:nvSpPr>
          <p:spPr>
            <a:xfrm>
              <a:off x="9460510" y="5714328"/>
              <a:ext cx="1645683" cy="166371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ctr">
                <a:lnSpc>
                  <a:spcPts val="1400"/>
                </a:lnSpc>
              </a:pPr>
              <a:r>
                <a:rPr lang="en-US" dirty="0">
                  <a:solidFill>
                    <a:schemeClr val="bg1"/>
                  </a:solidFill>
                  <a:ea typeface="Arial" pitchFamily="34" charset="-122"/>
                  <a:cs typeface="Arial" pitchFamily="34" charset="-120"/>
                </a:rPr>
                <a:t>Test: 20%</a:t>
              </a:r>
            </a:p>
          </p:txBody>
        </p:sp>
        <p:sp>
          <p:nvSpPr>
            <p:cNvPr id="73" name="Text 24">
              <a:extLst>
                <a:ext uri="{FF2B5EF4-FFF2-40B4-BE49-F238E27FC236}">
                  <a16:creationId xmlns:a16="http://schemas.microsoft.com/office/drawing/2014/main" id="{8C326442-BC03-93AB-E4CB-21C4D13EF2F9}"/>
                </a:ext>
              </a:extLst>
            </p:cNvPr>
            <p:cNvSpPr/>
            <p:nvPr/>
          </p:nvSpPr>
          <p:spPr>
            <a:xfrm>
              <a:off x="7984126" y="6127946"/>
              <a:ext cx="2409444" cy="201309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ctr">
                <a:lnSpc>
                  <a:spcPts val="1400"/>
                </a:lnSpc>
              </a:pPr>
              <a:r>
                <a:rPr lang="en-US" dirty="0">
                  <a:solidFill>
                    <a:schemeClr val="bg1"/>
                  </a:solidFill>
                  <a:ea typeface="Arial" pitchFamily="34" charset="-122"/>
                  <a:cs typeface="Arial" pitchFamily="34" charset="-120"/>
                </a:rPr>
                <a:t>Same as original!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007157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DAAEA-59C8-0C04-0CF1-E850CDAFA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692F558-8F58-C9F1-A7AE-2308EA42B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Stratified Splitting for Imbalanced Data (contd.)</a:t>
            </a:r>
            <a:br>
              <a:rPr lang="en-US" dirty="0"/>
            </a:b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617A10D-8DAA-8EE4-94E4-4D03BF2441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Maintaining Class Distribution Across Splits</a:t>
            </a:r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A1954161-D97C-6EE2-DE14-C20F47A62CB8}"/>
              </a:ext>
            </a:extLst>
          </p:cNvPr>
          <p:cNvSpPr/>
          <p:nvPr/>
        </p:nvSpPr>
        <p:spPr>
          <a:xfrm>
            <a:off x="334963" y="5347974"/>
            <a:ext cx="11541125" cy="1070306"/>
          </a:xfrm>
          <a:prstGeom prst="homePlate">
            <a:avLst/>
          </a:prstGeom>
          <a:solidFill>
            <a:srgbClr val="2E9CCA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rgbClr val="25274D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1719C3-1769-56EA-8179-7E43AF4BBC38}"/>
              </a:ext>
            </a:extLst>
          </p:cNvPr>
          <p:cNvSpPr txBox="1"/>
          <p:nvPr/>
        </p:nvSpPr>
        <p:spPr>
          <a:xfrm>
            <a:off x="460075" y="5380632"/>
            <a:ext cx="3970959" cy="369332"/>
          </a:xfrm>
          <a:prstGeom prst="rect">
            <a:avLst/>
          </a:prstGeom>
        </p:spPr>
        <p:txBody>
          <a:bodyPr wrap="none" rtlCol="0" anchor="ctr">
            <a:spAutoFit/>
          </a:bodyPr>
          <a:lstStyle/>
          <a:p>
            <a:r>
              <a:rPr lang="en-US" b="1" dirty="0">
                <a:solidFill>
                  <a:srgbClr val="25274D"/>
                </a:solidFill>
                <a:ea typeface="Arial" pitchFamily="34" charset="-122"/>
                <a:cs typeface="Arial" pitchFamily="34" charset="-120"/>
              </a:rPr>
              <a:t>When to use stratified splitting</a:t>
            </a:r>
            <a:endParaRPr lang="en-US" dirty="0">
              <a:solidFill>
                <a:srgbClr val="25274D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AFE267-A96C-1CA6-CABE-5F8D1364AA37}"/>
              </a:ext>
            </a:extLst>
          </p:cNvPr>
          <p:cNvSpPr txBox="1"/>
          <p:nvPr/>
        </p:nvSpPr>
        <p:spPr>
          <a:xfrm>
            <a:off x="460074" y="5737393"/>
            <a:ext cx="11064269" cy="6463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r>
              <a:rPr lang="en-US" dirty="0">
                <a:solidFill>
                  <a:srgbClr val="25274D"/>
                </a:solidFill>
                <a:ea typeface="Arial" pitchFamily="34" charset="-122"/>
                <a:cs typeface="Arial" pitchFamily="34" charset="-120"/>
              </a:rPr>
              <a:t>Apply this approach to classification tasks with imbalanced classes (fraud detection, disease diagnosis, churn prediction)</a:t>
            </a:r>
            <a:endParaRPr lang="en-US" dirty="0">
              <a:solidFill>
                <a:srgbClr val="25274D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B98FCED-FC28-9FDB-6F6B-7C9F291131F5}"/>
              </a:ext>
            </a:extLst>
          </p:cNvPr>
          <p:cNvGrpSpPr/>
          <p:nvPr/>
        </p:nvGrpSpPr>
        <p:grpSpPr>
          <a:xfrm>
            <a:off x="3637190" y="1949268"/>
            <a:ext cx="4841419" cy="3115606"/>
            <a:chOff x="2337594" y="1915425"/>
            <a:chExt cx="4841419" cy="3115606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627F5CB8-3C10-2A3B-C7C9-2BCA5B2343AB}"/>
                </a:ext>
              </a:extLst>
            </p:cNvPr>
            <p:cNvGrpSpPr/>
            <p:nvPr/>
          </p:nvGrpSpPr>
          <p:grpSpPr>
            <a:xfrm>
              <a:off x="2337594" y="1915425"/>
              <a:ext cx="4841419" cy="3115606"/>
              <a:chOff x="369888" y="3295650"/>
              <a:chExt cx="4841419" cy="3115606"/>
            </a:xfrm>
          </p:grpSpPr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967FC6C4-9FDE-2E48-1268-3EFE36375EF7}"/>
                  </a:ext>
                </a:extLst>
              </p:cNvPr>
              <p:cNvSpPr/>
              <p:nvPr/>
            </p:nvSpPr>
            <p:spPr>
              <a:xfrm>
                <a:off x="369888" y="3295650"/>
                <a:ext cx="4841419" cy="3115606"/>
              </a:xfrm>
              <a:prstGeom prst="roundRect">
                <a:avLst>
                  <a:gd name="adj" fmla="val 4952"/>
                </a:avLst>
              </a:prstGeom>
              <a:solidFill>
                <a:srgbClr val="1E293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CE1DADD0-E11D-9741-5564-40ABC4796A45}"/>
                  </a:ext>
                </a:extLst>
              </p:cNvPr>
              <p:cNvGrpSpPr/>
              <p:nvPr/>
            </p:nvGrpSpPr>
            <p:grpSpPr>
              <a:xfrm>
                <a:off x="583883" y="3456807"/>
                <a:ext cx="654500" cy="132480"/>
                <a:chOff x="977875" y="3452203"/>
                <a:chExt cx="548439" cy="132480"/>
              </a:xfrm>
            </p:grpSpPr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D13F6063-624A-4CFC-66E3-0275BD7D12B2}"/>
                    </a:ext>
                  </a:extLst>
                </p:cNvPr>
                <p:cNvSpPr/>
                <p:nvPr/>
              </p:nvSpPr>
              <p:spPr>
                <a:xfrm>
                  <a:off x="977875" y="3452203"/>
                  <a:ext cx="137211" cy="13248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F08249B4-A9A0-D926-6480-6A460A22916E}"/>
                    </a:ext>
                  </a:extLst>
                </p:cNvPr>
                <p:cNvSpPr/>
                <p:nvPr/>
              </p:nvSpPr>
              <p:spPr>
                <a:xfrm>
                  <a:off x="1183489" y="3452203"/>
                  <a:ext cx="137211" cy="13248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6E3D4653-AAB8-1B19-05D0-E4ABB20BFA86}"/>
                    </a:ext>
                  </a:extLst>
                </p:cNvPr>
                <p:cNvSpPr/>
                <p:nvPr/>
              </p:nvSpPr>
              <p:spPr>
                <a:xfrm>
                  <a:off x="1389103" y="3452203"/>
                  <a:ext cx="137211" cy="13248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</p:grpSp>
        </p:grp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E56EE49-23D5-23E9-AEB3-8BA0E8375D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33462" y="2292399"/>
              <a:ext cx="4362651" cy="26667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214450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89E20-3A0D-5B5F-9037-B75B78761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455DD20-42A7-116C-D391-CAC46CEEB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Cross-Validation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BCDA4AB-60BA-CA7B-FC5C-41FB26319C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More Robust Model Evaluation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234960C-56A0-B873-1E86-54F59778826D}"/>
              </a:ext>
            </a:extLst>
          </p:cNvPr>
          <p:cNvGrpSpPr/>
          <p:nvPr/>
        </p:nvGrpSpPr>
        <p:grpSpPr>
          <a:xfrm>
            <a:off x="337229" y="1935442"/>
            <a:ext cx="5618011" cy="1740666"/>
            <a:chOff x="354481" y="1955980"/>
            <a:chExt cx="5688610" cy="1740666"/>
          </a:xfrm>
          <a:solidFill>
            <a:srgbClr val="2E9CCA"/>
          </a:solidFill>
        </p:grpSpPr>
        <p:sp>
          <p:nvSpPr>
            <p:cNvPr id="17" name="Text 21">
              <a:extLst>
                <a:ext uri="{FF2B5EF4-FFF2-40B4-BE49-F238E27FC236}">
                  <a16:creationId xmlns:a16="http://schemas.microsoft.com/office/drawing/2014/main" id="{C8EB7CA9-A683-A98D-1D92-702A72A7A6A9}"/>
                </a:ext>
              </a:extLst>
            </p:cNvPr>
            <p:cNvSpPr/>
            <p:nvPr/>
          </p:nvSpPr>
          <p:spPr>
            <a:xfrm>
              <a:off x="354481" y="1955980"/>
              <a:ext cx="5688610" cy="1740666"/>
            </a:xfrm>
            <a:prstGeom prst="roundRect">
              <a:avLst>
                <a:gd name="adj" fmla="val 13292"/>
              </a:avLst>
            </a:prstGeom>
            <a:grpFill/>
            <a:ln>
              <a:noFill/>
            </a:ln>
          </p:spPr>
          <p:txBody>
            <a:bodyPr wrap="square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1918934-E4A8-1574-2862-8A8E2C9E37EC}"/>
                </a:ext>
              </a:extLst>
            </p:cNvPr>
            <p:cNvSpPr txBox="1"/>
            <p:nvPr/>
          </p:nvSpPr>
          <p:spPr>
            <a:xfrm>
              <a:off x="436141" y="2032329"/>
              <a:ext cx="5542755" cy="369332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1. The Limitation of Single Split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304C6DC-8206-B6EB-5C2A-B2B4760FE50D}"/>
                </a:ext>
              </a:extLst>
            </p:cNvPr>
            <p:cNvSpPr txBox="1"/>
            <p:nvPr/>
          </p:nvSpPr>
          <p:spPr>
            <a:xfrm>
              <a:off x="660600" y="2416973"/>
              <a:ext cx="5318296" cy="1200329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Recognise that one train–test split might be “lucky” or “unlucky”, as model performance depends on which data ends up in the test set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234CF55-BDD6-94C5-6E15-5CF67862B798}"/>
              </a:ext>
            </a:extLst>
          </p:cNvPr>
          <p:cNvGrpSpPr/>
          <p:nvPr/>
        </p:nvGrpSpPr>
        <p:grpSpPr>
          <a:xfrm>
            <a:off x="336760" y="3775681"/>
            <a:ext cx="5618480" cy="1535726"/>
            <a:chOff x="354013" y="4502764"/>
            <a:chExt cx="5618480" cy="1535726"/>
          </a:xfrm>
          <a:solidFill>
            <a:srgbClr val="2E9CCA"/>
          </a:solidFill>
        </p:grpSpPr>
        <p:sp>
          <p:nvSpPr>
            <p:cNvPr id="16" name="Text 21">
              <a:extLst>
                <a:ext uri="{FF2B5EF4-FFF2-40B4-BE49-F238E27FC236}">
                  <a16:creationId xmlns:a16="http://schemas.microsoft.com/office/drawing/2014/main" id="{F7FAA743-4BDB-603E-861F-AE65CAF3F38F}"/>
                </a:ext>
              </a:extLst>
            </p:cNvPr>
            <p:cNvSpPr/>
            <p:nvPr/>
          </p:nvSpPr>
          <p:spPr>
            <a:xfrm>
              <a:off x="354013" y="4502764"/>
              <a:ext cx="5618480" cy="1535726"/>
            </a:xfrm>
            <a:prstGeom prst="roundRect">
              <a:avLst>
                <a:gd name="adj" fmla="val 13292"/>
              </a:avLst>
            </a:prstGeom>
            <a:grpFill/>
            <a:ln>
              <a:noFill/>
            </a:ln>
          </p:spPr>
          <p:txBody>
            <a:bodyPr wrap="square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91FC459-A09E-2A08-51B1-9FD89B91BECE}"/>
                </a:ext>
              </a:extLst>
            </p:cNvPr>
            <p:cNvSpPr txBox="1"/>
            <p:nvPr/>
          </p:nvSpPr>
          <p:spPr>
            <a:xfrm>
              <a:off x="428201" y="4587903"/>
              <a:ext cx="5439198" cy="369332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2. Cross-Validation Solution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896F5D5-A157-9B08-AB96-C5465F78B1AE}"/>
                </a:ext>
              </a:extLst>
            </p:cNvPr>
            <p:cNvSpPr txBox="1"/>
            <p:nvPr/>
          </p:nvSpPr>
          <p:spPr>
            <a:xfrm>
              <a:off x="656802" y="4988823"/>
              <a:ext cx="5210597" cy="923330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Split data into K folds, train on K–1 folds and test on the remaining fold</a:t>
              </a:r>
              <a:r>
                <a:rPr lang="en-US" dirty="0">
                  <a:solidFill>
                    <a:schemeClr val="bg1"/>
                  </a:solidFill>
                  <a:latin typeface="Montserrat"/>
                </a:rPr>
                <a:t>. R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epeat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 K times and average results for a reliable estimate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F1534B4B-3AC0-2FCE-6158-D9E038523AE4}"/>
              </a:ext>
            </a:extLst>
          </p:cNvPr>
          <p:cNvGrpSpPr/>
          <p:nvPr/>
        </p:nvGrpSpPr>
        <p:grpSpPr>
          <a:xfrm>
            <a:off x="6300159" y="2482308"/>
            <a:ext cx="5537200" cy="1930400"/>
            <a:chOff x="6300159" y="3015708"/>
            <a:chExt cx="5537200" cy="1930400"/>
          </a:xfrm>
        </p:grpSpPr>
        <p:sp>
          <p:nvSpPr>
            <p:cNvPr id="25" name="Text 16">
              <a:extLst>
                <a:ext uri="{FF2B5EF4-FFF2-40B4-BE49-F238E27FC236}">
                  <a16:creationId xmlns:a16="http://schemas.microsoft.com/office/drawing/2014/main" id="{E6020753-B6EA-494A-1F17-B47DC7123510}"/>
                </a:ext>
              </a:extLst>
            </p:cNvPr>
            <p:cNvSpPr/>
            <p:nvPr/>
          </p:nvSpPr>
          <p:spPr>
            <a:xfrm>
              <a:off x="6300159" y="3015708"/>
              <a:ext cx="5537200" cy="1930400"/>
            </a:xfrm>
            <a:prstGeom prst="roundRect">
              <a:avLst>
                <a:gd name="adj" fmla="val 5263"/>
              </a:avLst>
            </a:prstGeom>
            <a:solidFill>
              <a:srgbClr val="AAABB8">
                <a:alpha val="30196"/>
              </a:srgbClr>
            </a:solidFill>
            <a:ln/>
          </p:spPr>
          <p:txBody>
            <a:bodyPr wrap="square" rtlCol="0" anchor="ctr"/>
            <a:lstStyle/>
            <a:p>
              <a:endParaRPr lang="en-US" sz="2400" dirty="0"/>
            </a:p>
          </p:txBody>
        </p:sp>
        <p:sp>
          <p:nvSpPr>
            <p:cNvPr id="26" name="Text 17">
              <a:extLst>
                <a:ext uri="{FF2B5EF4-FFF2-40B4-BE49-F238E27FC236}">
                  <a16:creationId xmlns:a16="http://schemas.microsoft.com/office/drawing/2014/main" id="{A04E47E3-A402-3E01-77F8-1438957D9A4C}"/>
                </a:ext>
              </a:extLst>
            </p:cNvPr>
            <p:cNvSpPr/>
            <p:nvPr/>
          </p:nvSpPr>
          <p:spPr>
            <a:xfrm>
              <a:off x="6452560" y="3180808"/>
              <a:ext cx="647700" cy="177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400"/>
                </a:lnSpc>
              </a:pPr>
              <a:r>
                <a:rPr lang="en-US" sz="1000" b="1" dirty="0">
                  <a:solidFill>
                    <a:srgbClr val="25274D"/>
                  </a:solidFill>
                  <a:ea typeface="Arial" pitchFamily="34" charset="-122"/>
                  <a:cs typeface="Arial" pitchFamily="34" charset="-120"/>
                </a:rPr>
                <a:t>Fold 1:</a:t>
              </a:r>
              <a:endParaRPr lang="en-US" sz="1000" b="1" dirty="0">
                <a:solidFill>
                  <a:srgbClr val="25274D"/>
                </a:solidFill>
              </a:endParaRPr>
            </a:p>
          </p:txBody>
        </p:sp>
        <p:sp>
          <p:nvSpPr>
            <p:cNvPr id="41" name="Text 18">
              <a:extLst>
                <a:ext uri="{FF2B5EF4-FFF2-40B4-BE49-F238E27FC236}">
                  <a16:creationId xmlns:a16="http://schemas.microsoft.com/office/drawing/2014/main" id="{1016CF8E-837A-8B9A-3CB8-7EB262BCCBD3}"/>
                </a:ext>
              </a:extLst>
            </p:cNvPr>
            <p:cNvSpPr/>
            <p:nvPr/>
          </p:nvSpPr>
          <p:spPr>
            <a:xfrm>
              <a:off x="7138359" y="3168108"/>
              <a:ext cx="899120" cy="203200"/>
            </a:xfrm>
            <a:prstGeom prst="roundRect">
              <a:avLst>
                <a:gd name="adj" fmla="val 12500"/>
              </a:avLst>
            </a:prstGeom>
            <a:solidFill>
              <a:srgbClr val="EF4444"/>
            </a:solidFill>
            <a:ln/>
          </p:spPr>
          <p:txBody>
            <a:bodyPr wrap="square" rtlCol="0" anchor="ctr"/>
            <a:lstStyle/>
            <a:p>
              <a:endParaRPr lang="en-US" sz="2400" dirty="0"/>
            </a:p>
          </p:txBody>
        </p:sp>
        <p:sp>
          <p:nvSpPr>
            <p:cNvPr id="42" name="Text 19">
              <a:extLst>
                <a:ext uri="{FF2B5EF4-FFF2-40B4-BE49-F238E27FC236}">
                  <a16:creationId xmlns:a16="http://schemas.microsoft.com/office/drawing/2014/main" id="{38F6DE72-0662-A78E-115D-B4BE83291EFF}"/>
                </a:ext>
              </a:extLst>
            </p:cNvPr>
            <p:cNvSpPr/>
            <p:nvPr/>
          </p:nvSpPr>
          <p:spPr>
            <a:xfrm>
              <a:off x="8088279" y="3168108"/>
              <a:ext cx="3596680" cy="203200"/>
            </a:xfrm>
            <a:prstGeom prst="roundRect">
              <a:avLst>
                <a:gd name="adj" fmla="val 12500"/>
              </a:avLst>
            </a:prstGeom>
            <a:solidFill>
              <a:srgbClr val="3B82F6"/>
            </a:solidFill>
            <a:ln/>
          </p:spPr>
          <p:txBody>
            <a:bodyPr wrap="square" rtlCol="0" anchor="ctr"/>
            <a:lstStyle/>
            <a:p>
              <a:endParaRPr lang="en-US" sz="2400" dirty="0"/>
            </a:p>
          </p:txBody>
        </p:sp>
        <p:sp>
          <p:nvSpPr>
            <p:cNvPr id="43" name="Text 20">
              <a:extLst>
                <a:ext uri="{FF2B5EF4-FFF2-40B4-BE49-F238E27FC236}">
                  <a16:creationId xmlns:a16="http://schemas.microsoft.com/office/drawing/2014/main" id="{347F0745-A462-5789-E508-0054AD63803E}"/>
                </a:ext>
              </a:extLst>
            </p:cNvPr>
            <p:cNvSpPr/>
            <p:nvPr/>
          </p:nvSpPr>
          <p:spPr>
            <a:xfrm>
              <a:off x="6452560" y="3460208"/>
              <a:ext cx="647700" cy="177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400"/>
                </a:lnSpc>
              </a:pPr>
              <a:r>
                <a:rPr lang="en-US" sz="1000" b="1" dirty="0">
                  <a:solidFill>
                    <a:srgbClr val="25274D"/>
                  </a:solidFill>
                  <a:ea typeface="Arial" pitchFamily="34" charset="-122"/>
                  <a:cs typeface="Arial" pitchFamily="34" charset="-120"/>
                </a:rPr>
                <a:t>Fold 2:</a:t>
              </a:r>
              <a:endParaRPr lang="en-US" sz="1000" b="1" dirty="0">
                <a:solidFill>
                  <a:srgbClr val="25274D"/>
                </a:solidFill>
              </a:endParaRPr>
            </a:p>
          </p:txBody>
        </p:sp>
        <p:sp>
          <p:nvSpPr>
            <p:cNvPr id="44" name="Text 21">
              <a:extLst>
                <a:ext uri="{FF2B5EF4-FFF2-40B4-BE49-F238E27FC236}">
                  <a16:creationId xmlns:a16="http://schemas.microsoft.com/office/drawing/2014/main" id="{9E9FCFE6-F068-F05D-157A-2F9834199FBD}"/>
                </a:ext>
              </a:extLst>
            </p:cNvPr>
            <p:cNvSpPr/>
            <p:nvPr/>
          </p:nvSpPr>
          <p:spPr>
            <a:xfrm>
              <a:off x="7138359" y="3447508"/>
              <a:ext cx="889000" cy="203200"/>
            </a:xfrm>
            <a:prstGeom prst="roundRect">
              <a:avLst>
                <a:gd name="adj" fmla="val 12500"/>
              </a:avLst>
            </a:prstGeom>
            <a:solidFill>
              <a:srgbClr val="3B82F6"/>
            </a:solidFill>
            <a:ln/>
          </p:spPr>
          <p:txBody>
            <a:bodyPr wrap="square" rtlCol="0" anchor="ctr"/>
            <a:lstStyle/>
            <a:p>
              <a:endParaRPr lang="en-US" sz="2400" dirty="0"/>
            </a:p>
          </p:txBody>
        </p:sp>
        <p:sp>
          <p:nvSpPr>
            <p:cNvPr id="45" name="Text 22">
              <a:extLst>
                <a:ext uri="{FF2B5EF4-FFF2-40B4-BE49-F238E27FC236}">
                  <a16:creationId xmlns:a16="http://schemas.microsoft.com/office/drawing/2014/main" id="{A75336D7-8472-4D36-6FF7-DCB44D61E4A4}"/>
                </a:ext>
              </a:extLst>
            </p:cNvPr>
            <p:cNvSpPr/>
            <p:nvPr/>
          </p:nvSpPr>
          <p:spPr>
            <a:xfrm>
              <a:off x="8078159" y="3447508"/>
              <a:ext cx="889000" cy="203200"/>
            </a:xfrm>
            <a:prstGeom prst="roundRect">
              <a:avLst>
                <a:gd name="adj" fmla="val 12500"/>
              </a:avLst>
            </a:prstGeom>
            <a:solidFill>
              <a:srgbClr val="EF4444"/>
            </a:solidFill>
            <a:ln/>
          </p:spPr>
          <p:txBody>
            <a:bodyPr wrap="square" rtlCol="0" anchor="ctr"/>
            <a:lstStyle/>
            <a:p>
              <a:endParaRPr lang="en-US" sz="2400" dirty="0"/>
            </a:p>
          </p:txBody>
        </p:sp>
        <p:sp>
          <p:nvSpPr>
            <p:cNvPr id="46" name="Text 23">
              <a:extLst>
                <a:ext uri="{FF2B5EF4-FFF2-40B4-BE49-F238E27FC236}">
                  <a16:creationId xmlns:a16="http://schemas.microsoft.com/office/drawing/2014/main" id="{43D7FB28-E0CB-0836-807B-B3C7BBA71AF6}"/>
                </a:ext>
              </a:extLst>
            </p:cNvPr>
            <p:cNvSpPr/>
            <p:nvPr/>
          </p:nvSpPr>
          <p:spPr>
            <a:xfrm>
              <a:off x="9017959" y="3447508"/>
              <a:ext cx="2667000" cy="203200"/>
            </a:xfrm>
            <a:prstGeom prst="roundRect">
              <a:avLst>
                <a:gd name="adj" fmla="val 12500"/>
              </a:avLst>
            </a:prstGeom>
            <a:solidFill>
              <a:srgbClr val="3B82F6"/>
            </a:solidFill>
            <a:ln/>
          </p:spPr>
          <p:txBody>
            <a:bodyPr wrap="square" rtlCol="0" anchor="ctr"/>
            <a:lstStyle/>
            <a:p>
              <a:endParaRPr lang="en-US" sz="2400" dirty="0"/>
            </a:p>
          </p:txBody>
        </p:sp>
        <p:sp>
          <p:nvSpPr>
            <p:cNvPr id="47" name="Text 24">
              <a:extLst>
                <a:ext uri="{FF2B5EF4-FFF2-40B4-BE49-F238E27FC236}">
                  <a16:creationId xmlns:a16="http://schemas.microsoft.com/office/drawing/2014/main" id="{97788E63-A5F8-0CBF-E19B-A349F1092110}"/>
                </a:ext>
              </a:extLst>
            </p:cNvPr>
            <p:cNvSpPr/>
            <p:nvPr/>
          </p:nvSpPr>
          <p:spPr>
            <a:xfrm>
              <a:off x="6452560" y="3739608"/>
              <a:ext cx="647700" cy="177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400"/>
                </a:lnSpc>
              </a:pPr>
              <a:r>
                <a:rPr lang="en-US" sz="1000" b="1" dirty="0">
                  <a:solidFill>
                    <a:srgbClr val="25274D"/>
                  </a:solidFill>
                  <a:ea typeface="Arial" pitchFamily="34" charset="-122"/>
                  <a:cs typeface="Arial" pitchFamily="34" charset="-120"/>
                </a:rPr>
                <a:t>Fold 3:</a:t>
              </a:r>
              <a:endParaRPr lang="en-US" sz="1000" b="1" dirty="0">
                <a:solidFill>
                  <a:srgbClr val="25274D"/>
                </a:solidFill>
              </a:endParaRPr>
            </a:p>
          </p:txBody>
        </p:sp>
        <p:sp>
          <p:nvSpPr>
            <p:cNvPr id="48" name="Text 25">
              <a:extLst>
                <a:ext uri="{FF2B5EF4-FFF2-40B4-BE49-F238E27FC236}">
                  <a16:creationId xmlns:a16="http://schemas.microsoft.com/office/drawing/2014/main" id="{C0684F6E-C445-4172-E66D-C18F376B3992}"/>
                </a:ext>
              </a:extLst>
            </p:cNvPr>
            <p:cNvSpPr/>
            <p:nvPr/>
          </p:nvSpPr>
          <p:spPr>
            <a:xfrm>
              <a:off x="7138359" y="3726908"/>
              <a:ext cx="1778000" cy="203200"/>
            </a:xfrm>
            <a:prstGeom prst="roundRect">
              <a:avLst>
                <a:gd name="adj" fmla="val 12500"/>
              </a:avLst>
            </a:prstGeom>
            <a:solidFill>
              <a:srgbClr val="3B82F6"/>
            </a:solidFill>
            <a:ln/>
          </p:spPr>
          <p:txBody>
            <a:bodyPr wrap="square" rtlCol="0" anchor="ctr"/>
            <a:lstStyle/>
            <a:p>
              <a:endParaRPr lang="en-US" sz="2400" dirty="0"/>
            </a:p>
          </p:txBody>
        </p:sp>
        <p:sp>
          <p:nvSpPr>
            <p:cNvPr id="49" name="Text 26">
              <a:extLst>
                <a:ext uri="{FF2B5EF4-FFF2-40B4-BE49-F238E27FC236}">
                  <a16:creationId xmlns:a16="http://schemas.microsoft.com/office/drawing/2014/main" id="{8C918209-990B-AFFA-F197-F8037E9BCB6B}"/>
                </a:ext>
              </a:extLst>
            </p:cNvPr>
            <p:cNvSpPr/>
            <p:nvPr/>
          </p:nvSpPr>
          <p:spPr>
            <a:xfrm>
              <a:off x="8967159" y="3726908"/>
              <a:ext cx="889000" cy="203200"/>
            </a:xfrm>
            <a:prstGeom prst="roundRect">
              <a:avLst>
                <a:gd name="adj" fmla="val 12500"/>
              </a:avLst>
            </a:prstGeom>
            <a:solidFill>
              <a:srgbClr val="EF4444"/>
            </a:solidFill>
            <a:ln/>
          </p:spPr>
          <p:txBody>
            <a:bodyPr wrap="square" rtlCol="0" anchor="ctr"/>
            <a:lstStyle/>
            <a:p>
              <a:endParaRPr lang="en-US" sz="2400" dirty="0"/>
            </a:p>
          </p:txBody>
        </p:sp>
        <p:sp>
          <p:nvSpPr>
            <p:cNvPr id="50" name="Text 27">
              <a:extLst>
                <a:ext uri="{FF2B5EF4-FFF2-40B4-BE49-F238E27FC236}">
                  <a16:creationId xmlns:a16="http://schemas.microsoft.com/office/drawing/2014/main" id="{2E9654C9-3FFF-6499-0ECC-C3F71DB6CF83}"/>
                </a:ext>
              </a:extLst>
            </p:cNvPr>
            <p:cNvSpPr/>
            <p:nvPr/>
          </p:nvSpPr>
          <p:spPr>
            <a:xfrm>
              <a:off x="9906959" y="3726908"/>
              <a:ext cx="1778000" cy="203200"/>
            </a:xfrm>
            <a:prstGeom prst="roundRect">
              <a:avLst>
                <a:gd name="adj" fmla="val 12500"/>
              </a:avLst>
            </a:prstGeom>
            <a:solidFill>
              <a:srgbClr val="3B82F6"/>
            </a:solidFill>
            <a:ln/>
          </p:spPr>
          <p:txBody>
            <a:bodyPr wrap="square" rtlCol="0" anchor="ctr"/>
            <a:lstStyle/>
            <a:p>
              <a:endParaRPr lang="en-US" sz="2400" dirty="0"/>
            </a:p>
          </p:txBody>
        </p:sp>
        <p:sp>
          <p:nvSpPr>
            <p:cNvPr id="51" name="Text 28">
              <a:extLst>
                <a:ext uri="{FF2B5EF4-FFF2-40B4-BE49-F238E27FC236}">
                  <a16:creationId xmlns:a16="http://schemas.microsoft.com/office/drawing/2014/main" id="{C4E96D42-1162-9FAE-FE0C-8C673FBAA83E}"/>
                </a:ext>
              </a:extLst>
            </p:cNvPr>
            <p:cNvSpPr/>
            <p:nvPr/>
          </p:nvSpPr>
          <p:spPr>
            <a:xfrm>
              <a:off x="6452560" y="4019008"/>
              <a:ext cx="647700" cy="177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400"/>
                </a:lnSpc>
              </a:pPr>
              <a:r>
                <a:rPr lang="en-US" sz="1000" b="1" dirty="0">
                  <a:solidFill>
                    <a:srgbClr val="25274D"/>
                  </a:solidFill>
                  <a:ea typeface="Arial" pitchFamily="34" charset="-122"/>
                  <a:cs typeface="Arial" pitchFamily="34" charset="-120"/>
                </a:rPr>
                <a:t>Fold 4:</a:t>
              </a:r>
              <a:endParaRPr lang="en-US" sz="1000" b="1" dirty="0">
                <a:solidFill>
                  <a:srgbClr val="25274D"/>
                </a:solidFill>
              </a:endParaRPr>
            </a:p>
          </p:txBody>
        </p:sp>
        <p:sp>
          <p:nvSpPr>
            <p:cNvPr id="52" name="Text 29">
              <a:extLst>
                <a:ext uri="{FF2B5EF4-FFF2-40B4-BE49-F238E27FC236}">
                  <a16:creationId xmlns:a16="http://schemas.microsoft.com/office/drawing/2014/main" id="{F09EBA73-55BC-A5E1-B07C-6CADE0661A6A}"/>
                </a:ext>
              </a:extLst>
            </p:cNvPr>
            <p:cNvSpPr/>
            <p:nvPr/>
          </p:nvSpPr>
          <p:spPr>
            <a:xfrm>
              <a:off x="7138359" y="4006308"/>
              <a:ext cx="2667000" cy="203200"/>
            </a:xfrm>
            <a:prstGeom prst="roundRect">
              <a:avLst>
                <a:gd name="adj" fmla="val 12500"/>
              </a:avLst>
            </a:prstGeom>
            <a:solidFill>
              <a:srgbClr val="3B82F6"/>
            </a:solidFill>
            <a:ln/>
          </p:spPr>
          <p:txBody>
            <a:bodyPr wrap="square" rtlCol="0" anchor="ctr"/>
            <a:lstStyle/>
            <a:p>
              <a:endParaRPr lang="en-US" sz="2400" dirty="0"/>
            </a:p>
          </p:txBody>
        </p:sp>
        <p:sp>
          <p:nvSpPr>
            <p:cNvPr id="53" name="Text 30">
              <a:extLst>
                <a:ext uri="{FF2B5EF4-FFF2-40B4-BE49-F238E27FC236}">
                  <a16:creationId xmlns:a16="http://schemas.microsoft.com/office/drawing/2014/main" id="{C5D1449B-138A-F0E5-A4B7-015D5A8B9DA3}"/>
                </a:ext>
              </a:extLst>
            </p:cNvPr>
            <p:cNvSpPr/>
            <p:nvPr/>
          </p:nvSpPr>
          <p:spPr>
            <a:xfrm>
              <a:off x="9856159" y="4006308"/>
              <a:ext cx="889000" cy="203200"/>
            </a:xfrm>
            <a:prstGeom prst="roundRect">
              <a:avLst>
                <a:gd name="adj" fmla="val 12500"/>
              </a:avLst>
            </a:prstGeom>
            <a:solidFill>
              <a:srgbClr val="EF4444"/>
            </a:solidFill>
            <a:ln/>
          </p:spPr>
          <p:txBody>
            <a:bodyPr wrap="square" rtlCol="0" anchor="ctr"/>
            <a:lstStyle/>
            <a:p>
              <a:endParaRPr lang="en-US" sz="2400" dirty="0"/>
            </a:p>
          </p:txBody>
        </p:sp>
        <p:sp>
          <p:nvSpPr>
            <p:cNvPr id="54" name="Text 31">
              <a:extLst>
                <a:ext uri="{FF2B5EF4-FFF2-40B4-BE49-F238E27FC236}">
                  <a16:creationId xmlns:a16="http://schemas.microsoft.com/office/drawing/2014/main" id="{2858E0E3-FFCD-FD48-508B-B0028C7D5A43}"/>
                </a:ext>
              </a:extLst>
            </p:cNvPr>
            <p:cNvSpPr/>
            <p:nvPr/>
          </p:nvSpPr>
          <p:spPr>
            <a:xfrm>
              <a:off x="10795959" y="4006308"/>
              <a:ext cx="889000" cy="203200"/>
            </a:xfrm>
            <a:prstGeom prst="roundRect">
              <a:avLst>
                <a:gd name="adj" fmla="val 12500"/>
              </a:avLst>
            </a:prstGeom>
            <a:solidFill>
              <a:srgbClr val="3B82F6"/>
            </a:solidFill>
            <a:ln/>
          </p:spPr>
          <p:txBody>
            <a:bodyPr wrap="square" rtlCol="0" anchor="ctr"/>
            <a:lstStyle/>
            <a:p>
              <a:endParaRPr lang="en-US" sz="2400" dirty="0"/>
            </a:p>
          </p:txBody>
        </p:sp>
        <p:sp>
          <p:nvSpPr>
            <p:cNvPr id="55" name="Text 32">
              <a:extLst>
                <a:ext uri="{FF2B5EF4-FFF2-40B4-BE49-F238E27FC236}">
                  <a16:creationId xmlns:a16="http://schemas.microsoft.com/office/drawing/2014/main" id="{77D3631B-7057-16C9-0587-36D144DC31AE}"/>
                </a:ext>
              </a:extLst>
            </p:cNvPr>
            <p:cNvSpPr/>
            <p:nvPr/>
          </p:nvSpPr>
          <p:spPr>
            <a:xfrm>
              <a:off x="6452560" y="4298408"/>
              <a:ext cx="647700" cy="177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400"/>
                </a:lnSpc>
              </a:pPr>
              <a:r>
                <a:rPr lang="en-US" sz="1000" b="1" dirty="0">
                  <a:solidFill>
                    <a:srgbClr val="25274D"/>
                  </a:solidFill>
                  <a:ea typeface="Arial" pitchFamily="34" charset="-122"/>
                  <a:cs typeface="Arial" pitchFamily="34" charset="-120"/>
                </a:rPr>
                <a:t>Fold 5:</a:t>
              </a:r>
              <a:endParaRPr lang="en-US" sz="1000" b="1" dirty="0">
                <a:solidFill>
                  <a:srgbClr val="25274D"/>
                </a:solidFill>
              </a:endParaRPr>
            </a:p>
          </p:txBody>
        </p:sp>
        <p:sp>
          <p:nvSpPr>
            <p:cNvPr id="56" name="Text 33">
              <a:extLst>
                <a:ext uri="{FF2B5EF4-FFF2-40B4-BE49-F238E27FC236}">
                  <a16:creationId xmlns:a16="http://schemas.microsoft.com/office/drawing/2014/main" id="{4D6FF711-192D-B325-EEF9-7FE231A9E64F}"/>
                </a:ext>
              </a:extLst>
            </p:cNvPr>
            <p:cNvSpPr/>
            <p:nvPr/>
          </p:nvSpPr>
          <p:spPr>
            <a:xfrm>
              <a:off x="7138359" y="4285708"/>
              <a:ext cx="3596680" cy="203200"/>
            </a:xfrm>
            <a:prstGeom prst="roundRect">
              <a:avLst>
                <a:gd name="adj" fmla="val 12500"/>
              </a:avLst>
            </a:prstGeom>
            <a:solidFill>
              <a:srgbClr val="3B82F6"/>
            </a:solidFill>
            <a:ln/>
          </p:spPr>
          <p:txBody>
            <a:bodyPr wrap="square" rtlCol="0" anchor="ctr"/>
            <a:lstStyle/>
            <a:p>
              <a:endParaRPr lang="en-US" sz="2400" dirty="0"/>
            </a:p>
          </p:txBody>
        </p:sp>
        <p:sp>
          <p:nvSpPr>
            <p:cNvPr id="57" name="Text 34">
              <a:extLst>
                <a:ext uri="{FF2B5EF4-FFF2-40B4-BE49-F238E27FC236}">
                  <a16:creationId xmlns:a16="http://schemas.microsoft.com/office/drawing/2014/main" id="{5E514964-2E9B-7D6D-0F79-22C3E94B53D1}"/>
                </a:ext>
              </a:extLst>
            </p:cNvPr>
            <p:cNvSpPr/>
            <p:nvPr/>
          </p:nvSpPr>
          <p:spPr>
            <a:xfrm>
              <a:off x="10785839" y="4285708"/>
              <a:ext cx="899120" cy="203200"/>
            </a:xfrm>
            <a:prstGeom prst="roundRect">
              <a:avLst>
                <a:gd name="adj" fmla="val 12500"/>
              </a:avLst>
            </a:prstGeom>
            <a:solidFill>
              <a:srgbClr val="EF4444"/>
            </a:solidFill>
            <a:ln/>
          </p:spPr>
          <p:txBody>
            <a:bodyPr wrap="square" rtlCol="0" anchor="ctr"/>
            <a:lstStyle/>
            <a:p>
              <a:endParaRPr lang="en-US" sz="2400" dirty="0"/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47DAC094-EA1C-65D6-4990-EDA28A98C4A4}"/>
                </a:ext>
              </a:extLst>
            </p:cNvPr>
            <p:cNvGrpSpPr/>
            <p:nvPr/>
          </p:nvGrpSpPr>
          <p:grpSpPr>
            <a:xfrm>
              <a:off x="8072586" y="4642894"/>
              <a:ext cx="1992346" cy="200819"/>
              <a:chOff x="8504998" y="4642894"/>
              <a:chExt cx="1992346" cy="200819"/>
            </a:xfrm>
          </p:grpSpPr>
          <p:sp>
            <p:nvSpPr>
              <p:cNvPr id="58" name="Text 35">
                <a:extLst>
                  <a:ext uri="{FF2B5EF4-FFF2-40B4-BE49-F238E27FC236}">
                    <a16:creationId xmlns:a16="http://schemas.microsoft.com/office/drawing/2014/main" id="{EFF46784-BE53-4EAB-5F75-200AD8EDF683}"/>
                  </a:ext>
                </a:extLst>
              </p:cNvPr>
              <p:cNvSpPr/>
              <p:nvPr/>
            </p:nvSpPr>
            <p:spPr>
              <a:xfrm>
                <a:off x="8504998" y="4642894"/>
                <a:ext cx="152400" cy="152400"/>
              </a:xfrm>
              <a:prstGeom prst="roundRect">
                <a:avLst>
                  <a:gd name="adj" fmla="val 16667"/>
                </a:avLst>
              </a:prstGeom>
              <a:solidFill>
                <a:srgbClr val="3B82F6"/>
              </a:solidFill>
              <a:ln/>
            </p:spPr>
            <p:txBody>
              <a:bodyPr wrap="square" rtlCol="0" anchor="ctr"/>
              <a:lstStyle/>
              <a:p>
                <a:endParaRPr lang="en-US" sz="2400" dirty="0"/>
              </a:p>
            </p:txBody>
          </p:sp>
          <p:sp>
            <p:nvSpPr>
              <p:cNvPr id="59" name="Text 36">
                <a:extLst>
                  <a:ext uri="{FF2B5EF4-FFF2-40B4-BE49-F238E27FC236}">
                    <a16:creationId xmlns:a16="http://schemas.microsoft.com/office/drawing/2014/main" id="{081FD9C5-3DF2-5818-4A48-49A9759389A9}"/>
                  </a:ext>
                </a:extLst>
              </p:cNvPr>
              <p:cNvSpPr/>
              <p:nvPr/>
            </p:nvSpPr>
            <p:spPr>
              <a:xfrm>
                <a:off x="8708198" y="4665913"/>
                <a:ext cx="640358" cy="177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ts val="1400"/>
                  </a:lnSpc>
                </a:pPr>
                <a:r>
                  <a:rPr lang="en-US" b="1" dirty="0">
                    <a:solidFill>
                      <a:srgbClr val="25274D"/>
                    </a:solidFill>
                    <a:ea typeface="Arial" pitchFamily="34" charset="-122"/>
                    <a:cs typeface="Arial" pitchFamily="34" charset="-120"/>
                  </a:rPr>
                  <a:t>Train</a:t>
                </a:r>
                <a:endParaRPr lang="en-US" b="1" dirty="0">
                  <a:solidFill>
                    <a:srgbClr val="25274D"/>
                  </a:solidFill>
                </a:endParaRPr>
              </a:p>
            </p:txBody>
          </p:sp>
          <p:sp>
            <p:nvSpPr>
              <p:cNvPr id="60" name="Text 37">
                <a:extLst>
                  <a:ext uri="{FF2B5EF4-FFF2-40B4-BE49-F238E27FC236}">
                    <a16:creationId xmlns:a16="http://schemas.microsoft.com/office/drawing/2014/main" id="{A38434AA-5FD0-14FF-44EB-474A0208033D}"/>
                  </a:ext>
                </a:extLst>
              </p:cNvPr>
              <p:cNvSpPr/>
              <p:nvPr/>
            </p:nvSpPr>
            <p:spPr>
              <a:xfrm>
                <a:off x="9593825" y="4644483"/>
                <a:ext cx="152400" cy="152400"/>
              </a:xfrm>
              <a:prstGeom prst="roundRect">
                <a:avLst>
                  <a:gd name="adj" fmla="val 16667"/>
                </a:avLst>
              </a:prstGeom>
              <a:solidFill>
                <a:srgbClr val="EF4444"/>
              </a:solidFill>
              <a:ln/>
            </p:spPr>
            <p:txBody>
              <a:bodyPr wrap="square" rtlCol="0" anchor="ctr"/>
              <a:lstStyle/>
              <a:p>
                <a:endParaRPr lang="en-US" sz="2400" dirty="0"/>
              </a:p>
            </p:txBody>
          </p:sp>
          <p:sp>
            <p:nvSpPr>
              <p:cNvPr id="61" name="Text 38">
                <a:extLst>
                  <a:ext uri="{FF2B5EF4-FFF2-40B4-BE49-F238E27FC236}">
                    <a16:creationId xmlns:a16="http://schemas.microsoft.com/office/drawing/2014/main" id="{92ADE8D8-587C-EAD0-E720-36B640E8AEF5}"/>
                  </a:ext>
                </a:extLst>
              </p:cNvPr>
              <p:cNvSpPr/>
              <p:nvPr/>
            </p:nvSpPr>
            <p:spPr>
              <a:xfrm>
                <a:off x="9797026" y="4659564"/>
                <a:ext cx="700318" cy="1524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ts val="1400"/>
                  </a:lnSpc>
                </a:pPr>
                <a:r>
                  <a:rPr lang="en-US" b="1" dirty="0">
                    <a:solidFill>
                      <a:srgbClr val="25274D"/>
                    </a:solidFill>
                    <a:ea typeface="Arial" pitchFamily="34" charset="-122"/>
                    <a:cs typeface="Arial" pitchFamily="34" charset="-120"/>
                  </a:rPr>
                  <a:t>Test</a:t>
                </a:r>
                <a:endParaRPr lang="en-US" b="1" dirty="0">
                  <a:solidFill>
                    <a:srgbClr val="25274D"/>
                  </a:solidFill>
                </a:endParaRPr>
              </a:p>
            </p:txBody>
          </p:sp>
        </p:grpSp>
      </p:grp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4F331979-FB73-1F38-5B4A-85CA3C300379}"/>
              </a:ext>
            </a:extLst>
          </p:cNvPr>
          <p:cNvSpPr/>
          <p:nvPr/>
        </p:nvSpPr>
        <p:spPr>
          <a:xfrm>
            <a:off x="6300159" y="1959626"/>
            <a:ext cx="3036299" cy="440967"/>
          </a:xfrm>
          <a:prstGeom prst="roundRect">
            <a:avLst/>
          </a:prstGeom>
          <a:solidFill>
            <a:srgbClr val="2964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5-Fold Cross-Validation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0D2C0D3-E90F-97B1-ED99-816918DEC2AA}"/>
              </a:ext>
            </a:extLst>
          </p:cNvPr>
          <p:cNvGrpSpPr/>
          <p:nvPr/>
        </p:nvGrpSpPr>
        <p:grpSpPr>
          <a:xfrm>
            <a:off x="6804266" y="4767741"/>
            <a:ext cx="4223756" cy="1468187"/>
            <a:chOff x="6029197" y="4948488"/>
            <a:chExt cx="4223756" cy="1468187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A4DCD9A9-906C-501A-063E-00160A27B0C0}"/>
                </a:ext>
              </a:extLst>
            </p:cNvPr>
            <p:cNvGrpSpPr/>
            <p:nvPr/>
          </p:nvGrpSpPr>
          <p:grpSpPr>
            <a:xfrm>
              <a:off x="6029197" y="4948488"/>
              <a:ext cx="4223756" cy="1468187"/>
              <a:chOff x="334963" y="5293409"/>
              <a:chExt cx="3906603" cy="1468187"/>
            </a:xfrm>
          </p:grpSpPr>
          <p:sp>
            <p:nvSpPr>
              <p:cNvPr id="66" name="Rectangle: Rounded Corners 65">
                <a:extLst>
                  <a:ext uri="{FF2B5EF4-FFF2-40B4-BE49-F238E27FC236}">
                    <a16:creationId xmlns:a16="http://schemas.microsoft.com/office/drawing/2014/main" id="{1831C307-D002-CECE-E7F1-FCC686EF296C}"/>
                  </a:ext>
                </a:extLst>
              </p:cNvPr>
              <p:cNvSpPr/>
              <p:nvPr/>
            </p:nvSpPr>
            <p:spPr>
              <a:xfrm>
                <a:off x="334963" y="5293409"/>
                <a:ext cx="3906603" cy="1468187"/>
              </a:xfrm>
              <a:prstGeom prst="roundRect">
                <a:avLst>
                  <a:gd name="adj" fmla="val 10444"/>
                </a:avLst>
              </a:prstGeom>
              <a:solidFill>
                <a:srgbClr val="1E293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65197126-2996-2712-EEBB-1E078553A146}"/>
                  </a:ext>
                </a:extLst>
              </p:cNvPr>
              <p:cNvGrpSpPr/>
              <p:nvPr/>
            </p:nvGrpSpPr>
            <p:grpSpPr>
              <a:xfrm>
                <a:off x="558775" y="5409698"/>
                <a:ext cx="548439" cy="132480"/>
                <a:chOff x="977875" y="3452203"/>
                <a:chExt cx="548439" cy="132480"/>
              </a:xfrm>
            </p:grpSpPr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F66F8018-04BD-C3E5-E33E-935CC2F690B8}"/>
                    </a:ext>
                  </a:extLst>
                </p:cNvPr>
                <p:cNvSpPr/>
                <p:nvPr/>
              </p:nvSpPr>
              <p:spPr>
                <a:xfrm>
                  <a:off x="977875" y="3452203"/>
                  <a:ext cx="137211" cy="13248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  <p:sp>
              <p:nvSpPr>
                <p:cNvPr id="69" name="Oval 68">
                  <a:extLst>
                    <a:ext uri="{FF2B5EF4-FFF2-40B4-BE49-F238E27FC236}">
                      <a16:creationId xmlns:a16="http://schemas.microsoft.com/office/drawing/2014/main" id="{E1A7DB0B-FECD-03C6-D49E-784A4574555A}"/>
                    </a:ext>
                  </a:extLst>
                </p:cNvPr>
                <p:cNvSpPr/>
                <p:nvPr/>
              </p:nvSpPr>
              <p:spPr>
                <a:xfrm>
                  <a:off x="1183489" y="3452203"/>
                  <a:ext cx="137211" cy="13248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DF70894F-124F-E178-C138-861762F5EB7C}"/>
                    </a:ext>
                  </a:extLst>
                </p:cNvPr>
                <p:cNvSpPr/>
                <p:nvPr/>
              </p:nvSpPr>
              <p:spPr>
                <a:xfrm>
                  <a:off x="1389103" y="3452203"/>
                  <a:ext cx="137211" cy="13248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</p:grpSp>
        </p:grp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C2043EB-31C0-3C29-6517-9027A8EBCE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29913" y="5268185"/>
              <a:ext cx="3764834" cy="10991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704708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AA8FA-1E0D-10DD-0A48-5B6EC12E4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50CAE009-F026-7A66-D13C-216F6CBD0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Leakage: What Not to Do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6366B69-8811-B698-DC08-9C9713C803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Common Mistakes That Ruin Your Model</a:t>
            </a:r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455ACC37-FDB8-E6F0-6FC1-CEE522BE9A70}"/>
              </a:ext>
            </a:extLst>
          </p:cNvPr>
          <p:cNvSpPr/>
          <p:nvPr/>
        </p:nvSpPr>
        <p:spPr>
          <a:xfrm>
            <a:off x="1397089" y="1676231"/>
            <a:ext cx="3264614" cy="484633"/>
          </a:xfrm>
          <a:prstGeom prst="hexagon">
            <a:avLst/>
          </a:prstGeom>
          <a:solidFill>
            <a:srgbClr val="46486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 Wrong</a:t>
            </a:r>
          </a:p>
        </p:txBody>
      </p:sp>
      <p:sp>
        <p:nvSpPr>
          <p:cNvPr id="27" name="Hexagon 26">
            <a:extLst>
              <a:ext uri="{FF2B5EF4-FFF2-40B4-BE49-F238E27FC236}">
                <a16:creationId xmlns:a16="http://schemas.microsoft.com/office/drawing/2014/main" id="{D755B2F1-47D0-1545-53DF-7D901E117FF8}"/>
              </a:ext>
            </a:extLst>
          </p:cNvPr>
          <p:cNvSpPr/>
          <p:nvPr/>
        </p:nvSpPr>
        <p:spPr>
          <a:xfrm>
            <a:off x="7014859" y="1666706"/>
            <a:ext cx="4344120" cy="484633"/>
          </a:xfrm>
          <a:prstGeom prst="hexagon">
            <a:avLst/>
          </a:prstGeom>
          <a:solidFill>
            <a:srgbClr val="464866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Correct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0573DB6-AD25-3902-D99E-2BB5A04A4F0F}"/>
              </a:ext>
            </a:extLst>
          </p:cNvPr>
          <p:cNvSpPr/>
          <p:nvPr/>
        </p:nvSpPr>
        <p:spPr>
          <a:xfrm>
            <a:off x="334964" y="5374750"/>
            <a:ext cx="5336380" cy="1038855"/>
          </a:xfrm>
          <a:prstGeom prst="roundRect">
            <a:avLst/>
          </a:prstGeom>
          <a:solidFill>
            <a:srgbClr val="2E9CCA">
              <a:alpha val="60000"/>
            </a:srgbClr>
          </a:solidFill>
          <a:ln>
            <a:solidFill>
              <a:srgbClr val="2527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Problem: 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Scaler "sees" test data statistics during fit — information leaks from future to past!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182F580-58EC-D50D-E4D5-E614F0F5AC6E}"/>
              </a:ext>
            </a:extLst>
          </p:cNvPr>
          <p:cNvSpPr/>
          <p:nvPr/>
        </p:nvSpPr>
        <p:spPr>
          <a:xfrm>
            <a:off x="6478048" y="5373977"/>
            <a:ext cx="5378989" cy="1040400"/>
          </a:xfrm>
          <a:prstGeom prst="roundRect">
            <a:avLst/>
          </a:prstGeom>
          <a:solidFill>
            <a:srgbClr val="2E9CCA">
              <a:alpha val="60000"/>
            </a:srgbClr>
          </a:solidFill>
          <a:ln>
            <a:solidFill>
              <a:srgbClr val="2527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Correct: 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Scaler learns only from training data, simulating real-world scenario!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36BA2DB6-1C32-9266-A458-5DFDFBA9823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85505" y="1780142"/>
            <a:ext cx="279483" cy="279483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7B6EDC99-EF6F-5707-7F48-A8CFEBCA890E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78602" y="1776765"/>
            <a:ext cx="279483" cy="279483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1F2BB077-E8AF-1CEE-8FD3-F7A4D39E56EE}"/>
              </a:ext>
            </a:extLst>
          </p:cNvPr>
          <p:cNvGrpSpPr/>
          <p:nvPr/>
        </p:nvGrpSpPr>
        <p:grpSpPr>
          <a:xfrm>
            <a:off x="334964" y="2306914"/>
            <a:ext cx="5388864" cy="2657174"/>
            <a:chOff x="334964" y="2306914"/>
            <a:chExt cx="5388864" cy="265717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CAE67BF-F5CE-D04C-07AD-9CF6EC1A66BA}"/>
                </a:ext>
              </a:extLst>
            </p:cNvPr>
            <p:cNvGrpSpPr/>
            <p:nvPr/>
          </p:nvGrpSpPr>
          <p:grpSpPr>
            <a:xfrm>
              <a:off x="334964" y="2306914"/>
              <a:ext cx="5388864" cy="2657174"/>
              <a:chOff x="334964" y="5293409"/>
              <a:chExt cx="5388864" cy="2657174"/>
            </a:xfrm>
          </p:grpSpPr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53975C22-3C1F-1F95-B964-BAFB937056D8}"/>
                  </a:ext>
                </a:extLst>
              </p:cNvPr>
              <p:cNvSpPr/>
              <p:nvPr/>
            </p:nvSpPr>
            <p:spPr>
              <a:xfrm>
                <a:off x="334964" y="5293409"/>
                <a:ext cx="5388864" cy="2657174"/>
              </a:xfrm>
              <a:prstGeom prst="roundRect">
                <a:avLst>
                  <a:gd name="adj" fmla="val 10444"/>
                </a:avLst>
              </a:prstGeom>
              <a:solidFill>
                <a:srgbClr val="1E293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12AF832E-AFD3-D589-9F4B-4940720F6819}"/>
                  </a:ext>
                </a:extLst>
              </p:cNvPr>
              <p:cNvGrpSpPr/>
              <p:nvPr/>
            </p:nvGrpSpPr>
            <p:grpSpPr>
              <a:xfrm>
                <a:off x="558775" y="5409698"/>
                <a:ext cx="548439" cy="132480"/>
                <a:chOff x="977875" y="3452203"/>
                <a:chExt cx="548439" cy="132480"/>
              </a:xfrm>
            </p:grpSpPr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08AC05C8-FCD0-2226-BEEF-844DD5D32FE4}"/>
                    </a:ext>
                  </a:extLst>
                </p:cNvPr>
                <p:cNvSpPr/>
                <p:nvPr/>
              </p:nvSpPr>
              <p:spPr>
                <a:xfrm>
                  <a:off x="977875" y="3452203"/>
                  <a:ext cx="137211" cy="13248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A27A45D0-F216-B04F-D0B9-459B57902A37}"/>
                    </a:ext>
                  </a:extLst>
                </p:cNvPr>
                <p:cNvSpPr/>
                <p:nvPr/>
              </p:nvSpPr>
              <p:spPr>
                <a:xfrm>
                  <a:off x="1183489" y="3452203"/>
                  <a:ext cx="137211" cy="13248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9C900450-43A6-7438-13EB-D78A187A83D5}"/>
                    </a:ext>
                  </a:extLst>
                </p:cNvPr>
                <p:cNvSpPr/>
                <p:nvPr/>
              </p:nvSpPr>
              <p:spPr>
                <a:xfrm>
                  <a:off x="1389103" y="3452203"/>
                  <a:ext cx="137211" cy="13248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</p:grpSp>
        </p:grp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CD9BA6C-79A3-4DE0-B438-A4C7EB899A8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39788" y="2612992"/>
              <a:ext cx="4098964" cy="2118788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811A85A-5500-ED8A-1DA0-25E7CAC8EE08}"/>
              </a:ext>
            </a:extLst>
          </p:cNvPr>
          <p:cNvGrpSpPr/>
          <p:nvPr/>
        </p:nvGrpSpPr>
        <p:grpSpPr>
          <a:xfrm>
            <a:off x="6492487" y="2306914"/>
            <a:ext cx="5388865" cy="2657174"/>
            <a:chOff x="6492487" y="2306914"/>
            <a:chExt cx="5388865" cy="265717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7E30CAE-E1C2-B2BD-93B4-8EF0AF463784}"/>
                </a:ext>
              </a:extLst>
            </p:cNvPr>
            <p:cNvGrpSpPr/>
            <p:nvPr/>
          </p:nvGrpSpPr>
          <p:grpSpPr>
            <a:xfrm>
              <a:off x="6492487" y="2306914"/>
              <a:ext cx="5388865" cy="2657174"/>
              <a:chOff x="334963" y="5293409"/>
              <a:chExt cx="5388865" cy="2657174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37C1851B-D867-A9A9-F497-843C9E7F8519}"/>
                  </a:ext>
                </a:extLst>
              </p:cNvPr>
              <p:cNvSpPr/>
              <p:nvPr/>
            </p:nvSpPr>
            <p:spPr>
              <a:xfrm>
                <a:off x="334963" y="5293409"/>
                <a:ext cx="5388865" cy="2657174"/>
              </a:xfrm>
              <a:prstGeom prst="roundRect">
                <a:avLst>
                  <a:gd name="adj" fmla="val 10444"/>
                </a:avLst>
              </a:prstGeom>
              <a:solidFill>
                <a:srgbClr val="1E293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endParaRPr>
              </a:p>
            </p:txBody>
          </p: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A6F953B2-D403-401A-C5DE-C0BBC9187609}"/>
                  </a:ext>
                </a:extLst>
              </p:cNvPr>
              <p:cNvGrpSpPr/>
              <p:nvPr/>
            </p:nvGrpSpPr>
            <p:grpSpPr>
              <a:xfrm>
                <a:off x="558775" y="5409698"/>
                <a:ext cx="548439" cy="132480"/>
                <a:chOff x="977875" y="3452203"/>
                <a:chExt cx="548439" cy="132480"/>
              </a:xfrm>
            </p:grpSpPr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9862FDEB-3205-D14E-A455-6D901A7EFB5F}"/>
                    </a:ext>
                  </a:extLst>
                </p:cNvPr>
                <p:cNvSpPr/>
                <p:nvPr/>
              </p:nvSpPr>
              <p:spPr>
                <a:xfrm>
                  <a:off x="977875" y="3452203"/>
                  <a:ext cx="137211" cy="13248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1F794728-C387-0EC6-2B24-3518A11CE01F}"/>
                    </a:ext>
                  </a:extLst>
                </p:cNvPr>
                <p:cNvSpPr/>
                <p:nvPr/>
              </p:nvSpPr>
              <p:spPr>
                <a:xfrm>
                  <a:off x="1183489" y="3452203"/>
                  <a:ext cx="137211" cy="13248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1EE1BC8F-646E-7382-5FF0-08539A79E868}"/>
                    </a:ext>
                  </a:extLst>
                </p:cNvPr>
                <p:cNvSpPr/>
                <p:nvPr/>
              </p:nvSpPr>
              <p:spPr>
                <a:xfrm>
                  <a:off x="1389103" y="3452203"/>
                  <a:ext cx="137211" cy="13248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ontserrat"/>
                    <a:ea typeface="+mn-ea"/>
                    <a:cs typeface="+mn-cs"/>
                  </a:endParaRPr>
                </a:p>
              </p:txBody>
            </p:sp>
          </p:grpSp>
        </p:grp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C2318943-4241-CDFB-CBC2-B3CBBE27504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921913" y="2638301"/>
              <a:ext cx="3778513" cy="21051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11906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28873-42EA-7BBD-1F86-D48E2F838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33ADBD9-B434-B969-D582-36D6B69E0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Complete Pipeline Summary</a:t>
            </a:r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6B086D54-DEAC-BF09-070E-D5CC5866C17D}"/>
              </a:ext>
            </a:extLst>
          </p:cNvPr>
          <p:cNvGrpSpPr/>
          <p:nvPr/>
        </p:nvGrpSpPr>
        <p:grpSpPr>
          <a:xfrm>
            <a:off x="525245" y="1738533"/>
            <a:ext cx="1960098" cy="1106424"/>
            <a:chOff x="620495" y="2043333"/>
            <a:chExt cx="1960098" cy="1106424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77F5E27F-7710-7926-97DA-5A8A5E8F9B61}"/>
                </a:ext>
              </a:extLst>
            </p:cNvPr>
            <p:cNvSpPr/>
            <p:nvPr/>
          </p:nvSpPr>
          <p:spPr>
            <a:xfrm>
              <a:off x="620495" y="2043333"/>
              <a:ext cx="1960098" cy="1106424"/>
            </a:xfrm>
            <a:prstGeom prst="roundRect">
              <a:avLst/>
            </a:prstGeom>
            <a:solidFill>
              <a:srgbClr val="464866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C4E9680-AF92-B0BC-E297-9095EE2A9C5A}"/>
                </a:ext>
              </a:extLst>
            </p:cNvPr>
            <p:cNvSpPr txBox="1"/>
            <p:nvPr/>
          </p:nvSpPr>
          <p:spPr>
            <a:xfrm>
              <a:off x="1211656" y="2733124"/>
              <a:ext cx="777777" cy="369332"/>
            </a:xfrm>
            <a:prstGeom prst="rect">
              <a:avLst/>
            </a:prstGeom>
          </p:spPr>
          <p:txBody>
            <a:bodyPr wrap="non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Load</a:t>
              </a:r>
            </a:p>
          </p:txBody>
        </p: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3444C04A-1E2C-FCB0-7437-81491CC5F3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352984" y="2172766"/>
              <a:ext cx="495120" cy="495120"/>
            </a:xfrm>
            <a:prstGeom prst="rect">
              <a:avLst/>
            </a:prstGeom>
          </p:spPr>
        </p:pic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748EA65F-2C85-245D-E22C-5E31FA961205}"/>
              </a:ext>
            </a:extLst>
          </p:cNvPr>
          <p:cNvGrpSpPr/>
          <p:nvPr/>
        </p:nvGrpSpPr>
        <p:grpSpPr>
          <a:xfrm>
            <a:off x="6687505" y="1741574"/>
            <a:ext cx="1960098" cy="1106424"/>
            <a:chOff x="4992743" y="2043333"/>
            <a:chExt cx="1960098" cy="1106424"/>
          </a:xfrm>
        </p:grpSpPr>
        <p:sp>
          <p:nvSpPr>
            <p:cNvPr id="80" name="Rectangle: Rounded Corners 79">
              <a:extLst>
                <a:ext uri="{FF2B5EF4-FFF2-40B4-BE49-F238E27FC236}">
                  <a16:creationId xmlns:a16="http://schemas.microsoft.com/office/drawing/2014/main" id="{9939D198-5B33-834D-52AA-040C9567F2A2}"/>
                </a:ext>
              </a:extLst>
            </p:cNvPr>
            <p:cNvSpPr/>
            <p:nvPr/>
          </p:nvSpPr>
          <p:spPr>
            <a:xfrm>
              <a:off x="4992743" y="2043333"/>
              <a:ext cx="1960098" cy="1106424"/>
            </a:xfrm>
            <a:prstGeom prst="roundRect">
              <a:avLst/>
            </a:prstGeom>
            <a:solidFill>
              <a:srgbClr val="464866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D929787B-B6F4-390B-8E3F-4D57613E2D52}"/>
                </a:ext>
              </a:extLst>
            </p:cNvPr>
            <p:cNvSpPr txBox="1"/>
            <p:nvPr/>
          </p:nvSpPr>
          <p:spPr>
            <a:xfrm>
              <a:off x="5538218" y="2733124"/>
              <a:ext cx="869148" cy="369332"/>
            </a:xfrm>
            <a:prstGeom prst="rect">
              <a:avLst/>
            </a:prstGeom>
          </p:spPr>
          <p:txBody>
            <a:bodyPr wrap="non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Clean</a:t>
              </a:r>
            </a:p>
          </p:txBody>
        </p:sp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EBCCB9E3-1253-D977-4476-FF9B46DB15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725232" y="2153716"/>
              <a:ext cx="495120" cy="495120"/>
            </a:xfrm>
            <a:prstGeom prst="rect">
              <a:avLst/>
            </a:prstGeom>
          </p:spPr>
        </p:pic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E6EDD8E2-02F7-9CF3-A8D5-0FE6F2382E14}"/>
              </a:ext>
            </a:extLst>
          </p:cNvPr>
          <p:cNvGrpSpPr/>
          <p:nvPr/>
        </p:nvGrpSpPr>
        <p:grpSpPr>
          <a:xfrm>
            <a:off x="3594563" y="1739065"/>
            <a:ext cx="1960098" cy="1106424"/>
            <a:chOff x="9504351" y="2043333"/>
            <a:chExt cx="1960098" cy="1106424"/>
          </a:xfrm>
        </p:grpSpPr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7A438F1D-5C7F-D002-8D83-EB13AB2A5E8D}"/>
                </a:ext>
              </a:extLst>
            </p:cNvPr>
            <p:cNvSpPr/>
            <p:nvPr/>
          </p:nvSpPr>
          <p:spPr>
            <a:xfrm>
              <a:off x="9504351" y="2043333"/>
              <a:ext cx="1960098" cy="1106424"/>
            </a:xfrm>
            <a:prstGeom prst="roundRect">
              <a:avLst/>
            </a:prstGeom>
            <a:solidFill>
              <a:srgbClr val="464866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F24A39F9-EB1E-F930-D41D-8563349088B7}"/>
                </a:ext>
              </a:extLst>
            </p:cNvPr>
            <p:cNvSpPr txBox="1"/>
            <p:nvPr/>
          </p:nvSpPr>
          <p:spPr>
            <a:xfrm>
              <a:off x="9987309" y="2733124"/>
              <a:ext cx="994183" cy="369332"/>
            </a:xfrm>
            <a:prstGeom prst="rect">
              <a:avLst/>
            </a:prstGeom>
          </p:spPr>
          <p:txBody>
            <a:bodyPr wrap="non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Assess</a:t>
              </a:r>
            </a:p>
          </p:txBody>
        </p:sp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6505AD53-672B-B6E7-C1C1-D0FC65B852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236840" y="2153716"/>
              <a:ext cx="495120" cy="495120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E7094F7F-E975-9902-F60D-1B73F60C0F7F}"/>
              </a:ext>
            </a:extLst>
          </p:cNvPr>
          <p:cNvGrpSpPr/>
          <p:nvPr/>
        </p:nvGrpSpPr>
        <p:grpSpPr>
          <a:xfrm>
            <a:off x="530678" y="3515883"/>
            <a:ext cx="1960098" cy="1106424"/>
            <a:chOff x="530678" y="4759170"/>
            <a:chExt cx="1960098" cy="1106424"/>
          </a:xfrm>
        </p:grpSpPr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7BD63540-1998-6402-226C-935F894D3A45}"/>
                </a:ext>
              </a:extLst>
            </p:cNvPr>
            <p:cNvSpPr/>
            <p:nvPr/>
          </p:nvSpPr>
          <p:spPr>
            <a:xfrm>
              <a:off x="530678" y="4759170"/>
              <a:ext cx="1960098" cy="1106424"/>
            </a:xfrm>
            <a:prstGeom prst="roundRect">
              <a:avLst/>
            </a:prstGeom>
            <a:solidFill>
              <a:srgbClr val="464866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F6EF3C5B-3836-05A1-8EAB-55375F09BC17}"/>
                </a:ext>
              </a:extLst>
            </p:cNvPr>
            <p:cNvSpPr txBox="1"/>
            <p:nvPr/>
          </p:nvSpPr>
          <p:spPr>
            <a:xfrm>
              <a:off x="1145884" y="5448961"/>
              <a:ext cx="729687" cy="369332"/>
            </a:xfrm>
            <a:prstGeom prst="rect">
              <a:avLst/>
            </a:prstGeom>
          </p:spPr>
          <p:txBody>
            <a:bodyPr wrap="non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Split</a:t>
              </a:r>
            </a:p>
          </p:txBody>
        </p:sp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39EC02F4-E3BC-2CBD-66B0-BB7B16DFF3C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263167" y="4869553"/>
              <a:ext cx="495120" cy="495120"/>
            </a:xfrm>
            <a:prstGeom prst="rect">
              <a:avLst/>
            </a:prstGeom>
          </p:spPr>
        </p:pic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641D663E-8914-15F5-EC94-B9FA1BCC44CC}"/>
              </a:ext>
            </a:extLst>
          </p:cNvPr>
          <p:cNvGrpSpPr/>
          <p:nvPr/>
        </p:nvGrpSpPr>
        <p:grpSpPr>
          <a:xfrm>
            <a:off x="5117940" y="3515883"/>
            <a:ext cx="1960098" cy="1106424"/>
            <a:chOff x="4968239" y="4759170"/>
            <a:chExt cx="1960098" cy="1106424"/>
          </a:xfrm>
        </p:grpSpPr>
        <p:sp>
          <p:nvSpPr>
            <p:cNvPr id="95" name="Rectangle: Rounded Corners 94">
              <a:extLst>
                <a:ext uri="{FF2B5EF4-FFF2-40B4-BE49-F238E27FC236}">
                  <a16:creationId xmlns:a16="http://schemas.microsoft.com/office/drawing/2014/main" id="{5F0BEBFC-FB31-8664-A98A-CF73442F6C71}"/>
                </a:ext>
              </a:extLst>
            </p:cNvPr>
            <p:cNvSpPr/>
            <p:nvPr/>
          </p:nvSpPr>
          <p:spPr>
            <a:xfrm>
              <a:off x="4968239" y="4759170"/>
              <a:ext cx="1960098" cy="1106424"/>
            </a:xfrm>
            <a:prstGeom prst="roundRect">
              <a:avLst/>
            </a:prstGeom>
            <a:solidFill>
              <a:srgbClr val="464866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40F141B8-DED7-B470-72D2-86A64160B649}"/>
                </a:ext>
              </a:extLst>
            </p:cNvPr>
            <p:cNvSpPr txBox="1"/>
            <p:nvPr/>
          </p:nvSpPr>
          <p:spPr>
            <a:xfrm>
              <a:off x="5235593" y="5448961"/>
              <a:ext cx="1425390" cy="369332"/>
            </a:xfrm>
            <a:prstGeom prst="rect">
              <a:avLst/>
            </a:prstGeom>
          </p:spPr>
          <p:txBody>
            <a:bodyPr wrap="non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Transform</a:t>
              </a:r>
            </a:p>
          </p:txBody>
        </p:sp>
        <p:pic>
          <p:nvPicPr>
            <p:cNvPr id="97" name="Picture 96">
              <a:extLst>
                <a:ext uri="{FF2B5EF4-FFF2-40B4-BE49-F238E27FC236}">
                  <a16:creationId xmlns:a16="http://schemas.microsoft.com/office/drawing/2014/main" id="{B8221885-2AC0-21F7-0A2E-C2AB18A8B26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723234" y="4892059"/>
              <a:ext cx="450109" cy="450109"/>
            </a:xfrm>
            <a:prstGeom prst="rect">
              <a:avLst/>
            </a:prstGeom>
          </p:spPr>
        </p:pic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3656E8E7-0971-F071-3E47-4D6D22C13513}"/>
              </a:ext>
            </a:extLst>
          </p:cNvPr>
          <p:cNvGrpSpPr/>
          <p:nvPr/>
        </p:nvGrpSpPr>
        <p:grpSpPr>
          <a:xfrm>
            <a:off x="9908190" y="3515883"/>
            <a:ext cx="1960098" cy="1106424"/>
            <a:chOff x="9545160" y="4759170"/>
            <a:chExt cx="1960098" cy="1106424"/>
          </a:xfrm>
        </p:grpSpPr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09A4B1E8-720C-1091-10FF-C93329C39C6C}"/>
                </a:ext>
              </a:extLst>
            </p:cNvPr>
            <p:cNvSpPr/>
            <p:nvPr/>
          </p:nvSpPr>
          <p:spPr>
            <a:xfrm>
              <a:off x="9545160" y="4759170"/>
              <a:ext cx="1960098" cy="1106424"/>
            </a:xfrm>
            <a:prstGeom prst="roundRect">
              <a:avLst/>
            </a:prstGeom>
            <a:solidFill>
              <a:srgbClr val="464866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202BFD2D-4127-0DC2-9280-ED360E2F04CE}"/>
                </a:ext>
              </a:extLst>
            </p:cNvPr>
            <p:cNvSpPr txBox="1"/>
            <p:nvPr/>
          </p:nvSpPr>
          <p:spPr>
            <a:xfrm>
              <a:off x="9898275" y="5448961"/>
              <a:ext cx="1253869" cy="369332"/>
            </a:xfrm>
            <a:prstGeom prst="rect">
              <a:avLst/>
            </a:prstGeom>
          </p:spPr>
          <p:txBody>
            <a:bodyPr wrap="none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Visuali</a:t>
              </a:r>
              <a:r>
                <a:rPr lang="en-GB" b="1" dirty="0">
                  <a:solidFill>
                    <a:srgbClr val="25274D"/>
                  </a:solidFill>
                  <a:latin typeface="Montserrat"/>
                </a:rPr>
                <a:t>s</a:t>
              </a:r>
              <a:r>
                <a:rPr kumimoji="0" lang="en-GB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e</a:t>
              </a:r>
            </a:p>
          </p:txBody>
        </p: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D6F160BD-6F44-AC14-33BD-D9EAEC34085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277649" y="4869553"/>
              <a:ext cx="495120" cy="495120"/>
            </a:xfrm>
            <a:prstGeom prst="rect">
              <a:avLst/>
            </a:prstGeom>
          </p:spPr>
        </p:pic>
      </p:grpSp>
      <p:sp>
        <p:nvSpPr>
          <p:cNvPr id="104" name="Arrow: Right 103">
            <a:extLst>
              <a:ext uri="{FF2B5EF4-FFF2-40B4-BE49-F238E27FC236}">
                <a16:creationId xmlns:a16="http://schemas.microsoft.com/office/drawing/2014/main" id="{0A2CFF46-AB93-C215-D18C-1F02CACE78F7}"/>
              </a:ext>
            </a:extLst>
          </p:cNvPr>
          <p:cNvSpPr/>
          <p:nvPr/>
        </p:nvSpPr>
        <p:spPr>
          <a:xfrm>
            <a:off x="2581614" y="2175254"/>
            <a:ext cx="898068" cy="232983"/>
          </a:xfrm>
          <a:prstGeom prst="rightArrow">
            <a:avLst/>
          </a:prstGeom>
          <a:solidFill>
            <a:srgbClr val="2527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05" name="Arrow: Right 104">
            <a:extLst>
              <a:ext uri="{FF2B5EF4-FFF2-40B4-BE49-F238E27FC236}">
                <a16:creationId xmlns:a16="http://schemas.microsoft.com/office/drawing/2014/main" id="{99633B4A-CB03-56B7-10AE-F4DED99BC6D5}"/>
              </a:ext>
            </a:extLst>
          </p:cNvPr>
          <p:cNvSpPr/>
          <p:nvPr/>
        </p:nvSpPr>
        <p:spPr>
          <a:xfrm>
            <a:off x="5655126" y="2175254"/>
            <a:ext cx="898068" cy="232983"/>
          </a:xfrm>
          <a:prstGeom prst="rightArrow">
            <a:avLst/>
          </a:prstGeom>
          <a:solidFill>
            <a:srgbClr val="2527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06" name="Arrow: Right 105">
            <a:extLst>
              <a:ext uri="{FF2B5EF4-FFF2-40B4-BE49-F238E27FC236}">
                <a16:creationId xmlns:a16="http://schemas.microsoft.com/office/drawing/2014/main" id="{C47E8022-A1CD-0A29-00F0-104DF301ACBE}"/>
              </a:ext>
            </a:extLst>
          </p:cNvPr>
          <p:cNvSpPr/>
          <p:nvPr/>
        </p:nvSpPr>
        <p:spPr>
          <a:xfrm rot="5400000">
            <a:off x="10634771" y="3101610"/>
            <a:ext cx="506936" cy="211803"/>
          </a:xfrm>
          <a:prstGeom prst="rightArrow">
            <a:avLst/>
          </a:prstGeom>
          <a:solidFill>
            <a:srgbClr val="2527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07" name="Arrow: Right 106">
            <a:extLst>
              <a:ext uri="{FF2B5EF4-FFF2-40B4-BE49-F238E27FC236}">
                <a16:creationId xmlns:a16="http://schemas.microsoft.com/office/drawing/2014/main" id="{26C71222-E954-FCC3-AAB1-75C94096A2C0}"/>
              </a:ext>
            </a:extLst>
          </p:cNvPr>
          <p:cNvSpPr/>
          <p:nvPr/>
        </p:nvSpPr>
        <p:spPr>
          <a:xfrm flipH="1">
            <a:off x="3281057" y="3952604"/>
            <a:ext cx="1195328" cy="232983"/>
          </a:xfrm>
          <a:prstGeom prst="rightArrow">
            <a:avLst/>
          </a:prstGeom>
          <a:solidFill>
            <a:srgbClr val="2527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08" name="Arrow: Right 107">
            <a:extLst>
              <a:ext uri="{FF2B5EF4-FFF2-40B4-BE49-F238E27FC236}">
                <a16:creationId xmlns:a16="http://schemas.microsoft.com/office/drawing/2014/main" id="{56EAD839-0A33-2C4B-D7A9-20E85DC7193A}"/>
              </a:ext>
            </a:extLst>
          </p:cNvPr>
          <p:cNvSpPr/>
          <p:nvPr/>
        </p:nvSpPr>
        <p:spPr>
          <a:xfrm flipH="1">
            <a:off x="7838310" y="3952604"/>
            <a:ext cx="1195328" cy="232983"/>
          </a:xfrm>
          <a:prstGeom prst="rightArrow">
            <a:avLst/>
          </a:prstGeom>
          <a:solidFill>
            <a:srgbClr val="2527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09" name="Text Placeholder 11">
            <a:extLst>
              <a:ext uri="{FF2B5EF4-FFF2-40B4-BE49-F238E27FC236}">
                <a16:creationId xmlns:a16="http://schemas.microsoft.com/office/drawing/2014/main" id="{BE81D27F-B570-D3C3-71C5-A72FB4D54A17}"/>
              </a:ext>
            </a:extLst>
          </p:cNvPr>
          <p:cNvSpPr txBox="1">
            <a:spLocks/>
          </p:cNvSpPr>
          <p:nvPr/>
        </p:nvSpPr>
        <p:spPr>
          <a:xfrm>
            <a:off x="749999" y="1109610"/>
            <a:ext cx="10622082" cy="450239"/>
          </a:xfrm>
          <a:prstGeom prst="rect">
            <a:avLst/>
          </a:prstGeom>
        </p:spPr>
        <p:txBody>
          <a:bodyPr/>
          <a:lstStyle>
            <a:lvl1pPr marL="0" indent="0" algn="l" defTabSz="91444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kern="1200">
                <a:solidFill>
                  <a:srgbClr val="2E9CCA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457223" indent="0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4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2E9CCA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What You Built Today</a:t>
            </a:r>
          </a:p>
          <a:p>
            <a:pPr marL="0" marR="0" lvl="0" indent="0" algn="l" defTabSz="91444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2E9CCA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36CFB934-CB38-64D4-9D8F-B5AF3C1F3C14}"/>
              </a:ext>
            </a:extLst>
          </p:cNvPr>
          <p:cNvSpPr txBox="1"/>
          <p:nvPr/>
        </p:nvSpPr>
        <p:spPr>
          <a:xfrm>
            <a:off x="1810703" y="5215108"/>
            <a:ext cx="8570595" cy="1059863"/>
          </a:xfrm>
          <a:prstGeom prst="roundRect">
            <a:avLst/>
          </a:prstGeom>
          <a:solidFill>
            <a:srgbClr val="2E9CCA">
              <a:alpha val="20000"/>
            </a:srgbClr>
          </a:solidFill>
          <a:ln w="38100">
            <a:solidFill>
              <a:srgbClr val="2E9CCA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5274D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9B26B45-2C79-A064-1A9E-4F46EBC959DF}"/>
              </a:ext>
            </a:extLst>
          </p:cNvPr>
          <p:cNvGrpSpPr/>
          <p:nvPr/>
        </p:nvGrpSpPr>
        <p:grpSpPr>
          <a:xfrm>
            <a:off x="9890761" y="1738533"/>
            <a:ext cx="1960098" cy="1106424"/>
            <a:chOff x="9504351" y="2043333"/>
            <a:chExt cx="1960098" cy="1106424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C4B4B1B-0869-6703-9248-2D3E9F50E1A5}"/>
                </a:ext>
              </a:extLst>
            </p:cNvPr>
            <p:cNvSpPr/>
            <p:nvPr/>
          </p:nvSpPr>
          <p:spPr>
            <a:xfrm>
              <a:off x="9504351" y="2043333"/>
              <a:ext cx="1960098" cy="1106424"/>
            </a:xfrm>
            <a:prstGeom prst="roundRect">
              <a:avLst/>
            </a:prstGeom>
            <a:solidFill>
              <a:srgbClr val="464866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EA95954-BB35-EFDF-8260-013680AE3357}"/>
                </a:ext>
              </a:extLst>
            </p:cNvPr>
            <p:cNvSpPr txBox="1"/>
            <p:nvPr/>
          </p:nvSpPr>
          <p:spPr>
            <a:xfrm>
              <a:off x="10130778" y="2733124"/>
              <a:ext cx="707245" cy="369332"/>
            </a:xfrm>
            <a:prstGeom prst="rect">
              <a:avLst/>
            </a:prstGeom>
          </p:spPr>
          <p:txBody>
            <a:bodyPr wrap="non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EDA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7C9951F-FD80-2DCF-095B-754A2303667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236840" y="2153716"/>
              <a:ext cx="495120" cy="495120"/>
            </a:xfrm>
            <a:prstGeom prst="rect">
              <a:avLst/>
            </a:prstGeom>
          </p:spPr>
        </p:pic>
      </p:grpSp>
      <p:sp>
        <p:nvSpPr>
          <p:cNvPr id="8" name="Arrow: Right 7">
            <a:extLst>
              <a:ext uri="{FF2B5EF4-FFF2-40B4-BE49-F238E27FC236}">
                <a16:creationId xmlns:a16="http://schemas.microsoft.com/office/drawing/2014/main" id="{528692B4-F349-AF8C-ED77-D0E7692DC166}"/>
              </a:ext>
            </a:extLst>
          </p:cNvPr>
          <p:cNvSpPr/>
          <p:nvPr/>
        </p:nvSpPr>
        <p:spPr>
          <a:xfrm>
            <a:off x="8782226" y="2175254"/>
            <a:ext cx="898068" cy="232983"/>
          </a:xfrm>
          <a:prstGeom prst="rightArrow">
            <a:avLst/>
          </a:prstGeom>
          <a:solidFill>
            <a:srgbClr val="2527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F49D86F7-2494-407D-1FD4-6ABBFEAFE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3039" y="5353562"/>
            <a:ext cx="6096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25274D"/>
                </a:solidFill>
                <a:effectLst/>
                <a:latin typeface="Montserrat" panose="00000500000000000000" pitchFamily="2" charset="0"/>
              </a:rPr>
              <a:t>Have a complete, reusable preprocessing pipeline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30A4F27D-F67B-98F4-8734-47FA8C22D1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3039" y="5782828"/>
            <a:ext cx="6096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25274D"/>
                </a:solidFill>
                <a:effectLst/>
                <a:latin typeface="Montserrat" panose="00000500000000000000" pitchFamily="2" charset="0"/>
              </a:rPr>
              <a:t>Be ready for any ML project you tackle next</a:t>
            </a:r>
          </a:p>
        </p:txBody>
      </p:sp>
    </p:spTree>
    <p:extLst>
      <p:ext uri="{BB962C8B-B14F-4D97-AF65-F5344CB8AC3E}">
        <p14:creationId xmlns:p14="http://schemas.microsoft.com/office/powerpoint/2010/main" val="15359049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2D046-0DBF-6027-E4B4-1F4864CC0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9C51D0-D9AA-E23A-0CD8-4950440337B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9998" y="2482074"/>
            <a:ext cx="8592121" cy="1893851"/>
          </a:xfrm>
        </p:spPr>
        <p:txBody>
          <a:bodyPr/>
          <a:lstStyle/>
          <a:p>
            <a:r>
              <a:rPr lang="en-US" sz="2800" dirty="0"/>
              <a:t>Challenges in Data and Feature Engineering</a:t>
            </a:r>
          </a:p>
        </p:txBody>
      </p:sp>
    </p:spTree>
    <p:extLst>
      <p:ext uri="{BB962C8B-B14F-4D97-AF65-F5344CB8AC3E}">
        <p14:creationId xmlns:p14="http://schemas.microsoft.com/office/powerpoint/2010/main" val="7438891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5">
            <a:extLst>
              <a:ext uri="{FF2B5EF4-FFF2-40B4-BE49-F238E27FC236}">
                <a16:creationId xmlns:a16="http://schemas.microsoft.com/office/drawing/2014/main" id="{55F3052A-FCF5-775A-88A3-A7A919CB6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</p:spPr>
        <p:txBody>
          <a:bodyPr/>
          <a:lstStyle/>
          <a:p>
            <a:r>
              <a:rPr lang="en-US" dirty="0"/>
              <a:t>Key Challenges in Data Processing </a:t>
            </a:r>
            <a:endParaRPr lang="en-GB" dirty="0">
              <a:latin typeface="+mn-lt"/>
            </a:endParaRP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BCCE6CFF-733F-4B45-D31A-F2A0062D0B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</p:spPr>
        <p:txBody>
          <a:bodyPr/>
          <a:lstStyle/>
          <a:p>
            <a:r>
              <a:rPr lang="en-US" dirty="0">
                <a:latin typeface="+mn-lt"/>
              </a:rPr>
              <a:t>Common Issues in Large-Scale Data Handling</a:t>
            </a:r>
            <a:endParaRPr lang="en-GB" dirty="0">
              <a:latin typeface="+mn-lt"/>
            </a:endParaRP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FB3DD969-7054-9929-BBDE-AADFCACF6204}"/>
              </a:ext>
            </a:extLst>
          </p:cNvPr>
          <p:cNvSpPr>
            <a:spLocks noGrp="1"/>
          </p:cNvSpPr>
          <p:nvPr/>
        </p:nvSpPr>
        <p:spPr>
          <a:xfrm>
            <a:off x="337116" y="1777999"/>
            <a:ext cx="3495415" cy="4445001"/>
          </a:xfrm>
          <a:prstGeom prst="roundRect">
            <a:avLst>
              <a:gd name="adj" fmla="val 7729"/>
            </a:avLst>
          </a:prstGeom>
          <a:solidFill>
            <a:srgbClr val="2E9CCA">
              <a:alpha val="40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228611" indent="-228611" algn="ctr" defTabSz="91444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IN" sz="1800" b="0" kern="1200">
                <a:solidFill>
                  <a:srgbClr val="25274D"/>
                </a:solidFill>
                <a:latin typeface="+mn-lt"/>
                <a:ea typeface="+mn-ea"/>
                <a:cs typeface="+mn-cs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11" marR="0" lvl="0" indent="-228611" algn="l" defTabSz="914446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rgbClr val="25274D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1D015A-9BE1-610E-D7BD-7CEF47DB8A52}"/>
              </a:ext>
            </a:extLst>
          </p:cNvPr>
          <p:cNvSpPr/>
          <p:nvPr/>
        </p:nvSpPr>
        <p:spPr>
          <a:xfrm>
            <a:off x="330837" y="2148994"/>
            <a:ext cx="3495415" cy="624699"/>
          </a:xfrm>
          <a:prstGeom prst="rect">
            <a:avLst/>
          </a:prstGeom>
          <a:solidFill>
            <a:srgbClr val="29648A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Montserrat Bold" pitchFamily="34" charset="0"/>
              <a:ea typeface="Montserrat Bold" pitchFamily="34" charset="-122"/>
              <a:cs typeface="Montserrat Bold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46CA2E-6A01-82FD-C08F-EDBB48C1B8E5}"/>
              </a:ext>
            </a:extLst>
          </p:cNvPr>
          <p:cNvSpPr txBox="1"/>
          <p:nvPr/>
        </p:nvSpPr>
        <p:spPr>
          <a:xfrm>
            <a:off x="733615" y="2276677"/>
            <a:ext cx="2689859" cy="369332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Data Quality Issues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03B02E-5FC5-904E-6A17-1C0268F2B72C}"/>
              </a:ext>
            </a:extLst>
          </p:cNvPr>
          <p:cNvSpPr txBox="1"/>
          <p:nvPr/>
        </p:nvSpPr>
        <p:spPr>
          <a:xfrm>
            <a:off x="337319" y="3058944"/>
            <a:ext cx="3512562" cy="1200329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5274D"/>
                </a:solidFill>
              </a:rPr>
              <a:t>Missing Values: </a:t>
            </a:r>
            <a:r>
              <a:rPr lang="en-US" dirty="0">
                <a:solidFill>
                  <a:srgbClr val="25274D"/>
                </a:solidFill>
              </a:rPr>
              <a:t>Incomplete data can lead to biased models and inaccurate predictions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2D09DD-8BF2-4905-C58B-8B194FFB809F}"/>
              </a:ext>
            </a:extLst>
          </p:cNvPr>
          <p:cNvSpPr txBox="1"/>
          <p:nvPr/>
        </p:nvSpPr>
        <p:spPr>
          <a:xfrm>
            <a:off x="350020" y="4802678"/>
            <a:ext cx="3196630" cy="923330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5274D"/>
                </a:solidFill>
              </a:rPr>
              <a:t>Noise and Errors: </a:t>
            </a:r>
            <a:r>
              <a:rPr lang="en-US" dirty="0">
                <a:solidFill>
                  <a:srgbClr val="25274D"/>
                </a:solidFill>
              </a:rPr>
              <a:t>Irrelevant or incorrect data can distort results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ACBB3D8-9406-AD3E-F573-7CE144C1B5D4}"/>
              </a:ext>
            </a:extLst>
          </p:cNvPr>
          <p:cNvSpPr>
            <a:spLocks noGrp="1"/>
          </p:cNvSpPr>
          <p:nvPr/>
        </p:nvSpPr>
        <p:spPr>
          <a:xfrm>
            <a:off x="4349098" y="1777999"/>
            <a:ext cx="3495415" cy="4445001"/>
          </a:xfrm>
          <a:prstGeom prst="roundRect">
            <a:avLst>
              <a:gd name="adj" fmla="val 7729"/>
            </a:avLst>
          </a:prstGeom>
          <a:solidFill>
            <a:srgbClr val="464866">
              <a:alpha val="40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228611" indent="-228611" algn="ctr" defTabSz="91444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IN" sz="1800" b="0" kern="1200">
                <a:solidFill>
                  <a:srgbClr val="25274D"/>
                </a:solidFill>
                <a:latin typeface="+mn-lt"/>
                <a:ea typeface="+mn-ea"/>
                <a:cs typeface="+mn-cs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11" marR="0" lvl="0" indent="-228611" algn="l" defTabSz="914446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rgbClr val="25274D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49A883-EDC9-93D8-E34D-C018269018D5}"/>
              </a:ext>
            </a:extLst>
          </p:cNvPr>
          <p:cNvSpPr/>
          <p:nvPr/>
        </p:nvSpPr>
        <p:spPr>
          <a:xfrm>
            <a:off x="4336777" y="2148994"/>
            <a:ext cx="3495415" cy="624699"/>
          </a:xfrm>
          <a:prstGeom prst="rect">
            <a:avLst/>
          </a:prstGeom>
          <a:solidFill>
            <a:srgbClr val="464866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Montserrat Bold" pitchFamily="34" charset="0"/>
              <a:ea typeface="Montserrat Bold" pitchFamily="34" charset="-122"/>
              <a:cs typeface="Montserrat Bold" pitchFamily="34" charset="-12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8A58FB-2B56-AE7C-D700-A77B60585105}"/>
              </a:ext>
            </a:extLst>
          </p:cNvPr>
          <p:cNvSpPr txBox="1"/>
          <p:nvPr/>
        </p:nvSpPr>
        <p:spPr>
          <a:xfrm>
            <a:off x="4457119" y="2138178"/>
            <a:ext cx="3254730" cy="6463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Handling Large Datasets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86E67D-CA5B-AC03-0112-18713BF628F9}"/>
              </a:ext>
            </a:extLst>
          </p:cNvPr>
          <p:cNvSpPr txBox="1"/>
          <p:nvPr/>
        </p:nvSpPr>
        <p:spPr>
          <a:xfrm>
            <a:off x="4357773" y="3058944"/>
            <a:ext cx="3495414" cy="1200329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5274D"/>
                </a:solidFill>
              </a:rPr>
              <a:t>Scalability</a:t>
            </a:r>
            <a:r>
              <a:rPr lang="en-US" dirty="0">
                <a:solidFill>
                  <a:srgbClr val="25274D"/>
                </a:solidFill>
              </a:rPr>
              <a:t>: Processing large volumes of data requires efficient techniques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EBD5D5-7580-156A-E69F-82A3F9990494}"/>
              </a:ext>
            </a:extLst>
          </p:cNvPr>
          <p:cNvSpPr txBox="1"/>
          <p:nvPr/>
        </p:nvSpPr>
        <p:spPr>
          <a:xfrm>
            <a:off x="4370474" y="4387180"/>
            <a:ext cx="3495414" cy="1754326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5274D"/>
                </a:solidFill>
              </a:rPr>
              <a:t>Computational Complexity:               </a:t>
            </a:r>
            <a:r>
              <a:rPr lang="en-US" dirty="0">
                <a:solidFill>
                  <a:srgbClr val="25274D"/>
                </a:solidFill>
              </a:rPr>
              <a:t>High-dimensional data increases computation time and resource demands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B261126F-8C9F-BD8A-F10F-2A910E2DCA33}"/>
              </a:ext>
            </a:extLst>
          </p:cNvPr>
          <p:cNvSpPr>
            <a:spLocks noGrp="1"/>
          </p:cNvSpPr>
          <p:nvPr/>
        </p:nvSpPr>
        <p:spPr>
          <a:xfrm>
            <a:off x="8361079" y="1777999"/>
            <a:ext cx="3495415" cy="4445001"/>
          </a:xfrm>
          <a:prstGeom prst="roundRect">
            <a:avLst>
              <a:gd name="adj" fmla="val 7729"/>
            </a:avLst>
          </a:prstGeom>
          <a:solidFill>
            <a:srgbClr val="2E9CCA">
              <a:alpha val="40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228611" indent="-228611" algn="ctr" defTabSz="91444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IN" sz="1800" b="0" kern="1200">
                <a:solidFill>
                  <a:srgbClr val="25274D"/>
                </a:solidFill>
                <a:latin typeface="+mn-lt"/>
                <a:ea typeface="+mn-ea"/>
                <a:cs typeface="+mn-cs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11" marR="0" lvl="0" indent="-228611" algn="l" defTabSz="914446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rgbClr val="25274D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2D8DD6-B57B-CD39-458F-74212F4BC1F9}"/>
              </a:ext>
            </a:extLst>
          </p:cNvPr>
          <p:cNvSpPr/>
          <p:nvPr/>
        </p:nvSpPr>
        <p:spPr>
          <a:xfrm>
            <a:off x="8354800" y="2148994"/>
            <a:ext cx="3495415" cy="624699"/>
          </a:xfrm>
          <a:prstGeom prst="rect">
            <a:avLst/>
          </a:prstGeom>
          <a:solidFill>
            <a:srgbClr val="29648A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Montserrat Bold" pitchFamily="34" charset="0"/>
              <a:ea typeface="Montserrat Bold" pitchFamily="34" charset="-122"/>
              <a:cs typeface="Montserrat Bold" pitchFamily="34" charset="-12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732823-D6A0-1CA2-52A0-770AA61591F5}"/>
              </a:ext>
            </a:extLst>
          </p:cNvPr>
          <p:cNvSpPr txBox="1"/>
          <p:nvPr/>
        </p:nvSpPr>
        <p:spPr>
          <a:xfrm>
            <a:off x="8376578" y="2138178"/>
            <a:ext cx="3434422" cy="6463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Feature Selection and Dimensionality Reduction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231387-F698-134E-70D5-F9BC28346285}"/>
              </a:ext>
            </a:extLst>
          </p:cNvPr>
          <p:cNvSpPr txBox="1"/>
          <p:nvPr/>
        </p:nvSpPr>
        <p:spPr>
          <a:xfrm>
            <a:off x="8361282" y="2920444"/>
            <a:ext cx="3449718" cy="1477328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5274D"/>
                </a:solidFill>
              </a:rPr>
              <a:t>Feature Overlap: </a:t>
            </a:r>
            <a:r>
              <a:rPr lang="en-US" dirty="0">
                <a:solidFill>
                  <a:srgbClr val="25274D"/>
                </a:solidFill>
              </a:rPr>
              <a:t>Removing redundant features while retaining important ones is challenging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8D527D-9DFD-6C94-9F6E-3956F627316A}"/>
              </a:ext>
            </a:extLst>
          </p:cNvPr>
          <p:cNvSpPr txBox="1"/>
          <p:nvPr/>
        </p:nvSpPr>
        <p:spPr>
          <a:xfrm>
            <a:off x="8373982" y="4525679"/>
            <a:ext cx="3495415" cy="1477328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5274D"/>
                </a:solidFill>
              </a:rPr>
              <a:t>Balancing Dimensionality: </a:t>
            </a:r>
            <a:r>
              <a:rPr lang="en-US" dirty="0">
                <a:solidFill>
                  <a:srgbClr val="25274D"/>
                </a:solidFill>
              </a:rPr>
              <a:t>Reducing data complexity while preserving critical information is essential</a:t>
            </a:r>
          </a:p>
        </p:txBody>
      </p:sp>
    </p:spTree>
    <p:extLst>
      <p:ext uri="{BB962C8B-B14F-4D97-AF65-F5344CB8AC3E}">
        <p14:creationId xmlns:p14="http://schemas.microsoft.com/office/powerpoint/2010/main" val="34593241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60986-B392-D694-6DC1-4D0EA659B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5">
            <a:extLst>
              <a:ext uri="{FF2B5EF4-FFF2-40B4-BE49-F238E27FC236}">
                <a16:creationId xmlns:a16="http://schemas.microsoft.com/office/drawing/2014/main" id="{8F5298CC-5120-B54D-7954-EC67013C9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998" y="490685"/>
            <a:ext cx="10622083" cy="540674"/>
          </a:xfrm>
        </p:spPr>
        <p:txBody>
          <a:bodyPr/>
          <a:lstStyle/>
          <a:p>
            <a:r>
              <a:rPr lang="en-US" dirty="0"/>
              <a:t>Key Challenges in Data Processing(Contd.) </a:t>
            </a:r>
            <a:endParaRPr lang="en-GB" dirty="0">
              <a:latin typeface="+mn-lt"/>
            </a:endParaRP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2269D60A-80CC-2FE3-04ED-408C08C8F9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</p:spPr>
        <p:txBody>
          <a:bodyPr/>
          <a:lstStyle/>
          <a:p>
            <a:r>
              <a:rPr lang="en-US" dirty="0">
                <a:latin typeface="+mn-lt"/>
              </a:rPr>
              <a:t>Common Issues in Large-Scale Data Handling</a:t>
            </a:r>
            <a:endParaRPr lang="en-GB" dirty="0">
              <a:latin typeface="+mn-lt"/>
            </a:endParaRP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00D9E342-D8A4-200B-8EB9-660E2410DD34}"/>
              </a:ext>
            </a:extLst>
          </p:cNvPr>
          <p:cNvSpPr>
            <a:spLocks noGrp="1"/>
          </p:cNvSpPr>
          <p:nvPr/>
        </p:nvSpPr>
        <p:spPr>
          <a:xfrm>
            <a:off x="337116" y="1777999"/>
            <a:ext cx="3495415" cy="4445001"/>
          </a:xfrm>
          <a:prstGeom prst="roundRect">
            <a:avLst>
              <a:gd name="adj" fmla="val 7729"/>
            </a:avLst>
          </a:prstGeom>
          <a:solidFill>
            <a:srgbClr val="2E9CCA">
              <a:alpha val="40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228611" indent="-228611" algn="ctr" defTabSz="91444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IN" sz="1800" b="0" kern="1200">
                <a:solidFill>
                  <a:srgbClr val="25274D"/>
                </a:solidFill>
                <a:latin typeface="+mn-lt"/>
                <a:ea typeface="+mn-ea"/>
                <a:cs typeface="+mn-cs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11" marR="0" lvl="0" indent="-228611" algn="l" defTabSz="914446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25274D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42C8AA-5A36-DAA8-2EEF-71D2A71FD176}"/>
              </a:ext>
            </a:extLst>
          </p:cNvPr>
          <p:cNvSpPr/>
          <p:nvPr/>
        </p:nvSpPr>
        <p:spPr>
          <a:xfrm>
            <a:off x="330837" y="2148994"/>
            <a:ext cx="3495415" cy="624699"/>
          </a:xfrm>
          <a:prstGeom prst="rect">
            <a:avLst/>
          </a:prstGeom>
          <a:solidFill>
            <a:srgbClr val="29648A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 Bold" pitchFamily="34" charset="0"/>
              <a:ea typeface="Montserrat Bold" pitchFamily="34" charset="-122"/>
              <a:cs typeface="Montserrat Bold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89D3B8-43C7-9D79-5AC2-6A68792E2F0A}"/>
              </a:ext>
            </a:extLst>
          </p:cNvPr>
          <p:cNvSpPr txBox="1"/>
          <p:nvPr/>
        </p:nvSpPr>
        <p:spPr>
          <a:xfrm>
            <a:off x="733615" y="2138178"/>
            <a:ext cx="2689859" cy="6463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Feature Engineering Complexity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DA22FF-0C8D-D94F-0B93-341D76C1DA58}"/>
              </a:ext>
            </a:extLst>
          </p:cNvPr>
          <p:cNvSpPr txBox="1"/>
          <p:nvPr/>
        </p:nvSpPr>
        <p:spPr>
          <a:xfrm>
            <a:off x="337319" y="2901394"/>
            <a:ext cx="3307582" cy="1477328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Creating Meaningful Features: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Designing features that capture patterns and relationships is complex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9CAEDA-F76F-38C7-4784-1445093A12A8}"/>
              </a:ext>
            </a:extLst>
          </p:cNvPr>
          <p:cNvSpPr txBox="1"/>
          <p:nvPr/>
        </p:nvSpPr>
        <p:spPr>
          <a:xfrm>
            <a:off x="350020" y="4563779"/>
            <a:ext cx="3196630" cy="1477328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Automating Feature Engineering: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Developing automated processes requires advanced techniques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CDDA50-26D7-A61B-BE24-259A6F183C87}"/>
              </a:ext>
            </a:extLst>
          </p:cNvPr>
          <p:cNvSpPr>
            <a:spLocks noGrp="1"/>
          </p:cNvSpPr>
          <p:nvPr/>
        </p:nvSpPr>
        <p:spPr>
          <a:xfrm>
            <a:off x="4349098" y="1777999"/>
            <a:ext cx="3495415" cy="4445001"/>
          </a:xfrm>
          <a:prstGeom prst="roundRect">
            <a:avLst>
              <a:gd name="adj" fmla="val 7729"/>
            </a:avLst>
          </a:prstGeom>
          <a:solidFill>
            <a:srgbClr val="464866">
              <a:alpha val="40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228611" indent="-228611" algn="ctr" defTabSz="91444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IN" sz="1800" b="0" kern="1200">
                <a:solidFill>
                  <a:srgbClr val="25274D"/>
                </a:solidFill>
                <a:latin typeface="+mn-lt"/>
                <a:ea typeface="+mn-ea"/>
                <a:cs typeface="+mn-cs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11" marR="0" lvl="0" indent="-228611" algn="l" defTabSz="914446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25274D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A574D9-62FF-78A5-8A6C-4A7B2863B544}"/>
              </a:ext>
            </a:extLst>
          </p:cNvPr>
          <p:cNvSpPr/>
          <p:nvPr/>
        </p:nvSpPr>
        <p:spPr>
          <a:xfrm>
            <a:off x="4336777" y="2148994"/>
            <a:ext cx="3495415" cy="624699"/>
          </a:xfrm>
          <a:prstGeom prst="rect">
            <a:avLst/>
          </a:prstGeom>
          <a:solidFill>
            <a:srgbClr val="464866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 Bold" pitchFamily="34" charset="0"/>
              <a:ea typeface="Montserrat Bold" pitchFamily="34" charset="-122"/>
              <a:cs typeface="Montserrat Bold" pitchFamily="34" charset="-12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AFC289-BE71-5137-417F-26A46FAB2592}"/>
              </a:ext>
            </a:extLst>
          </p:cNvPr>
          <p:cNvSpPr txBox="1"/>
          <p:nvPr/>
        </p:nvSpPr>
        <p:spPr>
          <a:xfrm>
            <a:off x="4739555" y="2138178"/>
            <a:ext cx="2689859" cy="6463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Dealing with Diverse Data Types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42968D-B29C-C5F0-D992-C1375219F642}"/>
              </a:ext>
            </a:extLst>
          </p:cNvPr>
          <p:cNvSpPr txBox="1"/>
          <p:nvPr/>
        </p:nvSpPr>
        <p:spPr>
          <a:xfrm>
            <a:off x="4357773" y="2901394"/>
            <a:ext cx="3495414" cy="1477328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Mixed Data Types: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Integrating structured, semi-structured and unstructured data is challenging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FDE063-AB10-67AC-B8EE-F8390F86C06A}"/>
              </a:ext>
            </a:extLst>
          </p:cNvPr>
          <p:cNvSpPr txBox="1"/>
          <p:nvPr/>
        </p:nvSpPr>
        <p:spPr>
          <a:xfrm>
            <a:off x="4370474" y="4563779"/>
            <a:ext cx="3704724" cy="1477328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Encoding and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Normalisation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Proper encoding and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normalising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 of numerical features is crucial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088BA289-CEB0-015D-BAB8-A72FE076A475}"/>
              </a:ext>
            </a:extLst>
          </p:cNvPr>
          <p:cNvSpPr>
            <a:spLocks noGrp="1"/>
          </p:cNvSpPr>
          <p:nvPr/>
        </p:nvSpPr>
        <p:spPr>
          <a:xfrm>
            <a:off x="8361079" y="1777999"/>
            <a:ext cx="3495415" cy="4445001"/>
          </a:xfrm>
          <a:prstGeom prst="roundRect">
            <a:avLst>
              <a:gd name="adj" fmla="val 7729"/>
            </a:avLst>
          </a:prstGeom>
          <a:solidFill>
            <a:srgbClr val="2E9CCA">
              <a:alpha val="40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228611" indent="-228611" algn="ctr" defTabSz="91444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IN" sz="1800" b="0" kern="1200">
                <a:solidFill>
                  <a:srgbClr val="25274D"/>
                </a:solidFill>
                <a:latin typeface="+mn-lt"/>
                <a:ea typeface="+mn-ea"/>
                <a:cs typeface="+mn-cs"/>
              </a:defRPr>
            </a:lvl1pPr>
            <a:lvl2pPr marL="68583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11" marR="0" lvl="0" indent="-228611" algn="l" defTabSz="914446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25274D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E6052F-DD06-BA56-DE2A-4C4732CC892A}"/>
              </a:ext>
            </a:extLst>
          </p:cNvPr>
          <p:cNvSpPr/>
          <p:nvPr/>
        </p:nvSpPr>
        <p:spPr>
          <a:xfrm>
            <a:off x="8354800" y="2148994"/>
            <a:ext cx="3495415" cy="624699"/>
          </a:xfrm>
          <a:prstGeom prst="rect">
            <a:avLst/>
          </a:prstGeom>
          <a:solidFill>
            <a:srgbClr val="29648A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 Bold" pitchFamily="34" charset="0"/>
              <a:ea typeface="Montserrat Bold" pitchFamily="34" charset="-122"/>
              <a:cs typeface="Montserrat Bold" pitchFamily="34" charset="-12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A2AE17-A2A3-1C14-9A89-6AD3B57ADDF4}"/>
              </a:ext>
            </a:extLst>
          </p:cNvPr>
          <p:cNvSpPr txBox="1"/>
          <p:nvPr/>
        </p:nvSpPr>
        <p:spPr>
          <a:xfrm>
            <a:off x="8757578" y="2138178"/>
            <a:ext cx="2689859" cy="646331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Model Overfitting and Underfitting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685491-17F3-4791-54EE-C8FE40B7D2B2}"/>
              </a:ext>
            </a:extLst>
          </p:cNvPr>
          <p:cNvSpPr txBox="1"/>
          <p:nvPr/>
        </p:nvSpPr>
        <p:spPr>
          <a:xfrm>
            <a:off x="8361282" y="2901394"/>
            <a:ext cx="3508116" cy="1477328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Overfitting: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Complex features may cause models to perform well on training data but poorly on new data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6B63F3-A91F-0571-37ED-9F54509D5D76}"/>
              </a:ext>
            </a:extLst>
          </p:cNvPr>
          <p:cNvSpPr txBox="1"/>
          <p:nvPr/>
        </p:nvSpPr>
        <p:spPr>
          <a:xfrm>
            <a:off x="8373982" y="4702279"/>
            <a:ext cx="3495415" cy="1200329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Underfitting: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Poorly engineered features may lead to models that fail to capture patterns</a:t>
            </a:r>
          </a:p>
        </p:txBody>
      </p:sp>
    </p:spTree>
    <p:extLst>
      <p:ext uri="{BB962C8B-B14F-4D97-AF65-F5344CB8AC3E}">
        <p14:creationId xmlns:p14="http://schemas.microsoft.com/office/powerpoint/2010/main" val="42266862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DFBCE2C0-4720-AD69-2C95-6946A65E8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Strategies to Overcome Data Challenges</a:t>
            </a:r>
            <a:endParaRPr lang="en-GB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613FE17-2C95-E9D8-F18F-A2DCD88070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Best Practices for Data Quality, Processing and Feature Engineering</a:t>
            </a:r>
            <a:endParaRPr lang="en-GB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B1A6E87-FEC1-986F-9211-5BF0BBC660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9232832"/>
              </p:ext>
            </p:extLst>
          </p:nvPr>
        </p:nvGraphicFramePr>
        <p:xfrm>
          <a:off x="749998" y="1784744"/>
          <a:ext cx="10622082" cy="42849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72322">
                  <a:extLst>
                    <a:ext uri="{9D8B030D-6E8A-4147-A177-3AD203B41FA5}">
                      <a16:colId xmlns:a16="http://schemas.microsoft.com/office/drawing/2014/main" val="2345923735"/>
                    </a:ext>
                  </a:extLst>
                </a:gridCol>
                <a:gridCol w="2987040">
                  <a:extLst>
                    <a:ext uri="{9D8B030D-6E8A-4147-A177-3AD203B41FA5}">
                      <a16:colId xmlns:a16="http://schemas.microsoft.com/office/drawing/2014/main" val="599174755"/>
                    </a:ext>
                  </a:extLst>
                </a:gridCol>
                <a:gridCol w="5062720">
                  <a:extLst>
                    <a:ext uri="{9D8B030D-6E8A-4147-A177-3AD203B41FA5}">
                      <a16:colId xmlns:a16="http://schemas.microsoft.com/office/drawing/2014/main" val="814935422"/>
                    </a:ext>
                  </a:extLst>
                </a:gridCol>
              </a:tblGrid>
              <a:tr h="85699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b="1" u="none" strike="noStrike" dirty="0">
                          <a:solidFill>
                            <a:srgbClr val="25274D"/>
                          </a:solidFill>
                          <a:effectLst/>
                          <a:latin typeface="+mn-lt"/>
                        </a:rPr>
                        <a:t>Category</a:t>
                      </a:r>
                      <a:endParaRPr lang="en-GB" sz="1800" b="1" i="0" u="none" strike="noStrike" dirty="0">
                        <a:solidFill>
                          <a:srgbClr val="25274D"/>
                        </a:solidFill>
                        <a:effectLst/>
                        <a:latin typeface="+mn-lt"/>
                      </a:endParaRPr>
                    </a:p>
                  </a:txBody>
                  <a:tcPr marL="3567" marR="3567" marT="3567" marB="0" anchor="ctr">
                    <a:lnL w="12700" cap="flat" cmpd="sng" algn="ctr">
                      <a:solidFill>
                        <a:srgbClr val="252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4866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b="1" u="none" strike="noStrike" dirty="0">
                          <a:solidFill>
                            <a:srgbClr val="25274D"/>
                          </a:solidFill>
                          <a:effectLst/>
                          <a:latin typeface="+mn-lt"/>
                        </a:rPr>
                        <a:t>Strategy</a:t>
                      </a:r>
                      <a:endParaRPr lang="en-GB" sz="1800" b="1" i="0" u="none" strike="noStrike" dirty="0">
                        <a:solidFill>
                          <a:srgbClr val="25274D"/>
                        </a:solidFill>
                        <a:effectLst/>
                        <a:latin typeface="+mn-lt"/>
                      </a:endParaRPr>
                    </a:p>
                  </a:txBody>
                  <a:tcPr marL="3567" marR="3567" marT="3567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4866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b="1" u="none" strike="noStrike" dirty="0">
                          <a:solidFill>
                            <a:srgbClr val="25274D"/>
                          </a:solidFill>
                          <a:effectLst/>
                          <a:latin typeface="+mn-lt"/>
                        </a:rPr>
                        <a:t>Description</a:t>
                      </a:r>
                      <a:endParaRPr lang="en-GB" sz="1600" b="1" i="0" u="none" strike="noStrike" dirty="0">
                        <a:solidFill>
                          <a:srgbClr val="25274D"/>
                        </a:solidFill>
                        <a:effectLst/>
                        <a:latin typeface="+mn-lt"/>
                      </a:endParaRPr>
                    </a:p>
                  </a:txBody>
                  <a:tcPr marL="3567" marR="3567" marT="3567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4866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156034"/>
                  </a:ext>
                </a:extLst>
              </a:tr>
              <a:tr h="856996">
                <a:tc rowSpan="2">
                  <a:txBody>
                    <a:bodyPr/>
                    <a:lstStyle/>
                    <a:p>
                      <a:pPr marL="182563" indent="0" algn="l" fontAlgn="ctr"/>
                      <a:r>
                        <a:rPr lang="en-GB" sz="1800" b="0" u="none" strike="noStrike" dirty="0">
                          <a:solidFill>
                            <a:srgbClr val="25274D"/>
                          </a:solidFill>
                          <a:effectLst/>
                          <a:latin typeface="+mn-lt"/>
                        </a:rPr>
                        <a:t>Improve Data Quality</a:t>
                      </a:r>
                      <a:endParaRPr lang="en-GB" sz="1800" b="0" i="0" u="none" strike="noStrike" dirty="0">
                        <a:solidFill>
                          <a:srgbClr val="25274D"/>
                        </a:solidFill>
                        <a:effectLst/>
                        <a:latin typeface="+mn-lt"/>
                      </a:endParaRPr>
                    </a:p>
                  </a:txBody>
                  <a:tcPr marL="3567" marR="3567" marT="35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CC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GB" sz="1800" u="none" strike="noStrike" dirty="0">
                          <a:solidFill>
                            <a:srgbClr val="25274D"/>
                          </a:solidFill>
                          <a:effectLst/>
                          <a:latin typeface="+mn-lt"/>
                        </a:rPr>
                        <a:t>Apply imputation techniques</a:t>
                      </a:r>
                      <a:endParaRPr lang="en-GB" sz="1800" b="1" i="0" u="none" strike="noStrike" dirty="0">
                        <a:solidFill>
                          <a:srgbClr val="25274D"/>
                        </a:solidFill>
                        <a:effectLst/>
                        <a:latin typeface="+mn-lt"/>
                      </a:endParaRPr>
                    </a:p>
                  </a:txBody>
                  <a:tcPr marL="3567" marR="3567" marT="3567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CC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800" u="none" strike="noStrike" dirty="0">
                          <a:solidFill>
                            <a:srgbClr val="25274D"/>
                          </a:solidFill>
                          <a:effectLst/>
                          <a:latin typeface="+mn-lt"/>
                        </a:rPr>
                        <a:t>Fill missing values using advanced methods</a:t>
                      </a:r>
                      <a:endParaRPr lang="en-US" sz="1800" b="0" i="0" u="none" strike="noStrike" dirty="0">
                        <a:solidFill>
                          <a:srgbClr val="25274D"/>
                        </a:solidFill>
                        <a:effectLst/>
                        <a:latin typeface="+mn-lt"/>
                      </a:endParaRPr>
                    </a:p>
                  </a:txBody>
                  <a:tcPr marL="3567" marR="3567" marT="3567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CC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6899222"/>
                  </a:ext>
                </a:extLst>
              </a:tr>
              <a:tr h="856996">
                <a:tc vMerge="1">
                  <a:txBody>
                    <a:bodyPr/>
                    <a:lstStyle/>
                    <a:p>
                      <a:pPr algn="l" fontAlgn="ctr"/>
                      <a:endParaRPr lang="en-GB" sz="1600" b="0" i="0" u="none" strike="noStrike" dirty="0">
                        <a:solidFill>
                          <a:srgbClr val="25274D"/>
                        </a:solidFill>
                        <a:effectLst/>
                        <a:latin typeface="+mn-lt"/>
                      </a:endParaRPr>
                    </a:p>
                  </a:txBody>
                  <a:tcPr marL="3567" marR="3567" marT="35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GB" sz="1800" u="none" strike="noStrike" dirty="0">
                          <a:solidFill>
                            <a:srgbClr val="25274D"/>
                          </a:solidFill>
                          <a:effectLst/>
                          <a:latin typeface="+mn-lt"/>
                        </a:rPr>
                        <a:t>Perform data cleaning</a:t>
                      </a:r>
                      <a:endParaRPr lang="en-GB" sz="1800" b="1" i="0" u="none" strike="noStrike" dirty="0">
                        <a:solidFill>
                          <a:srgbClr val="25274D"/>
                        </a:solidFill>
                        <a:effectLst/>
                        <a:latin typeface="+mn-lt"/>
                      </a:endParaRPr>
                    </a:p>
                  </a:txBody>
                  <a:tcPr marL="3567" marR="3567" marT="3567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CC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800" u="none" strike="noStrike" dirty="0">
                          <a:solidFill>
                            <a:srgbClr val="25274D"/>
                          </a:solidFill>
                          <a:effectLst/>
                          <a:latin typeface="+mn-lt"/>
                        </a:rPr>
                        <a:t>Remove noise and errors for reliable results</a:t>
                      </a:r>
                      <a:endParaRPr lang="en-US" sz="1800" b="0" i="0" u="none" strike="noStrike" dirty="0">
                        <a:solidFill>
                          <a:srgbClr val="25274D"/>
                        </a:solidFill>
                        <a:effectLst/>
                        <a:latin typeface="+mn-lt"/>
                      </a:endParaRPr>
                    </a:p>
                  </a:txBody>
                  <a:tcPr marL="3567" marR="3567" marT="3567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CC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629173"/>
                  </a:ext>
                </a:extLst>
              </a:tr>
              <a:tr h="856996">
                <a:tc rowSpan="2">
                  <a:txBody>
                    <a:bodyPr/>
                    <a:lstStyle/>
                    <a:p>
                      <a:pPr marL="182563" indent="0" algn="l" fontAlgn="ctr"/>
                      <a:r>
                        <a:rPr lang="en-GB" sz="1800" b="0" u="none" strike="noStrike" dirty="0">
                          <a:solidFill>
                            <a:srgbClr val="25274D"/>
                          </a:solidFill>
                          <a:effectLst/>
                          <a:latin typeface="+mn-lt"/>
                        </a:rPr>
                        <a:t>Enhance Processing Efficiency</a:t>
                      </a:r>
                      <a:endParaRPr lang="en-GB" sz="1800" b="0" i="0" u="none" strike="noStrike" dirty="0">
                        <a:solidFill>
                          <a:srgbClr val="25274D"/>
                        </a:solidFill>
                        <a:effectLst/>
                        <a:latin typeface="+mn-lt"/>
                      </a:endParaRPr>
                    </a:p>
                  </a:txBody>
                  <a:tcPr marL="3567" marR="3567" marT="3567" marB="0" anchor="ctr">
                    <a:lnL w="12700" cap="flat" cmpd="sng" algn="ctr">
                      <a:solidFill>
                        <a:srgbClr val="252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CC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GB" sz="1800" u="none" strike="noStrike" dirty="0">
                          <a:solidFill>
                            <a:srgbClr val="25274D"/>
                          </a:solidFill>
                          <a:effectLst/>
                          <a:latin typeface="+mn-lt"/>
                        </a:rPr>
                        <a:t>Use big data technologies</a:t>
                      </a:r>
                      <a:endParaRPr lang="en-GB" sz="1800" b="1" i="0" u="none" strike="noStrike" dirty="0">
                        <a:solidFill>
                          <a:srgbClr val="25274D"/>
                        </a:solidFill>
                        <a:effectLst/>
                        <a:latin typeface="+mn-lt"/>
                      </a:endParaRPr>
                    </a:p>
                  </a:txBody>
                  <a:tcPr marL="3567" marR="3567" marT="3567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CC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800" u="none" strike="noStrike" dirty="0">
                          <a:solidFill>
                            <a:srgbClr val="25274D"/>
                          </a:solidFill>
                          <a:effectLst/>
                          <a:latin typeface="+mn-lt"/>
                        </a:rPr>
                        <a:t>Use tools like Hadoop and Spark for large datasets</a:t>
                      </a:r>
                      <a:endParaRPr lang="en-US" sz="1800" b="0" i="0" u="none" strike="noStrike" dirty="0">
                        <a:solidFill>
                          <a:srgbClr val="25274D"/>
                        </a:solidFill>
                        <a:effectLst/>
                        <a:latin typeface="+mn-lt"/>
                      </a:endParaRPr>
                    </a:p>
                  </a:txBody>
                  <a:tcPr marL="3567" marR="3567" marT="3567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CC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06904"/>
                  </a:ext>
                </a:extLst>
              </a:tr>
              <a:tr h="856996">
                <a:tc vMerge="1">
                  <a:txBody>
                    <a:bodyPr/>
                    <a:lstStyle/>
                    <a:p>
                      <a:pPr algn="l" fontAlgn="ctr"/>
                      <a:endParaRPr lang="en-GB" sz="1600" b="0" i="0" u="none" strike="noStrike" dirty="0">
                        <a:solidFill>
                          <a:srgbClr val="25274D"/>
                        </a:solidFill>
                        <a:effectLst/>
                        <a:latin typeface="+mn-lt"/>
                      </a:endParaRPr>
                    </a:p>
                  </a:txBody>
                  <a:tcPr marL="3567" marR="3567" marT="3567" marB="0" anchor="ctr">
                    <a:lnL w="12700" cap="flat" cmpd="sng" algn="ctr">
                      <a:solidFill>
                        <a:srgbClr val="252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GB" sz="1800" u="none" strike="noStrike" dirty="0">
                          <a:solidFill>
                            <a:srgbClr val="25274D"/>
                          </a:solidFill>
                          <a:effectLst/>
                          <a:latin typeface="+mn-lt"/>
                        </a:rPr>
                        <a:t>Apply dimensionality reduction</a:t>
                      </a:r>
                      <a:endParaRPr lang="en-GB" sz="1800" b="1" i="0" u="none" strike="noStrike" dirty="0">
                        <a:solidFill>
                          <a:srgbClr val="25274D"/>
                        </a:solidFill>
                        <a:effectLst/>
                        <a:latin typeface="+mn-lt"/>
                      </a:endParaRPr>
                    </a:p>
                  </a:txBody>
                  <a:tcPr marL="3567" marR="3567" marT="3567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CC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800" u="none" strike="noStrike" dirty="0">
                          <a:solidFill>
                            <a:srgbClr val="25274D"/>
                          </a:solidFill>
                          <a:effectLst/>
                          <a:latin typeface="+mn-lt"/>
                        </a:rPr>
                        <a:t>Apply PCA, t-SNE or LDA for high-dimensional data</a:t>
                      </a:r>
                      <a:endParaRPr lang="en-US" sz="1800" b="0" i="0" u="none" strike="noStrike" dirty="0">
                        <a:solidFill>
                          <a:srgbClr val="25274D"/>
                        </a:solidFill>
                        <a:effectLst/>
                        <a:latin typeface="+mn-lt"/>
                      </a:endParaRPr>
                    </a:p>
                  </a:txBody>
                  <a:tcPr marL="3567" marR="3567" marT="3567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CC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6106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14749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2B416-739D-2450-3689-04B08FA31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D0C01CCF-B318-BDEF-BF32-D63853596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Strategies to Overcome Data Challenges</a:t>
            </a:r>
            <a:endParaRPr lang="en-GB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7087AF4-2179-2708-E175-4B7C6B2D15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Best Practices for Data Quality, Processing and Feature Engineering</a:t>
            </a:r>
            <a:endParaRPr lang="en-GB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981F0C1-580D-5BC5-70E9-9687527EC5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2410039"/>
              </p:ext>
            </p:extLst>
          </p:nvPr>
        </p:nvGraphicFramePr>
        <p:xfrm>
          <a:off x="749998" y="1784744"/>
          <a:ext cx="10622082" cy="42849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72322">
                  <a:extLst>
                    <a:ext uri="{9D8B030D-6E8A-4147-A177-3AD203B41FA5}">
                      <a16:colId xmlns:a16="http://schemas.microsoft.com/office/drawing/2014/main" val="2345923735"/>
                    </a:ext>
                  </a:extLst>
                </a:gridCol>
                <a:gridCol w="2987040">
                  <a:extLst>
                    <a:ext uri="{9D8B030D-6E8A-4147-A177-3AD203B41FA5}">
                      <a16:colId xmlns:a16="http://schemas.microsoft.com/office/drawing/2014/main" val="599174755"/>
                    </a:ext>
                  </a:extLst>
                </a:gridCol>
                <a:gridCol w="5062720">
                  <a:extLst>
                    <a:ext uri="{9D8B030D-6E8A-4147-A177-3AD203B41FA5}">
                      <a16:colId xmlns:a16="http://schemas.microsoft.com/office/drawing/2014/main" val="814935422"/>
                    </a:ext>
                  </a:extLst>
                </a:gridCol>
              </a:tblGrid>
              <a:tr h="85699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b="1" u="none" strike="noStrike" dirty="0">
                          <a:solidFill>
                            <a:srgbClr val="25274D"/>
                          </a:solidFill>
                          <a:effectLst/>
                          <a:latin typeface="+mn-lt"/>
                        </a:rPr>
                        <a:t>Category</a:t>
                      </a:r>
                      <a:endParaRPr lang="en-GB" sz="1800" b="1" i="0" u="none" strike="noStrike" dirty="0">
                        <a:solidFill>
                          <a:srgbClr val="25274D"/>
                        </a:solidFill>
                        <a:effectLst/>
                        <a:latin typeface="+mn-lt"/>
                      </a:endParaRPr>
                    </a:p>
                  </a:txBody>
                  <a:tcPr marL="3567" marR="3567" marT="3567" marB="0" anchor="ctr">
                    <a:lnL w="12700" cap="flat" cmpd="sng" algn="ctr">
                      <a:solidFill>
                        <a:srgbClr val="252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CC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b="1" u="none" strike="noStrike" dirty="0">
                          <a:solidFill>
                            <a:srgbClr val="25274D"/>
                          </a:solidFill>
                          <a:effectLst/>
                          <a:latin typeface="+mn-lt"/>
                        </a:rPr>
                        <a:t>Strategy</a:t>
                      </a:r>
                      <a:endParaRPr lang="en-GB" sz="1800" b="1" i="0" u="none" strike="noStrike" dirty="0">
                        <a:solidFill>
                          <a:srgbClr val="25274D"/>
                        </a:solidFill>
                        <a:effectLst/>
                        <a:latin typeface="+mn-lt"/>
                      </a:endParaRPr>
                    </a:p>
                  </a:txBody>
                  <a:tcPr marL="3567" marR="3567" marT="3567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CCA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b="1" u="none" strike="noStrike" dirty="0">
                          <a:solidFill>
                            <a:srgbClr val="25274D"/>
                          </a:solidFill>
                          <a:effectLst/>
                          <a:latin typeface="+mn-lt"/>
                        </a:rPr>
                        <a:t>Description</a:t>
                      </a:r>
                      <a:endParaRPr lang="en-GB" sz="1600" b="1" i="0" u="none" strike="noStrike" dirty="0">
                        <a:solidFill>
                          <a:srgbClr val="25274D"/>
                        </a:solidFill>
                        <a:effectLst/>
                        <a:latin typeface="+mn-lt"/>
                      </a:endParaRPr>
                    </a:p>
                  </a:txBody>
                  <a:tcPr marL="3567" marR="3567" marT="3567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CCA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156034"/>
                  </a:ext>
                </a:extLst>
              </a:tr>
              <a:tr h="856996">
                <a:tc rowSpan="2">
                  <a:txBody>
                    <a:bodyPr/>
                    <a:lstStyle/>
                    <a:p>
                      <a:pPr marL="182563" indent="0" algn="l" fontAlgn="ctr"/>
                      <a:r>
                        <a:rPr lang="en-GB" sz="1800" b="0" u="none" strike="noStrike" dirty="0">
                          <a:solidFill>
                            <a:srgbClr val="25274D"/>
                          </a:solidFill>
                          <a:effectLst/>
                          <a:latin typeface="+mn-lt"/>
                        </a:rPr>
                        <a:t>Optimise feature engineering</a:t>
                      </a:r>
                      <a:endParaRPr lang="en-GB" sz="1800" b="0" i="0" u="none" strike="noStrike" dirty="0">
                        <a:solidFill>
                          <a:srgbClr val="25274D"/>
                        </a:solidFill>
                        <a:effectLst/>
                        <a:latin typeface="+mn-lt"/>
                      </a:endParaRPr>
                    </a:p>
                  </a:txBody>
                  <a:tcPr marL="3567" marR="3567" marT="35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4866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GB" sz="1800" u="none" strike="noStrike" dirty="0">
                          <a:solidFill>
                            <a:srgbClr val="25274D"/>
                          </a:solidFill>
                          <a:effectLst/>
                          <a:latin typeface="+mn-lt"/>
                        </a:rPr>
                        <a:t>Perform feature selection</a:t>
                      </a:r>
                      <a:endParaRPr lang="en-GB" sz="1800" b="1" i="0" u="none" strike="noStrike" dirty="0">
                        <a:solidFill>
                          <a:srgbClr val="25274D"/>
                        </a:solidFill>
                        <a:effectLst/>
                        <a:latin typeface="+mn-lt"/>
                      </a:endParaRPr>
                    </a:p>
                  </a:txBody>
                  <a:tcPr marL="3567" marR="3567" marT="3567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4866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800" u="none" strike="noStrike" dirty="0">
                          <a:solidFill>
                            <a:srgbClr val="25274D"/>
                          </a:solidFill>
                          <a:effectLst/>
                          <a:latin typeface="+mn-lt"/>
                        </a:rPr>
                        <a:t>Use filter, wrapper and embedded methods</a:t>
                      </a:r>
                      <a:endParaRPr lang="en-US" sz="1800" b="0" i="0" u="none" strike="noStrike" dirty="0">
                        <a:solidFill>
                          <a:srgbClr val="25274D"/>
                        </a:solidFill>
                        <a:effectLst/>
                        <a:latin typeface="+mn-lt"/>
                      </a:endParaRPr>
                    </a:p>
                  </a:txBody>
                  <a:tcPr marL="3567" marR="3567" marT="3567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4866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6899222"/>
                  </a:ext>
                </a:extLst>
              </a:tr>
              <a:tr h="856996">
                <a:tc vMerge="1">
                  <a:txBody>
                    <a:bodyPr/>
                    <a:lstStyle/>
                    <a:p>
                      <a:pPr algn="l" fontAlgn="ctr"/>
                      <a:endParaRPr lang="en-GB" sz="1600" b="0" i="0" u="none" strike="noStrike" dirty="0">
                        <a:solidFill>
                          <a:srgbClr val="25274D"/>
                        </a:solidFill>
                        <a:effectLst/>
                        <a:latin typeface="+mn-lt"/>
                      </a:endParaRPr>
                    </a:p>
                  </a:txBody>
                  <a:tcPr marL="3567" marR="3567" marT="356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GB" sz="1800" u="none" strike="noStrike" dirty="0">
                          <a:solidFill>
                            <a:srgbClr val="25274D"/>
                          </a:solidFill>
                          <a:effectLst/>
                          <a:latin typeface="+mn-lt"/>
                        </a:rPr>
                        <a:t>Use automated tools</a:t>
                      </a:r>
                      <a:endParaRPr lang="en-GB" sz="1800" b="1" i="0" u="none" strike="noStrike" dirty="0">
                        <a:solidFill>
                          <a:srgbClr val="25274D"/>
                        </a:solidFill>
                        <a:effectLst/>
                        <a:latin typeface="+mn-lt"/>
                      </a:endParaRPr>
                    </a:p>
                  </a:txBody>
                  <a:tcPr marL="3567" marR="3567" marT="3567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4866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800" u="none" strike="noStrike" dirty="0">
                          <a:solidFill>
                            <a:srgbClr val="25274D"/>
                          </a:solidFill>
                          <a:effectLst/>
                          <a:latin typeface="+mn-lt"/>
                        </a:rPr>
                        <a:t>Leverage AI-driven feature engineering frameworks</a:t>
                      </a:r>
                      <a:endParaRPr lang="en-US" sz="1800" b="0" i="0" u="none" strike="noStrike" dirty="0">
                        <a:solidFill>
                          <a:srgbClr val="25274D"/>
                        </a:solidFill>
                        <a:effectLst/>
                        <a:latin typeface="+mn-lt"/>
                      </a:endParaRPr>
                    </a:p>
                  </a:txBody>
                  <a:tcPr marL="3567" marR="3567" marT="3567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4866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629173"/>
                  </a:ext>
                </a:extLst>
              </a:tr>
              <a:tr h="856996">
                <a:tc rowSpan="2">
                  <a:txBody>
                    <a:bodyPr/>
                    <a:lstStyle/>
                    <a:p>
                      <a:pPr marL="182563" indent="0" algn="l" fontAlgn="ctr"/>
                      <a:r>
                        <a:rPr lang="en-GB" sz="1800" b="0" u="none" strike="noStrike" dirty="0">
                          <a:solidFill>
                            <a:srgbClr val="25274D"/>
                          </a:solidFill>
                          <a:effectLst/>
                          <a:latin typeface="+mn-lt"/>
                        </a:rPr>
                        <a:t>Handle diverse data</a:t>
                      </a:r>
                      <a:endParaRPr lang="en-GB" sz="1800" b="0" i="0" u="none" strike="noStrike" dirty="0">
                        <a:solidFill>
                          <a:srgbClr val="25274D"/>
                        </a:solidFill>
                        <a:effectLst/>
                        <a:latin typeface="+mn-lt"/>
                      </a:endParaRPr>
                    </a:p>
                  </a:txBody>
                  <a:tcPr marL="3567" marR="3567" marT="3567" marB="0" anchor="ctr">
                    <a:lnL w="12700" cap="flat" cmpd="sng" algn="ctr">
                      <a:solidFill>
                        <a:srgbClr val="252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4866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GB" sz="1800" u="none" strike="noStrike" dirty="0">
                          <a:solidFill>
                            <a:srgbClr val="25274D"/>
                          </a:solidFill>
                          <a:effectLst/>
                          <a:latin typeface="+mn-lt"/>
                        </a:rPr>
                        <a:t>Unify data handling</a:t>
                      </a:r>
                      <a:endParaRPr lang="en-GB" sz="1800" b="1" i="0" u="none" strike="noStrike" dirty="0">
                        <a:solidFill>
                          <a:srgbClr val="25274D"/>
                        </a:solidFill>
                        <a:effectLst/>
                        <a:latin typeface="+mn-lt"/>
                      </a:endParaRPr>
                    </a:p>
                  </a:txBody>
                  <a:tcPr marL="3567" marR="3567" marT="3567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4866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800" u="none" strike="noStrike" dirty="0">
                          <a:solidFill>
                            <a:srgbClr val="25274D"/>
                          </a:solidFill>
                          <a:effectLst/>
                          <a:latin typeface="+mn-lt"/>
                        </a:rPr>
                        <a:t>Integrate and process different data types seamlessly</a:t>
                      </a:r>
                      <a:endParaRPr lang="en-US" sz="1800" b="0" i="0" u="none" strike="noStrike" dirty="0">
                        <a:solidFill>
                          <a:srgbClr val="25274D"/>
                        </a:solidFill>
                        <a:effectLst/>
                        <a:latin typeface="+mn-lt"/>
                      </a:endParaRPr>
                    </a:p>
                  </a:txBody>
                  <a:tcPr marL="3567" marR="3567" marT="3567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4866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06904"/>
                  </a:ext>
                </a:extLst>
              </a:tr>
              <a:tr h="856996">
                <a:tc vMerge="1">
                  <a:txBody>
                    <a:bodyPr/>
                    <a:lstStyle/>
                    <a:p>
                      <a:pPr algn="l" fontAlgn="ctr"/>
                      <a:endParaRPr lang="en-GB" sz="1600" b="0" i="0" u="none" strike="noStrike" dirty="0">
                        <a:solidFill>
                          <a:srgbClr val="25274D"/>
                        </a:solidFill>
                        <a:effectLst/>
                        <a:latin typeface="+mn-lt"/>
                      </a:endParaRPr>
                    </a:p>
                  </a:txBody>
                  <a:tcPr marL="3567" marR="3567" marT="3567" marB="0" anchor="ctr">
                    <a:lnL w="12700" cap="flat" cmpd="sng" algn="ctr">
                      <a:solidFill>
                        <a:srgbClr val="252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2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GB" sz="1800" u="none" strike="noStrike" dirty="0">
                          <a:solidFill>
                            <a:srgbClr val="25274D"/>
                          </a:solidFill>
                          <a:effectLst/>
                          <a:latin typeface="+mn-lt"/>
                        </a:rPr>
                        <a:t>Apply proper encoding</a:t>
                      </a:r>
                      <a:endParaRPr lang="en-GB" sz="1800" b="1" i="0" u="none" strike="noStrike" dirty="0">
                        <a:solidFill>
                          <a:srgbClr val="25274D"/>
                        </a:solidFill>
                        <a:effectLst/>
                        <a:latin typeface="+mn-lt"/>
                      </a:endParaRPr>
                    </a:p>
                  </a:txBody>
                  <a:tcPr marL="3567" marR="3567" marT="3567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4866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2563" indent="0" algn="l" fontAlgn="ctr"/>
                      <a:r>
                        <a:rPr lang="en-US" sz="1800" u="none" strike="noStrike" dirty="0">
                          <a:solidFill>
                            <a:srgbClr val="25274D"/>
                          </a:solidFill>
                          <a:effectLst/>
                          <a:latin typeface="+mn-lt"/>
                        </a:rPr>
                        <a:t>Apply standard encoding and </a:t>
                      </a:r>
                      <a:r>
                        <a:rPr lang="en-US" sz="1800" u="none" strike="noStrike" dirty="0" err="1">
                          <a:solidFill>
                            <a:srgbClr val="25274D"/>
                          </a:solidFill>
                          <a:effectLst/>
                          <a:latin typeface="+mn-lt"/>
                        </a:rPr>
                        <a:t>normalisation</a:t>
                      </a:r>
                      <a:r>
                        <a:rPr lang="en-US" sz="1800" u="none" strike="noStrike" dirty="0">
                          <a:solidFill>
                            <a:srgbClr val="25274D"/>
                          </a:solidFill>
                          <a:effectLst/>
                          <a:latin typeface="+mn-lt"/>
                        </a:rPr>
                        <a:t> for accuracy</a:t>
                      </a:r>
                      <a:endParaRPr lang="en-US" sz="1800" b="0" i="0" u="none" strike="noStrike" dirty="0">
                        <a:solidFill>
                          <a:srgbClr val="25274D"/>
                        </a:solidFill>
                        <a:effectLst/>
                        <a:latin typeface="+mn-lt"/>
                      </a:endParaRPr>
                    </a:p>
                  </a:txBody>
                  <a:tcPr marL="3567" marR="3567" marT="3567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52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4866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6106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94367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C311D11-BD4B-EC4B-89E3-512DE5FFA53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311894" y="1979019"/>
            <a:ext cx="4590000" cy="1275120"/>
          </a:xfrm>
          <a:solidFill>
            <a:srgbClr val="2E9CCA">
              <a:alpha val="40000"/>
            </a:srgbClr>
          </a:solidFill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b="1" dirty="0">
                <a:solidFill>
                  <a:srgbClr val="25274D"/>
                </a:solidFill>
              </a:rPr>
              <a:t>Data Quality First: </a:t>
            </a:r>
            <a:r>
              <a:rPr lang="en-US" dirty="0">
                <a:solidFill>
                  <a:srgbClr val="25274D"/>
                </a:solidFill>
              </a:rPr>
              <a:t>Assess and clean your data before modelling; garbage in = garbage out</a:t>
            </a:r>
            <a:endParaRPr lang="en-GB" dirty="0">
              <a:solidFill>
                <a:srgbClr val="25274D"/>
              </a:solidFill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067D37D-470E-ACC8-EA9B-19E9E562D21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311894" y="3551691"/>
            <a:ext cx="4590000" cy="1275524"/>
          </a:xfrm>
          <a:solidFill>
            <a:srgbClr val="464866">
              <a:alpha val="30196"/>
            </a:srgbClr>
          </a:solidFill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b="1" dirty="0">
                <a:solidFill>
                  <a:srgbClr val="25274D"/>
                </a:solidFill>
              </a:rPr>
              <a:t>EDA is Not Optional: </a:t>
            </a:r>
            <a:r>
              <a:rPr lang="en-US" dirty="0">
                <a:solidFill>
                  <a:srgbClr val="25274D"/>
                </a:solidFill>
              </a:rPr>
              <a:t>Understand your data through exploration to reveal patterns that inform feature engineering</a:t>
            </a:r>
            <a:endParaRPr lang="en-GB" dirty="0">
              <a:solidFill>
                <a:srgbClr val="25274D"/>
              </a:solidFill>
            </a:endParaRPr>
          </a:p>
        </p:txBody>
      </p:sp>
      <p:pic>
        <p:nvPicPr>
          <p:cNvPr id="29" name="Picture Placeholder 28">
            <a:extLst>
              <a:ext uri="{FF2B5EF4-FFF2-40B4-BE49-F238E27FC236}">
                <a16:creationId xmlns:a16="http://schemas.microsoft.com/office/drawing/2014/main" id="{A0568DE8-3B74-1C15-8FAC-88E057A61AC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-40548" t="-29954" r="-42588" b="-29788"/>
          <a:stretch>
            <a:fillRect/>
          </a:stretch>
        </p:blipFill>
        <p:spPr>
          <a:xfrm>
            <a:off x="352425" y="2255838"/>
            <a:ext cx="720725" cy="720725"/>
          </a:xfrm>
          <a:prstGeom prst="ellipse">
            <a:avLst/>
          </a:prstGeom>
          <a:solidFill>
            <a:srgbClr val="25274D">
              <a:alpha val="50196"/>
            </a:srgbClr>
          </a:solidFill>
        </p:spPr>
      </p:pic>
      <p:pic>
        <p:nvPicPr>
          <p:cNvPr id="31" name="Picture Placeholder 30">
            <a:extLst>
              <a:ext uri="{FF2B5EF4-FFF2-40B4-BE49-F238E27FC236}">
                <a16:creationId xmlns:a16="http://schemas.microsoft.com/office/drawing/2014/main" id="{3F802302-DBAC-AC76-4563-BAAC0B863207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>
          <a:blip r:embed="rId5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-25347" t="-24919" r="-25347" b="-25772"/>
          <a:stretch>
            <a:fillRect/>
          </a:stretch>
        </p:blipFill>
        <p:spPr>
          <a:xfrm>
            <a:off x="352425" y="3829050"/>
            <a:ext cx="720725" cy="720725"/>
          </a:xfrm>
          <a:prstGeom prst="ellipse">
            <a:avLst/>
          </a:prstGeom>
          <a:solidFill>
            <a:srgbClr val="25274D">
              <a:alpha val="50196"/>
            </a:srgbClr>
          </a:solidFill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109798A-C6BD-F182-8FDE-A7EA80AA1528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311894" y="5137587"/>
            <a:ext cx="4590000" cy="1275120"/>
          </a:xfrm>
          <a:solidFill>
            <a:srgbClr val="2E9CCA">
              <a:alpha val="40000"/>
            </a:srgbClr>
          </a:solidFill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b="1" dirty="0">
                <a:solidFill>
                  <a:srgbClr val="25274D"/>
                </a:solidFill>
              </a:rPr>
              <a:t>Visualise to Communicate: </a:t>
            </a:r>
            <a:r>
              <a:rPr lang="en-US" dirty="0">
                <a:solidFill>
                  <a:srgbClr val="25274D"/>
                </a:solidFill>
              </a:rPr>
              <a:t>Use charts to turn numbers into stories; choose the right plot for your question</a:t>
            </a:r>
            <a:endParaRPr lang="en-GB" dirty="0">
              <a:solidFill>
                <a:srgbClr val="25274D"/>
              </a:solidFill>
            </a:endParaRPr>
          </a:p>
        </p:txBody>
      </p:sp>
      <p:pic>
        <p:nvPicPr>
          <p:cNvPr id="35" name="Picture Placeholder 34">
            <a:extLst>
              <a:ext uri="{FF2B5EF4-FFF2-40B4-BE49-F238E27FC236}">
                <a16:creationId xmlns:a16="http://schemas.microsoft.com/office/drawing/2014/main" id="{086F7DB9-F830-8201-0249-08F27A88913F}"/>
              </a:ext>
            </a:extLst>
          </p:cNvPr>
          <p:cNvPicPr>
            <a:picLocks noGrp="1" noChangeAspect="1"/>
          </p:cNvPicPr>
          <p:nvPr>
            <p:ph type="pic" sz="quarter" idx="42"/>
          </p:nvPr>
        </p:nvPicPr>
        <p:blipFill>
          <a:blip r:embed="rId7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-43046" t="-42607" r="-43046" b="-43485"/>
          <a:stretch>
            <a:fillRect/>
          </a:stretch>
        </p:blipFill>
        <p:spPr>
          <a:xfrm>
            <a:off x="352425" y="5414963"/>
            <a:ext cx="720725" cy="720725"/>
          </a:xfrm>
          <a:prstGeom prst="ellipse">
            <a:avLst/>
          </a:prstGeom>
          <a:solidFill>
            <a:srgbClr val="25274D">
              <a:alpha val="50196"/>
            </a:srgbClr>
          </a:solidFill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4CA23B0-BE39-2318-D647-63B78D59B7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266938" y="1979019"/>
            <a:ext cx="4590099" cy="1275120"/>
          </a:xfrm>
          <a:solidFill>
            <a:srgbClr val="2E9CCA">
              <a:alpha val="40000"/>
            </a:srgbClr>
          </a:solidFill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b="1" dirty="0">
                <a:solidFill>
                  <a:srgbClr val="25274D"/>
                </a:solidFill>
              </a:rPr>
              <a:t>Feature Engineering Matters: </a:t>
            </a:r>
            <a:r>
              <a:rPr lang="en-US" dirty="0">
                <a:solidFill>
                  <a:srgbClr val="25274D"/>
                </a:solidFill>
              </a:rPr>
              <a:t>Scaling, encoding and creating features can dramatically improve model performance</a:t>
            </a:r>
            <a:endParaRPr lang="en-GB" dirty="0">
              <a:solidFill>
                <a:srgbClr val="25274D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110324DA-94E1-8661-63B9-9B64DAF8A09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266938" y="3549814"/>
            <a:ext cx="4590099" cy="1275120"/>
          </a:xfrm>
          <a:solidFill>
            <a:srgbClr val="464866">
              <a:alpha val="30196"/>
            </a:srgbClr>
          </a:solidFill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b="1" dirty="0">
                <a:solidFill>
                  <a:srgbClr val="25274D"/>
                </a:solidFill>
              </a:rPr>
              <a:t>Prevent Data Leakage: </a:t>
            </a:r>
            <a:r>
              <a:rPr lang="en-US" dirty="0">
                <a:solidFill>
                  <a:srgbClr val="25274D"/>
                </a:solidFill>
              </a:rPr>
              <a:t>Split before transforming; fit on training data and transform on both</a:t>
            </a:r>
            <a:endParaRPr lang="en-GB" dirty="0">
              <a:solidFill>
                <a:srgbClr val="25274D"/>
              </a:solidFill>
            </a:endParaRPr>
          </a:p>
        </p:txBody>
      </p:sp>
      <p:pic>
        <p:nvPicPr>
          <p:cNvPr id="37" name="Picture Placeholder 36">
            <a:extLst>
              <a:ext uri="{FF2B5EF4-FFF2-40B4-BE49-F238E27FC236}">
                <a16:creationId xmlns:a16="http://schemas.microsoft.com/office/drawing/2014/main" id="{A334CBE7-A275-1C57-5D2A-2AB9D6383F2A}"/>
              </a:ext>
            </a:extLst>
          </p:cNvPr>
          <p:cNvPicPr>
            <a:picLocks noGrp="1" noChangeAspect="1"/>
          </p:cNvPicPr>
          <p:nvPr>
            <p:ph type="pic" sz="quarter" idx="45"/>
          </p:nvPr>
        </p:nvPicPr>
        <p:blipFill>
          <a:blip r:embed="rId9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-25114" t="-25290" r="-25135" b="-25290"/>
          <a:stretch>
            <a:fillRect/>
          </a:stretch>
        </p:blipFill>
        <p:spPr>
          <a:xfrm>
            <a:off x="6308725" y="2255838"/>
            <a:ext cx="719138" cy="720725"/>
          </a:xfrm>
          <a:prstGeom prst="ellipse">
            <a:avLst/>
          </a:prstGeom>
          <a:solidFill>
            <a:srgbClr val="25274D">
              <a:alpha val="50196"/>
            </a:srgbClr>
          </a:solidFill>
        </p:spPr>
      </p:pic>
      <p:pic>
        <p:nvPicPr>
          <p:cNvPr id="39" name="Picture Placeholder 38">
            <a:extLst>
              <a:ext uri="{FF2B5EF4-FFF2-40B4-BE49-F238E27FC236}">
                <a16:creationId xmlns:a16="http://schemas.microsoft.com/office/drawing/2014/main" id="{632E6087-A5E5-B336-5600-1CE86FBCF342}"/>
              </a:ext>
            </a:extLst>
          </p:cNvPr>
          <p:cNvPicPr>
            <a:picLocks noGrp="1" noChangeAspect="1"/>
          </p:cNvPicPr>
          <p:nvPr>
            <p:ph type="pic" sz="quarter" idx="46"/>
          </p:nvPr>
        </p:nvPicPr>
        <p:blipFill>
          <a:blip r:embed="rId11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-35460" t="-35554" r="-35483" b="-35390"/>
          <a:stretch>
            <a:fillRect/>
          </a:stretch>
        </p:blipFill>
        <p:spPr>
          <a:xfrm>
            <a:off x="6308725" y="3827463"/>
            <a:ext cx="719138" cy="719137"/>
          </a:xfrm>
          <a:prstGeom prst="ellipse">
            <a:avLst/>
          </a:prstGeom>
          <a:solidFill>
            <a:srgbClr val="25274D">
              <a:alpha val="50196"/>
            </a:srgbClr>
          </a:solidFill>
        </p:spPr>
      </p:pic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28D3727-5ECD-6252-84BA-16BAC2481B9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266938" y="5136062"/>
            <a:ext cx="4590099" cy="1275120"/>
          </a:xfrm>
          <a:solidFill>
            <a:srgbClr val="2E9CCA">
              <a:alpha val="40000"/>
            </a:srgbClr>
          </a:solidFill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b="1" dirty="0">
                <a:solidFill>
                  <a:srgbClr val="25274D"/>
                </a:solidFill>
              </a:rPr>
              <a:t>Practice Makes Perfect: </a:t>
            </a:r>
            <a:r>
              <a:rPr lang="en-US" dirty="0">
                <a:solidFill>
                  <a:srgbClr val="25274D"/>
                </a:solidFill>
              </a:rPr>
              <a:t>Apply this workflow to different datasets; each one teaches something new</a:t>
            </a:r>
            <a:endParaRPr lang="en-GB" dirty="0">
              <a:solidFill>
                <a:srgbClr val="25274D"/>
              </a:solidFill>
            </a:endParaRPr>
          </a:p>
        </p:txBody>
      </p:sp>
      <p:pic>
        <p:nvPicPr>
          <p:cNvPr id="41" name="Picture Placeholder 40">
            <a:extLst>
              <a:ext uri="{FF2B5EF4-FFF2-40B4-BE49-F238E27FC236}">
                <a16:creationId xmlns:a16="http://schemas.microsoft.com/office/drawing/2014/main" id="{60331385-C969-CD11-ACB3-D52B67822C1B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1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-29862" t="-30013" r="-29862" b="-30064"/>
          <a:stretch>
            <a:fillRect/>
          </a:stretch>
        </p:blipFill>
        <p:spPr>
          <a:xfrm>
            <a:off x="6308725" y="5413375"/>
            <a:ext cx="719138" cy="720725"/>
          </a:xfrm>
          <a:prstGeom prst="ellipse">
            <a:avLst/>
          </a:prstGeom>
          <a:solidFill>
            <a:srgbClr val="25274D">
              <a:alpha val="50196"/>
            </a:srgbClr>
          </a:solidFill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32A9D60B-882E-7667-FF21-DB3B4CCFB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Takeaways</a:t>
            </a:r>
            <a:br>
              <a:rPr lang="en-GB" dirty="0"/>
            </a:br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4008FF7-362E-1A2A-352E-788C9BA850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Remember These for Your ML Journey</a:t>
            </a:r>
          </a:p>
        </p:txBody>
      </p:sp>
    </p:spTree>
    <p:extLst>
      <p:ext uri="{BB962C8B-B14F-4D97-AF65-F5344CB8AC3E}">
        <p14:creationId xmlns:p14="http://schemas.microsoft.com/office/powerpoint/2010/main" val="41565222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0F29C-ED64-691D-3484-3C4007C3C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6092752-6776-FA40-50DC-26E891635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What's Next?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AC0F049-4B56-4B5B-7C7F-6F26C2594FC2}"/>
              </a:ext>
            </a:extLst>
          </p:cNvPr>
          <p:cNvGrpSpPr/>
          <p:nvPr/>
        </p:nvGrpSpPr>
        <p:grpSpPr>
          <a:xfrm>
            <a:off x="1257932" y="1735674"/>
            <a:ext cx="3675170" cy="467448"/>
            <a:chOff x="6092214" y="1890534"/>
            <a:chExt cx="3675170" cy="467448"/>
          </a:xfrm>
        </p:grpSpPr>
        <p:sp>
          <p:nvSpPr>
            <p:cNvPr id="61" name="Text Placeholder 17">
              <a:extLst>
                <a:ext uri="{FF2B5EF4-FFF2-40B4-BE49-F238E27FC236}">
                  <a16:creationId xmlns:a16="http://schemas.microsoft.com/office/drawing/2014/main" id="{FC8343FC-A57E-0795-C1D7-E53C470907DB}"/>
                </a:ext>
              </a:extLst>
            </p:cNvPr>
            <p:cNvSpPr txBox="1">
              <a:spLocks/>
            </p:cNvSpPr>
            <p:nvPr/>
          </p:nvSpPr>
          <p:spPr>
            <a:xfrm>
              <a:off x="6092214" y="1890534"/>
              <a:ext cx="3675170" cy="467448"/>
            </a:xfrm>
            <a:prstGeom prst="roundRect">
              <a:avLst>
                <a:gd name="adj" fmla="val 23351"/>
              </a:avLst>
            </a:prstGeom>
            <a:solidFill>
              <a:srgbClr val="2E9CCA">
                <a:alpha val="40000"/>
              </a:srgbClr>
            </a:solidFill>
          </p:spPr>
          <p:txBody>
            <a:bodyPr/>
            <a:lstStyle>
              <a:lvl1pPr marL="228611" indent="-228611" algn="l" defTabSz="914446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34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57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80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503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726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949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171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394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46" rtl="0" eaLnBrk="1" fontAlgn="auto" latinLnBrk="0" hangingPunct="1">
                <a:lnSpc>
                  <a:spcPts val="33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ECBAD8C-6155-BC9D-7F15-9D8B655EBD12}"/>
                </a:ext>
              </a:extLst>
            </p:cNvPr>
            <p:cNvSpPr txBox="1"/>
            <p:nvPr/>
          </p:nvSpPr>
          <p:spPr>
            <a:xfrm>
              <a:off x="6092214" y="1932900"/>
              <a:ext cx="367517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Coming Up in This Course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DF54DBE-79B6-8AA0-99B3-CB29DFDD3354}"/>
              </a:ext>
            </a:extLst>
          </p:cNvPr>
          <p:cNvGrpSpPr/>
          <p:nvPr/>
        </p:nvGrpSpPr>
        <p:grpSpPr>
          <a:xfrm>
            <a:off x="346045" y="2349359"/>
            <a:ext cx="5498944" cy="1125505"/>
            <a:chOff x="346045" y="2341596"/>
            <a:chExt cx="5498944" cy="1125505"/>
          </a:xfrm>
        </p:grpSpPr>
        <p:sp>
          <p:nvSpPr>
            <p:cNvPr id="23" name="Text Placeholder 14">
              <a:extLst>
                <a:ext uri="{FF2B5EF4-FFF2-40B4-BE49-F238E27FC236}">
                  <a16:creationId xmlns:a16="http://schemas.microsoft.com/office/drawing/2014/main" id="{A06ED251-21FB-C59F-1AA8-D4A05F174839}"/>
                </a:ext>
              </a:extLst>
            </p:cNvPr>
            <p:cNvSpPr txBox="1">
              <a:spLocks/>
            </p:cNvSpPr>
            <p:nvPr/>
          </p:nvSpPr>
          <p:spPr>
            <a:xfrm>
              <a:off x="346045" y="2341599"/>
              <a:ext cx="5498944" cy="1125502"/>
            </a:xfrm>
            <a:prstGeom prst="roundRect">
              <a:avLst>
                <a:gd name="adj" fmla="val 6409"/>
              </a:avLst>
            </a:prstGeom>
            <a:solidFill>
              <a:srgbClr val="464866">
                <a:alpha val="20000"/>
              </a:srgbClr>
            </a:solidFill>
          </p:spPr>
          <p:txBody>
            <a:bodyPr anchor="ctr"/>
            <a:lstStyle>
              <a:lvl1pPr marL="228611" indent="-228611" algn="l" defTabSz="914446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34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57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80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503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726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949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171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394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8890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Martel Sans" pitchFamily="34" charset="-122"/>
                <a:cs typeface="Martel Sans" pitchFamily="34" charset="-120"/>
              </a:endParaRPr>
            </a:p>
            <a:p>
              <a:pPr marL="0" marR="0" lvl="1" indent="0" algn="l" defTabSz="8890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/>
                <a:ea typeface="Martel Sans" pitchFamily="34" charset="-122"/>
                <a:cs typeface="Martel Sans" pitchFamily="34" charset="-120"/>
              </a:endParaRPr>
            </a:p>
            <a:p>
              <a:pPr marL="0" marR="0" lvl="1" indent="0" algn="l" defTabSz="8890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Martel Sans" pitchFamily="34" charset="-122"/>
                  <a:cs typeface="Martel Sans" pitchFamily="34" charset="-120"/>
                </a:rPr>
                <a:t>Explore classification and regression algorithms</a:t>
              </a:r>
            </a:p>
          </p:txBody>
        </p:sp>
        <p:sp>
          <p:nvSpPr>
            <p:cNvPr id="24" name="Text Placeholder 16">
              <a:extLst>
                <a:ext uri="{FF2B5EF4-FFF2-40B4-BE49-F238E27FC236}">
                  <a16:creationId xmlns:a16="http://schemas.microsoft.com/office/drawing/2014/main" id="{0CF0500D-61BF-EE8A-529C-7719680FEE6B}"/>
                </a:ext>
              </a:extLst>
            </p:cNvPr>
            <p:cNvSpPr txBox="1">
              <a:spLocks/>
            </p:cNvSpPr>
            <p:nvPr/>
          </p:nvSpPr>
          <p:spPr>
            <a:xfrm>
              <a:off x="357186" y="2341596"/>
              <a:ext cx="3126243" cy="446400"/>
            </a:xfrm>
            <a:prstGeom prst="roundRect">
              <a:avLst>
                <a:gd name="adj" fmla="val 23351"/>
              </a:avLst>
            </a:prstGeom>
            <a:solidFill>
              <a:srgbClr val="464866">
                <a:alpha val="30196"/>
              </a:srgbClr>
            </a:solidFill>
          </p:spPr>
          <p:txBody>
            <a:bodyPr/>
            <a:lstStyle>
              <a:lvl1pPr marL="228611" indent="-228611" algn="l" defTabSz="914446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34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57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80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503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726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949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171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394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89000" rtl="0" eaLnBrk="1" fontAlgn="auto" latinLnBrk="0" hangingPunct="1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Kanit Light" pitchFamily="34" charset="-122"/>
                  <a:cs typeface="Kanit Light" pitchFamily="34" charset="-120"/>
                </a:rPr>
                <a:t>Supervised Learning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AD25DB1-D120-174B-5A31-4723E8B02AD0}"/>
              </a:ext>
            </a:extLst>
          </p:cNvPr>
          <p:cNvGrpSpPr/>
          <p:nvPr/>
        </p:nvGrpSpPr>
        <p:grpSpPr>
          <a:xfrm>
            <a:off x="346044" y="3804936"/>
            <a:ext cx="5498945" cy="1140833"/>
            <a:chOff x="346044" y="3948895"/>
            <a:chExt cx="5498945" cy="1140833"/>
          </a:xfrm>
        </p:grpSpPr>
        <p:sp>
          <p:nvSpPr>
            <p:cNvPr id="25" name="Text Placeholder 14">
              <a:extLst>
                <a:ext uri="{FF2B5EF4-FFF2-40B4-BE49-F238E27FC236}">
                  <a16:creationId xmlns:a16="http://schemas.microsoft.com/office/drawing/2014/main" id="{C792113C-5C88-8771-BFA7-73D41FCE0CE2}"/>
                </a:ext>
              </a:extLst>
            </p:cNvPr>
            <p:cNvSpPr txBox="1">
              <a:spLocks/>
            </p:cNvSpPr>
            <p:nvPr/>
          </p:nvSpPr>
          <p:spPr>
            <a:xfrm>
              <a:off x="357188" y="3962928"/>
              <a:ext cx="5487801" cy="1126800"/>
            </a:xfrm>
            <a:prstGeom prst="roundRect">
              <a:avLst>
                <a:gd name="adj" fmla="val 6409"/>
              </a:avLst>
            </a:prstGeom>
            <a:solidFill>
              <a:srgbClr val="29648A">
                <a:alpha val="20000"/>
              </a:srgbClr>
            </a:solidFill>
          </p:spPr>
          <p:txBody>
            <a:bodyPr anchor="ctr"/>
            <a:lstStyle>
              <a:lvl1pPr marL="0" indent="0" algn="l" defTabSz="914446" rtl="0" eaLnBrk="1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>
                  <a:srgbClr val="EF7C00"/>
                </a:buClr>
                <a:buFont typeface="Arial" panose="020B0604020202020204" pitchFamily="34" charset="0"/>
                <a:buNone/>
                <a:defRPr lang="en-US" sz="1800" b="0" kern="1200" dirty="0" smtClean="0">
                  <a:solidFill>
                    <a:srgbClr val="25274D"/>
                  </a:solidFill>
                  <a:latin typeface="Montserrat" panose="00000500000000000000" pitchFamily="2" charset="0"/>
                  <a:ea typeface="+mj-ea"/>
                  <a:cs typeface="Arial" panose="020B0604020202020204" pitchFamily="34" charset="0"/>
                </a:defRPr>
              </a:lvl1pPr>
              <a:lvl2pPr marL="0" indent="0" algn="l" defTabSz="914446" rtl="0" eaLnBrk="1" latinLnBrk="0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en-US" sz="2267" b="0" kern="1200" dirty="0" smtClean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2pPr>
              <a:lvl3pPr marL="0" indent="0" algn="l" defTabSz="914446" rtl="0" eaLnBrk="1" latinLnBrk="0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en-US" sz="2267" b="0" kern="1200" dirty="0" smtClean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3pPr>
              <a:lvl4pPr marL="0" indent="0" algn="l" defTabSz="914446" rtl="0" eaLnBrk="1" latinLnBrk="0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en-US" sz="2267" b="0" kern="1200" dirty="0" smtClean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4pPr>
              <a:lvl5pPr marL="0" indent="0" algn="l" defTabSz="914446" rtl="0" eaLnBrk="1" latinLnBrk="0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en-IN" sz="2267" b="0" kern="1200" dirty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5pPr>
              <a:lvl6pPr marL="2514726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949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171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394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46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25274D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Arial" panose="020B0604020202020204" pitchFamily="34" charset="0"/>
              </a:endParaRPr>
            </a:p>
            <a:p>
              <a:pPr marL="0" marR="0" lvl="1" indent="0" algn="l" defTabSz="889000" rtl="0" eaLnBrk="1" fontAlgn="auto" latinLnBrk="0" hangingPunct="1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Martel Sans" pitchFamily="34" charset="-122"/>
                  <a:cs typeface="Martel Sans" pitchFamily="34" charset="-120"/>
                </a:rPr>
                <a:t>Perform clustering and pattern discovery</a:t>
              </a:r>
            </a:p>
          </p:txBody>
        </p:sp>
        <p:sp>
          <p:nvSpPr>
            <p:cNvPr id="26" name="Text Placeholder 16">
              <a:extLst>
                <a:ext uri="{FF2B5EF4-FFF2-40B4-BE49-F238E27FC236}">
                  <a16:creationId xmlns:a16="http://schemas.microsoft.com/office/drawing/2014/main" id="{24886BB7-9507-ABBD-0089-3864B5E3B90E}"/>
                </a:ext>
              </a:extLst>
            </p:cNvPr>
            <p:cNvSpPr txBox="1">
              <a:spLocks/>
            </p:cNvSpPr>
            <p:nvPr/>
          </p:nvSpPr>
          <p:spPr>
            <a:xfrm>
              <a:off x="346044" y="3948895"/>
              <a:ext cx="3137386" cy="446029"/>
            </a:xfrm>
            <a:prstGeom prst="roundRect">
              <a:avLst>
                <a:gd name="adj" fmla="val 23351"/>
              </a:avLst>
            </a:prstGeom>
            <a:solidFill>
              <a:srgbClr val="29648A">
                <a:alpha val="50196"/>
              </a:srgbClr>
            </a:solidFill>
          </p:spPr>
          <p:txBody>
            <a:bodyPr wrap="square" anchor="t" anchorCtr="0">
              <a:spAutoFit/>
            </a:bodyPr>
            <a:lstStyle>
              <a:lvl1pPr marL="0" indent="0" algn="l" defTabSz="914446" rtl="0" eaLnBrk="1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None/>
                <a:defRPr lang="en-US" sz="2000" b="1" kern="1200" dirty="0" smtClean="0">
                  <a:solidFill>
                    <a:srgbClr val="29648A"/>
                  </a:solidFill>
                  <a:latin typeface="Montserrat" panose="00000500000000000000" pitchFamily="2" charset="0"/>
                  <a:ea typeface="+mj-ea"/>
                  <a:cs typeface="Arial" panose="020B0604020202020204" pitchFamily="34" charset="0"/>
                </a:defRPr>
              </a:lvl1pPr>
              <a:lvl2pPr marL="0" indent="0" algn="l" defTabSz="914446" rtl="0" eaLnBrk="1" latinLnBrk="0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en-US" sz="2267" b="0" kern="1200" dirty="0" smtClean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2pPr>
              <a:lvl3pPr marL="0" indent="0" algn="l" defTabSz="914446" rtl="0" eaLnBrk="1" latinLnBrk="0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en-US" sz="2267" b="0" kern="1200" dirty="0" smtClean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3pPr>
              <a:lvl4pPr marL="0" indent="0" algn="l" defTabSz="914446" rtl="0" eaLnBrk="1" latinLnBrk="0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en-US" sz="2267" b="0" kern="1200" dirty="0" smtClean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4pPr>
              <a:lvl5pPr marL="0" indent="0" algn="l" defTabSz="914446" rtl="0" eaLnBrk="1" latinLnBrk="0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en-IN" sz="2267" b="0" kern="1200" dirty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5pPr>
              <a:lvl6pPr marL="2514726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949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171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394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89000" rtl="0" eaLnBrk="1" fontAlgn="auto" latinLnBrk="0" hangingPunct="1">
                <a:lnSpc>
                  <a:spcPct val="114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I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 panose="00000500000000000000" pitchFamily="2" charset="0"/>
                  <a:ea typeface="+mj-ea"/>
                  <a:cs typeface="Arial" panose="020B0604020202020204" pitchFamily="34" charset="0"/>
                </a:rPr>
                <a:t>Unsupervised Learning</a:t>
              </a:r>
            </a:p>
          </p:txBody>
        </p:sp>
      </p:grp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AD4FB5C4-68B5-0C6E-8524-C1E5E72477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49999" y="1109610"/>
            <a:ext cx="10622082" cy="450239"/>
          </a:xfrm>
        </p:spPr>
        <p:txBody>
          <a:bodyPr/>
          <a:lstStyle/>
          <a:p>
            <a:r>
              <a:rPr lang="en-US" dirty="0"/>
              <a:t>Your Learning Journey Continues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C20C53E-6DEE-E7B3-44FD-25049B8D4D23}"/>
              </a:ext>
            </a:extLst>
          </p:cNvPr>
          <p:cNvGrpSpPr/>
          <p:nvPr/>
        </p:nvGrpSpPr>
        <p:grpSpPr>
          <a:xfrm>
            <a:off x="342869" y="5275842"/>
            <a:ext cx="5498945" cy="1140833"/>
            <a:chOff x="323819" y="5275842"/>
            <a:chExt cx="5498945" cy="1140833"/>
          </a:xfrm>
        </p:grpSpPr>
        <p:sp>
          <p:nvSpPr>
            <p:cNvPr id="15" name="Text Placeholder 14">
              <a:extLst>
                <a:ext uri="{FF2B5EF4-FFF2-40B4-BE49-F238E27FC236}">
                  <a16:creationId xmlns:a16="http://schemas.microsoft.com/office/drawing/2014/main" id="{B53C4239-0404-9879-E015-AC1362B81016}"/>
                </a:ext>
              </a:extLst>
            </p:cNvPr>
            <p:cNvSpPr txBox="1">
              <a:spLocks/>
            </p:cNvSpPr>
            <p:nvPr/>
          </p:nvSpPr>
          <p:spPr>
            <a:xfrm>
              <a:off x="334963" y="5289875"/>
              <a:ext cx="5487801" cy="1126800"/>
            </a:xfrm>
            <a:prstGeom prst="roundRect">
              <a:avLst>
                <a:gd name="adj" fmla="val 6409"/>
              </a:avLst>
            </a:prstGeom>
            <a:solidFill>
              <a:srgbClr val="464866">
                <a:alpha val="20000"/>
              </a:srgbClr>
            </a:solidFill>
          </p:spPr>
          <p:txBody>
            <a:bodyPr anchor="ctr"/>
            <a:lstStyle>
              <a:lvl1pPr marL="0" indent="0" algn="l" defTabSz="914446" rtl="0" eaLnBrk="1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>
                  <a:srgbClr val="EF7C00"/>
                </a:buClr>
                <a:buFont typeface="Arial" panose="020B0604020202020204" pitchFamily="34" charset="0"/>
                <a:buNone/>
                <a:defRPr lang="en-US" sz="1800" b="0" kern="1200" dirty="0" smtClean="0">
                  <a:solidFill>
                    <a:srgbClr val="25274D"/>
                  </a:solidFill>
                  <a:latin typeface="Montserrat" panose="00000500000000000000" pitchFamily="2" charset="0"/>
                  <a:ea typeface="+mj-ea"/>
                  <a:cs typeface="Arial" panose="020B0604020202020204" pitchFamily="34" charset="0"/>
                </a:defRPr>
              </a:lvl1pPr>
              <a:lvl2pPr marL="0" indent="0" algn="l" defTabSz="914446" rtl="0" eaLnBrk="1" latinLnBrk="0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en-US" sz="2267" b="0" kern="1200" dirty="0" smtClean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2pPr>
              <a:lvl3pPr marL="0" indent="0" algn="l" defTabSz="914446" rtl="0" eaLnBrk="1" latinLnBrk="0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en-US" sz="2267" b="0" kern="1200" dirty="0" smtClean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3pPr>
              <a:lvl4pPr marL="0" indent="0" algn="l" defTabSz="914446" rtl="0" eaLnBrk="1" latinLnBrk="0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en-US" sz="2267" b="0" kern="1200" dirty="0" smtClean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4pPr>
              <a:lvl5pPr marL="0" indent="0" algn="l" defTabSz="914446" rtl="0" eaLnBrk="1" latinLnBrk="0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en-IN" sz="2267" b="0" kern="1200" dirty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5pPr>
              <a:lvl6pPr marL="2514726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949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171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394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46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25274D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Arial" panose="020B0604020202020204" pitchFamily="34" charset="0"/>
              </a:endParaRPr>
            </a:p>
            <a:p>
              <a:pPr marL="0" marR="0" lvl="1" indent="0" algn="l" defTabSz="889000" rtl="0" eaLnBrk="1" fontAlgn="auto" latinLnBrk="0" hangingPunct="1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Martel Sans" pitchFamily="34" charset="-122"/>
                  <a:cs typeface="Martel Sans" pitchFamily="34" charset="-120"/>
                </a:rPr>
                <a:t>Evaluate metrics, cross-validation and tuning</a:t>
              </a:r>
            </a:p>
          </p:txBody>
        </p:sp>
        <p:sp>
          <p:nvSpPr>
            <p:cNvPr id="16" name="Text Placeholder 16">
              <a:extLst>
                <a:ext uri="{FF2B5EF4-FFF2-40B4-BE49-F238E27FC236}">
                  <a16:creationId xmlns:a16="http://schemas.microsoft.com/office/drawing/2014/main" id="{AEA828EA-852C-820E-315C-42BF79251A7A}"/>
                </a:ext>
              </a:extLst>
            </p:cNvPr>
            <p:cNvSpPr txBox="1">
              <a:spLocks/>
            </p:cNvSpPr>
            <p:nvPr/>
          </p:nvSpPr>
          <p:spPr>
            <a:xfrm>
              <a:off x="323819" y="5275842"/>
              <a:ext cx="3137386" cy="446029"/>
            </a:xfrm>
            <a:prstGeom prst="roundRect">
              <a:avLst>
                <a:gd name="adj" fmla="val 23351"/>
              </a:avLst>
            </a:prstGeom>
            <a:solidFill>
              <a:srgbClr val="464866">
                <a:alpha val="50196"/>
              </a:srgbClr>
            </a:solidFill>
          </p:spPr>
          <p:txBody>
            <a:bodyPr wrap="square" anchor="t" anchorCtr="0">
              <a:spAutoFit/>
            </a:bodyPr>
            <a:lstStyle>
              <a:lvl1pPr marL="0" indent="0" algn="l" defTabSz="914446" rtl="0" eaLnBrk="1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None/>
                <a:defRPr lang="en-US" sz="2000" b="1" kern="1200" dirty="0" smtClean="0">
                  <a:solidFill>
                    <a:srgbClr val="29648A"/>
                  </a:solidFill>
                  <a:latin typeface="Montserrat" panose="00000500000000000000" pitchFamily="2" charset="0"/>
                  <a:ea typeface="+mj-ea"/>
                  <a:cs typeface="Arial" panose="020B0604020202020204" pitchFamily="34" charset="0"/>
                </a:defRPr>
              </a:lvl1pPr>
              <a:lvl2pPr marL="0" indent="0" algn="l" defTabSz="914446" rtl="0" eaLnBrk="1" latinLnBrk="0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en-US" sz="2267" b="0" kern="1200" dirty="0" smtClean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2pPr>
              <a:lvl3pPr marL="0" indent="0" algn="l" defTabSz="914446" rtl="0" eaLnBrk="1" latinLnBrk="0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en-US" sz="2267" b="0" kern="1200" dirty="0" smtClean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3pPr>
              <a:lvl4pPr marL="0" indent="0" algn="l" defTabSz="914446" rtl="0" eaLnBrk="1" latinLnBrk="0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en-US" sz="2267" b="0" kern="1200" dirty="0" smtClean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4pPr>
              <a:lvl5pPr marL="0" indent="0" algn="l" defTabSz="914446" rtl="0" eaLnBrk="1" latinLnBrk="0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en-IN" sz="2267" b="0" kern="1200" dirty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5pPr>
              <a:lvl6pPr marL="2514726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949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171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394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89000" rtl="0" eaLnBrk="1" fontAlgn="auto" latinLnBrk="0" hangingPunct="1">
                <a:lnSpc>
                  <a:spcPct val="114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I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 panose="00000500000000000000" pitchFamily="2" charset="0"/>
                  <a:ea typeface="+mj-ea"/>
                  <a:cs typeface="Arial" panose="020B0604020202020204" pitchFamily="34" charset="0"/>
                </a:rPr>
                <a:t>Model Evaluation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3B0DCBD-4DD8-49D1-9FD7-E453EB02A797}"/>
              </a:ext>
            </a:extLst>
          </p:cNvPr>
          <p:cNvGrpSpPr/>
          <p:nvPr/>
        </p:nvGrpSpPr>
        <p:grpSpPr>
          <a:xfrm>
            <a:off x="7097866" y="1735674"/>
            <a:ext cx="4042687" cy="467448"/>
            <a:chOff x="5908456" y="1890534"/>
            <a:chExt cx="4042687" cy="467448"/>
          </a:xfrm>
        </p:grpSpPr>
        <p:sp>
          <p:nvSpPr>
            <p:cNvPr id="28" name="Text Placeholder 17">
              <a:extLst>
                <a:ext uri="{FF2B5EF4-FFF2-40B4-BE49-F238E27FC236}">
                  <a16:creationId xmlns:a16="http://schemas.microsoft.com/office/drawing/2014/main" id="{C5828392-B7BA-639D-C039-01AD7B4B03E5}"/>
                </a:ext>
              </a:extLst>
            </p:cNvPr>
            <p:cNvSpPr txBox="1">
              <a:spLocks/>
            </p:cNvSpPr>
            <p:nvPr/>
          </p:nvSpPr>
          <p:spPr>
            <a:xfrm>
              <a:off x="5908456" y="1890534"/>
              <a:ext cx="4042687" cy="467448"/>
            </a:xfrm>
            <a:prstGeom prst="roundRect">
              <a:avLst>
                <a:gd name="adj" fmla="val 23351"/>
              </a:avLst>
            </a:prstGeom>
            <a:solidFill>
              <a:srgbClr val="2E9CCA">
                <a:alpha val="40000"/>
              </a:srgbClr>
            </a:solidFill>
          </p:spPr>
          <p:txBody>
            <a:bodyPr/>
            <a:lstStyle>
              <a:lvl1pPr marL="228611" indent="-228611" algn="l" defTabSz="914446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34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57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80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503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726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949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171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394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46" rtl="0" eaLnBrk="1" fontAlgn="auto" latinLnBrk="0" hangingPunct="1">
                <a:lnSpc>
                  <a:spcPts val="33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5F469F4-B3E2-575C-87F6-8F1C02D22721}"/>
                </a:ext>
              </a:extLst>
            </p:cNvPr>
            <p:cNvSpPr txBox="1"/>
            <p:nvPr/>
          </p:nvSpPr>
          <p:spPr>
            <a:xfrm>
              <a:off x="5908456" y="1932900"/>
              <a:ext cx="404268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+mn-ea"/>
                  <a:cs typeface="+mn-cs"/>
                </a:rPr>
                <a:t>To Reinforce Today's Learning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7873996-EF3C-8C3F-B877-C3DEDDA4DC3F}"/>
              </a:ext>
            </a:extLst>
          </p:cNvPr>
          <p:cNvGrpSpPr/>
          <p:nvPr/>
        </p:nvGrpSpPr>
        <p:grpSpPr>
          <a:xfrm>
            <a:off x="6369737" y="2667820"/>
            <a:ext cx="5498944" cy="1511801"/>
            <a:chOff x="346045" y="2341596"/>
            <a:chExt cx="5498944" cy="1511801"/>
          </a:xfrm>
        </p:grpSpPr>
        <p:sp>
          <p:nvSpPr>
            <p:cNvPr id="32" name="Text Placeholder 14">
              <a:extLst>
                <a:ext uri="{FF2B5EF4-FFF2-40B4-BE49-F238E27FC236}">
                  <a16:creationId xmlns:a16="http://schemas.microsoft.com/office/drawing/2014/main" id="{A10F8307-E864-D838-9CB2-957A75DF17F2}"/>
                </a:ext>
              </a:extLst>
            </p:cNvPr>
            <p:cNvSpPr txBox="1">
              <a:spLocks/>
            </p:cNvSpPr>
            <p:nvPr/>
          </p:nvSpPr>
          <p:spPr>
            <a:xfrm>
              <a:off x="346045" y="2355354"/>
              <a:ext cx="5498944" cy="1498043"/>
            </a:xfrm>
            <a:prstGeom prst="roundRect">
              <a:avLst>
                <a:gd name="adj" fmla="val 6409"/>
              </a:avLst>
            </a:prstGeom>
            <a:solidFill>
              <a:srgbClr val="464866">
                <a:alpha val="20000"/>
              </a:srgbClr>
            </a:solidFill>
          </p:spPr>
          <p:txBody>
            <a:bodyPr anchor="ctr"/>
            <a:lstStyle>
              <a:lvl1pPr marL="228611" indent="-228611" algn="l" defTabSz="914446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34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57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80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503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726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949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171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394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1" indent="0" algn="ctr" defTabSz="8890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Martel Sans" pitchFamily="34" charset="-122"/>
                <a:cs typeface="Martel Sans" pitchFamily="34" charset="-120"/>
              </a:endParaRPr>
            </a:p>
            <a:p>
              <a:pPr marL="0" marR="0" lvl="1" indent="0" algn="l" defTabSz="8890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Martel Sans" pitchFamily="34" charset="-122"/>
                  <a:cs typeface="Martel Sans" pitchFamily="34" charset="-120"/>
                </a:rPr>
                <a:t>Apply today’s pipeline to a new dataset; try the Titanic or House Prices dataset on Kaggle</a:t>
              </a:r>
            </a:p>
          </p:txBody>
        </p:sp>
        <p:sp>
          <p:nvSpPr>
            <p:cNvPr id="33" name="Text Placeholder 16">
              <a:extLst>
                <a:ext uri="{FF2B5EF4-FFF2-40B4-BE49-F238E27FC236}">
                  <a16:creationId xmlns:a16="http://schemas.microsoft.com/office/drawing/2014/main" id="{4C368F5C-F125-EA23-1AD1-71B41729F072}"/>
                </a:ext>
              </a:extLst>
            </p:cNvPr>
            <p:cNvSpPr txBox="1">
              <a:spLocks/>
            </p:cNvSpPr>
            <p:nvPr/>
          </p:nvSpPr>
          <p:spPr>
            <a:xfrm>
              <a:off x="357186" y="2341596"/>
              <a:ext cx="3126243" cy="446400"/>
            </a:xfrm>
            <a:prstGeom prst="roundRect">
              <a:avLst>
                <a:gd name="adj" fmla="val 23351"/>
              </a:avLst>
            </a:prstGeom>
            <a:solidFill>
              <a:srgbClr val="464866">
                <a:alpha val="30196"/>
              </a:srgbClr>
            </a:solidFill>
          </p:spPr>
          <p:txBody>
            <a:bodyPr/>
            <a:lstStyle>
              <a:lvl1pPr marL="228611" indent="-228611" algn="l" defTabSz="914446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34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57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80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503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726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949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171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394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89000" rtl="0" eaLnBrk="1" fontAlgn="auto" latinLnBrk="0" hangingPunct="1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Kanit Light" pitchFamily="34" charset="-122"/>
                  <a:cs typeface="Kanit Light" pitchFamily="34" charset="-120"/>
                </a:rPr>
                <a:t>Practice Assignment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21D25CC-FC4A-A44D-CBA0-5808419FBD3E}"/>
              </a:ext>
            </a:extLst>
          </p:cNvPr>
          <p:cNvGrpSpPr/>
          <p:nvPr/>
        </p:nvGrpSpPr>
        <p:grpSpPr>
          <a:xfrm>
            <a:off x="6369736" y="4483347"/>
            <a:ext cx="5498945" cy="1508294"/>
            <a:chOff x="346044" y="3948895"/>
            <a:chExt cx="5498945" cy="1508294"/>
          </a:xfrm>
        </p:grpSpPr>
        <p:sp>
          <p:nvSpPr>
            <p:cNvPr id="35" name="Text Placeholder 14">
              <a:extLst>
                <a:ext uri="{FF2B5EF4-FFF2-40B4-BE49-F238E27FC236}">
                  <a16:creationId xmlns:a16="http://schemas.microsoft.com/office/drawing/2014/main" id="{545250D5-B7D3-44A9-2436-BF933E0DC006}"/>
                </a:ext>
              </a:extLst>
            </p:cNvPr>
            <p:cNvSpPr txBox="1">
              <a:spLocks/>
            </p:cNvSpPr>
            <p:nvPr/>
          </p:nvSpPr>
          <p:spPr>
            <a:xfrm>
              <a:off x="357188" y="3957418"/>
              <a:ext cx="5487801" cy="1499771"/>
            </a:xfrm>
            <a:prstGeom prst="roundRect">
              <a:avLst>
                <a:gd name="adj" fmla="val 6409"/>
              </a:avLst>
            </a:prstGeom>
            <a:solidFill>
              <a:srgbClr val="29648A">
                <a:alpha val="20000"/>
              </a:srgbClr>
            </a:solidFill>
          </p:spPr>
          <p:txBody>
            <a:bodyPr anchor="ctr"/>
            <a:lstStyle>
              <a:lvl1pPr marL="0" indent="0" algn="l" defTabSz="914446" rtl="0" eaLnBrk="1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>
                  <a:srgbClr val="EF7C00"/>
                </a:buClr>
                <a:buFont typeface="Arial" panose="020B0604020202020204" pitchFamily="34" charset="0"/>
                <a:buNone/>
                <a:defRPr lang="en-US" sz="1800" b="0" kern="1200" dirty="0" smtClean="0">
                  <a:solidFill>
                    <a:srgbClr val="25274D"/>
                  </a:solidFill>
                  <a:latin typeface="Montserrat" panose="00000500000000000000" pitchFamily="2" charset="0"/>
                  <a:ea typeface="+mj-ea"/>
                  <a:cs typeface="Arial" panose="020B0604020202020204" pitchFamily="34" charset="0"/>
                </a:defRPr>
              </a:lvl1pPr>
              <a:lvl2pPr marL="0" indent="0" algn="l" defTabSz="914446" rtl="0" eaLnBrk="1" latinLnBrk="0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en-US" sz="2267" b="0" kern="1200" dirty="0" smtClean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2pPr>
              <a:lvl3pPr marL="0" indent="0" algn="l" defTabSz="914446" rtl="0" eaLnBrk="1" latinLnBrk="0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en-US" sz="2267" b="0" kern="1200" dirty="0" smtClean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3pPr>
              <a:lvl4pPr marL="0" indent="0" algn="l" defTabSz="914446" rtl="0" eaLnBrk="1" latinLnBrk="0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en-US" sz="2267" b="0" kern="1200" dirty="0" smtClean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4pPr>
              <a:lvl5pPr marL="0" indent="0" algn="l" defTabSz="914446" rtl="0" eaLnBrk="1" latinLnBrk="0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en-IN" sz="2267" b="0" kern="1200" dirty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5pPr>
              <a:lvl6pPr marL="2514726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949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171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394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46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25274D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25274D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Arial" panose="020B0604020202020204" pitchFamily="34" charset="0"/>
              </a:endParaRPr>
            </a:p>
            <a:p>
              <a:pPr marL="0" marR="0" lvl="1" indent="0" algn="l" defTabSz="8890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/>
                  <a:ea typeface="Martel Sans" pitchFamily="34" charset="-122"/>
                  <a:cs typeface="Martel Sans" pitchFamily="34" charset="-120"/>
                </a:rPr>
                <a:t>Revisit the async content and experiment with different cleaning and feature engineering techniques</a:t>
              </a:r>
            </a:p>
          </p:txBody>
        </p:sp>
        <p:sp>
          <p:nvSpPr>
            <p:cNvPr id="36" name="Text Placeholder 16">
              <a:extLst>
                <a:ext uri="{FF2B5EF4-FFF2-40B4-BE49-F238E27FC236}">
                  <a16:creationId xmlns:a16="http://schemas.microsoft.com/office/drawing/2014/main" id="{5ED94868-B560-A858-1FE3-008560A73CA1}"/>
                </a:ext>
              </a:extLst>
            </p:cNvPr>
            <p:cNvSpPr txBox="1">
              <a:spLocks/>
            </p:cNvSpPr>
            <p:nvPr/>
          </p:nvSpPr>
          <p:spPr>
            <a:xfrm>
              <a:off x="346044" y="3948895"/>
              <a:ext cx="3137386" cy="446029"/>
            </a:xfrm>
            <a:prstGeom prst="roundRect">
              <a:avLst>
                <a:gd name="adj" fmla="val 23351"/>
              </a:avLst>
            </a:prstGeom>
            <a:solidFill>
              <a:srgbClr val="29648A">
                <a:alpha val="50196"/>
              </a:srgbClr>
            </a:solidFill>
          </p:spPr>
          <p:txBody>
            <a:bodyPr wrap="square" anchor="t" anchorCtr="0">
              <a:spAutoFit/>
            </a:bodyPr>
            <a:lstStyle>
              <a:lvl1pPr marL="0" indent="0" algn="l" defTabSz="914446" rtl="0" eaLnBrk="1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Font typeface="Arial" panose="020B0604020202020204" pitchFamily="34" charset="0"/>
                <a:buNone/>
                <a:defRPr lang="en-US" sz="2000" b="1" kern="1200" dirty="0" smtClean="0">
                  <a:solidFill>
                    <a:srgbClr val="29648A"/>
                  </a:solidFill>
                  <a:latin typeface="Montserrat" panose="00000500000000000000" pitchFamily="2" charset="0"/>
                  <a:ea typeface="+mj-ea"/>
                  <a:cs typeface="Arial" panose="020B0604020202020204" pitchFamily="34" charset="0"/>
                </a:defRPr>
              </a:lvl1pPr>
              <a:lvl2pPr marL="0" indent="0" algn="l" defTabSz="914446" rtl="0" eaLnBrk="1" latinLnBrk="0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en-US" sz="2267" b="0" kern="1200" dirty="0" smtClean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2pPr>
              <a:lvl3pPr marL="0" indent="0" algn="l" defTabSz="914446" rtl="0" eaLnBrk="1" latinLnBrk="0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en-US" sz="2267" b="0" kern="1200" dirty="0" smtClean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3pPr>
              <a:lvl4pPr marL="0" indent="0" algn="l" defTabSz="914446" rtl="0" eaLnBrk="1" latinLnBrk="0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en-US" sz="2267" b="0" kern="1200" dirty="0" smtClean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4pPr>
              <a:lvl5pPr marL="0" indent="0" algn="l" defTabSz="914446" rtl="0" eaLnBrk="1" latinLnBrk="0" hangingPunct="1">
                <a:lnSpc>
                  <a:spcPct val="90000"/>
                </a:lnSpc>
                <a:spcBef>
                  <a:spcPct val="0"/>
                </a:spcBef>
                <a:buFont typeface="Arial" panose="020B0604020202020204" pitchFamily="34" charset="0"/>
                <a:buNone/>
                <a:defRPr lang="en-IN" sz="2267" b="0" kern="1200" dirty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5pPr>
              <a:lvl6pPr marL="2514726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949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171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394" indent="-228611" algn="l" defTabSz="91444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89000" rtl="0" eaLnBrk="1" fontAlgn="auto" latinLnBrk="0" hangingPunct="1">
                <a:lnSpc>
                  <a:spcPct val="114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I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25274D"/>
                  </a:solidFill>
                  <a:effectLst/>
                  <a:uLnTx/>
                  <a:uFillTx/>
                  <a:latin typeface="Montserrat" panose="00000500000000000000" pitchFamily="2" charset="0"/>
                  <a:ea typeface="+mj-ea"/>
                  <a:cs typeface="Arial" panose="020B0604020202020204" pitchFamily="34" charset="0"/>
                </a:rPr>
                <a:t>Review Materials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640386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61027-854B-0DEE-3D58-8EB471556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77F48E-8AFE-62CB-1FA4-9117E152E2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87369" y="3156115"/>
            <a:ext cx="2035706" cy="545770"/>
          </a:xfrm>
        </p:spPr>
        <p:txBody>
          <a:bodyPr/>
          <a:lstStyle/>
          <a:p>
            <a:r>
              <a:rPr lang="en-US" sz="2800" b="1">
                <a:solidFill>
                  <a:srgbClr val="25274D"/>
                </a:solidFill>
              </a:rPr>
              <a:t>Q &amp; 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800" b="1">
              <a:solidFill>
                <a:srgbClr val="25274D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800" b="1">
              <a:solidFill>
                <a:srgbClr val="25274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25340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19215-58BA-CA3A-83F3-FAFC23DAA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1A17C3-7170-16D5-A0FD-B3D67FC1A7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03076" y="3203412"/>
            <a:ext cx="2195693" cy="545770"/>
          </a:xfrm>
        </p:spPr>
        <p:txBody>
          <a:bodyPr/>
          <a:lstStyle/>
          <a:p>
            <a:r>
              <a:rPr lang="en-US" sz="2800" b="1">
                <a:solidFill>
                  <a:srgbClr val="25274D"/>
                </a:solidFill>
              </a:rPr>
              <a:t>Thank you</a:t>
            </a:r>
            <a:endParaRPr lang="en-GB" sz="2800" b="1">
              <a:solidFill>
                <a:srgbClr val="25274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2562307"/>
      </p:ext>
    </p:extLst>
  </p:cSld>
  <p:clrMapOvr>
    <a:masterClrMapping/>
  </p:clrMapOvr>
</p:sld>
</file>

<file path=ppt/theme/theme1.xml><?xml version="1.0" encoding="utf-8"?>
<a:theme xmlns:a="http://schemas.openxmlformats.org/drawingml/2006/main" name="5_Null">
  <a:themeElements>
    <a:clrScheme name="NUS">
      <a:dk1>
        <a:sysClr val="windowText" lastClr="000000"/>
      </a:dk1>
      <a:lt1>
        <a:srgbClr val="FFFFFF"/>
      </a:lt1>
      <a:dk2>
        <a:srgbClr val="44546A"/>
      </a:dk2>
      <a:lt2>
        <a:srgbClr val="E7E6E6"/>
      </a:lt2>
      <a:accent1>
        <a:srgbClr val="EF7C00"/>
      </a:accent1>
      <a:accent2>
        <a:srgbClr val="003D7C"/>
      </a:accent2>
      <a:accent3>
        <a:srgbClr val="000000"/>
      </a:accent3>
      <a:accent4>
        <a:srgbClr val="FFFFFF"/>
      </a:accent4>
      <a:accent5>
        <a:srgbClr val="F4A34A"/>
      </a:accent5>
      <a:accent6>
        <a:srgbClr val="EBC844"/>
      </a:accent6>
      <a:hlink>
        <a:srgbClr val="A2B86C"/>
      </a:hlink>
      <a:folHlink>
        <a:srgbClr val="5CA793"/>
      </a:folHlink>
    </a:clrScheme>
    <a:fontScheme name="PFB">
      <a:majorFont>
        <a:latin typeface="Merriweather"/>
        <a:ea typeface=""/>
        <a:cs typeface=""/>
      </a:majorFont>
      <a:minorFont>
        <a:latin typeface="Montserra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anchor="ctr"/>
      <a:lstStyle>
        <a:defPPr algn="l">
          <a:defRPr sz="3400" b="1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 of ppt" id="{1A0836EC-13B0-4C48-AAAD-55BBE368F2D7}" vid="{275EFBA3-57AB-412E-89A9-4ECD313503F1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6_Null">
  <a:themeElements>
    <a:clrScheme name="NUS">
      <a:dk1>
        <a:sysClr val="windowText" lastClr="000000"/>
      </a:dk1>
      <a:lt1>
        <a:srgbClr val="FFFFFF"/>
      </a:lt1>
      <a:dk2>
        <a:srgbClr val="44546A"/>
      </a:dk2>
      <a:lt2>
        <a:srgbClr val="E7E6E6"/>
      </a:lt2>
      <a:accent1>
        <a:srgbClr val="EF7C00"/>
      </a:accent1>
      <a:accent2>
        <a:srgbClr val="003D7C"/>
      </a:accent2>
      <a:accent3>
        <a:srgbClr val="000000"/>
      </a:accent3>
      <a:accent4>
        <a:srgbClr val="FFFFFF"/>
      </a:accent4>
      <a:accent5>
        <a:srgbClr val="F4A34A"/>
      </a:accent5>
      <a:accent6>
        <a:srgbClr val="EBC844"/>
      </a:accent6>
      <a:hlink>
        <a:srgbClr val="A2B86C"/>
      </a:hlink>
      <a:folHlink>
        <a:srgbClr val="5CA793"/>
      </a:folHlink>
    </a:clrScheme>
    <a:fontScheme name="PFB">
      <a:majorFont>
        <a:latin typeface="Merriweather"/>
        <a:ea typeface=""/>
        <a:cs typeface=""/>
      </a:majorFont>
      <a:minorFont>
        <a:latin typeface="Montserra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anchor="ctr"/>
      <a:lstStyle>
        <a:defPPr algn="l">
          <a:defRPr sz="3400" b="1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Null">
  <a:themeElements>
    <a:clrScheme name="NUS">
      <a:dk1>
        <a:sysClr val="windowText" lastClr="000000"/>
      </a:dk1>
      <a:lt1>
        <a:srgbClr val="FFFFFF"/>
      </a:lt1>
      <a:dk2>
        <a:srgbClr val="44546A"/>
      </a:dk2>
      <a:lt2>
        <a:srgbClr val="E7E6E6"/>
      </a:lt2>
      <a:accent1>
        <a:srgbClr val="EF7C00"/>
      </a:accent1>
      <a:accent2>
        <a:srgbClr val="003D7C"/>
      </a:accent2>
      <a:accent3>
        <a:srgbClr val="000000"/>
      </a:accent3>
      <a:accent4>
        <a:srgbClr val="FFFFFF"/>
      </a:accent4>
      <a:accent5>
        <a:srgbClr val="F4A34A"/>
      </a:accent5>
      <a:accent6>
        <a:srgbClr val="EBC844"/>
      </a:accent6>
      <a:hlink>
        <a:srgbClr val="A2B86C"/>
      </a:hlink>
      <a:folHlink>
        <a:srgbClr val="5CA793"/>
      </a:folHlink>
    </a:clrScheme>
    <a:fontScheme name="PFB">
      <a:majorFont>
        <a:latin typeface="Merriweather"/>
        <a:ea typeface=""/>
        <a:cs typeface=""/>
      </a:majorFont>
      <a:minorFont>
        <a:latin typeface="Montserra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anchor="ctr"/>
      <a:lstStyle>
        <a:defPPr algn="l">
          <a:defRPr sz="3400" b="1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2_Intro &amp; Outro">
  <a:themeElements>
    <a:clrScheme name="PFB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5495"/>
      </a:accent1>
      <a:accent2>
        <a:srgbClr val="4C86B8"/>
      </a:accent2>
      <a:accent3>
        <a:srgbClr val="5B926B"/>
      </a:accent3>
      <a:accent4>
        <a:srgbClr val="C3161C"/>
      </a:accent4>
      <a:accent5>
        <a:srgbClr val="898989"/>
      </a:accent5>
      <a:accent6>
        <a:srgbClr val="FFFFFF"/>
      </a:accent6>
      <a:hlink>
        <a:srgbClr val="000000"/>
      </a:hlink>
      <a:folHlink>
        <a:srgbClr val="954F72"/>
      </a:folHlink>
    </a:clrScheme>
    <a:fontScheme name="PFB">
      <a:majorFont>
        <a:latin typeface="Merriweather"/>
        <a:ea typeface=""/>
        <a:cs typeface=""/>
      </a:majorFont>
      <a:minorFont>
        <a:latin typeface="Montserra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45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7bdace7b-419a-4620-be26-5a3fa6f280f9" xsi:nil="true"/>
    <lcf76f155ced4ddcb4097134ff3c332f xmlns="41077cac-fa1c-4939-a97a-a20b352af600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7F373DBC30DDB459CEFB92C6B00A939" ma:contentTypeVersion="21" ma:contentTypeDescription="Create a new document." ma:contentTypeScope="" ma:versionID="2c9d209369d938e7e2acd322f7c7b574">
  <xsd:schema xmlns:xsd="http://www.w3.org/2001/XMLSchema" xmlns:xs="http://www.w3.org/2001/XMLSchema" xmlns:p="http://schemas.microsoft.com/office/2006/metadata/properties" xmlns:ns1="http://schemas.microsoft.com/sharepoint/v3" xmlns:ns2="41077cac-fa1c-4939-a97a-a20b352af600" xmlns:ns3="7bdace7b-419a-4620-be26-5a3fa6f280f9" targetNamespace="http://schemas.microsoft.com/office/2006/metadata/properties" ma:root="true" ma:fieldsID="7fd129db3303cfb8bc985c4801b84682" ns1:_="" ns2:_="" ns3:_="">
    <xsd:import namespace="http://schemas.microsoft.com/sharepoint/v3"/>
    <xsd:import namespace="41077cac-fa1c-4939-a97a-a20b352af600"/>
    <xsd:import namespace="7bdace7b-419a-4620-be26-5a3fa6f280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077cac-fa1c-4939-a97a-a20b352af60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68679018-c8b5-43e9-adcd-8cca0014b2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dace7b-419a-4620-be26-5a3fa6f280f9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9f3da60f-b4b7-4509-b80c-25011b1998e9}" ma:internalName="TaxCatchAll" ma:showField="CatchAllData" ma:web="7bdace7b-419a-4620-be26-5a3fa6f280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57FCE36-A29F-44E9-A343-E3002E17A6A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8E04B39-7A2C-47F1-8B25-5995B398F71E}">
  <ds:schemaRefs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7bdace7b-419a-4620-be26-5a3fa6f280f9"/>
    <ds:schemaRef ds:uri="http://www.w3.org/XML/1998/namespace"/>
    <ds:schemaRef ds:uri="http://schemas.microsoft.com/office/2006/documentManagement/types"/>
    <ds:schemaRef ds:uri="http://purl.org/dc/terms/"/>
    <ds:schemaRef ds:uri="http://schemas.microsoft.com/sharepoint/v3"/>
    <ds:schemaRef ds:uri="41077cac-fa1c-4939-a97a-a20b352af600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66B6685-5780-4A67-A413-245EE7AB38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41077cac-fa1c-4939-a97a-a20b352af600"/>
    <ds:schemaRef ds:uri="7bdace7b-419a-4620-be26-5a3fa6f280f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defa4170-0d19-0005-0001-bc88714345d2}" enabled="1" method="Privileged" siteId="{25818115-0871-4472-92ab-b148b16d106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2480</TotalTime>
  <Words>3054</Words>
  <Application>Microsoft Office PowerPoint</Application>
  <PresentationFormat>Widescreen</PresentationFormat>
  <Paragraphs>507</Paragraphs>
  <Slides>45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45</vt:i4>
      </vt:variant>
    </vt:vector>
  </HeadingPairs>
  <TitlesOfParts>
    <vt:vector size="60" baseType="lpstr">
      <vt:lpstr>Aptos</vt:lpstr>
      <vt:lpstr>Aptos Display</vt:lpstr>
      <vt:lpstr>Arial</vt:lpstr>
      <vt:lpstr>Calibri</vt:lpstr>
      <vt:lpstr>Frutiger LT</vt:lpstr>
      <vt:lpstr>Kanit Light</vt:lpstr>
      <vt:lpstr>Martel Sans</vt:lpstr>
      <vt:lpstr>Montserrat</vt:lpstr>
      <vt:lpstr>Montserrat Bold</vt:lpstr>
      <vt:lpstr>5_Null</vt:lpstr>
      <vt:lpstr>1_Office Theme</vt:lpstr>
      <vt:lpstr>6_Null</vt:lpstr>
      <vt:lpstr>7_Null</vt:lpstr>
      <vt:lpstr>2_Office Theme</vt:lpstr>
      <vt:lpstr>2_Intro &amp; Outro</vt:lpstr>
      <vt:lpstr>PowerPoint Presentation</vt:lpstr>
      <vt:lpstr>PowerPoint Presentation</vt:lpstr>
      <vt:lpstr>HR Employee Attrition Dataset</vt:lpstr>
      <vt:lpstr>What We'll Build Today</vt:lpstr>
      <vt:lpstr>PowerPoint Presentation</vt:lpstr>
      <vt:lpstr>Live Demo: Data Quality Assessment</vt:lpstr>
      <vt:lpstr>Identifying Data Issues</vt:lpstr>
      <vt:lpstr>Activity: Fix the Messy Data</vt:lpstr>
      <vt:lpstr>Live Demo: Handling Missing Values</vt:lpstr>
      <vt:lpstr>Live Demo: Outlier Detection — IQR Method</vt:lpstr>
      <vt:lpstr>PowerPoint Presentation</vt:lpstr>
      <vt:lpstr>Live Demo: EDA Workflow</vt:lpstr>
      <vt:lpstr>Live Demo: Distribution Analysis </vt:lpstr>
      <vt:lpstr>Live Demo: Group By for Segmented Insights </vt:lpstr>
      <vt:lpstr>Live Demo: Correlation Analysis</vt:lpstr>
      <vt:lpstr>Activity: Discover Patterns</vt:lpstr>
      <vt:lpstr>PowerPoint Presentation</vt:lpstr>
      <vt:lpstr>Visualisation Toolkit</vt:lpstr>
      <vt:lpstr>Live Demo: Univariate Plots </vt:lpstr>
      <vt:lpstr>Live Demo: Bivariate Plots  </vt:lpstr>
      <vt:lpstr>Live Demo: Correlation Heatmap  </vt:lpstr>
      <vt:lpstr>Activity: Tell the Story with Charts </vt:lpstr>
      <vt:lpstr>PowerPoint Presentation</vt:lpstr>
      <vt:lpstr>Live Demo: Feature Scaling  </vt:lpstr>
      <vt:lpstr>Live Demo: Encoding Categorical Variables   </vt:lpstr>
      <vt:lpstr>Live Demo: Creating New Features   </vt:lpstr>
      <vt:lpstr>Activity: Engineer Your Features  </vt:lpstr>
      <vt:lpstr>Building a Preprocessing Pipeline</vt:lpstr>
      <vt:lpstr>PowerPoint Presentation</vt:lpstr>
      <vt:lpstr>Train-Test Split: The Golden Rule</vt:lpstr>
      <vt:lpstr>Live Demo: Proper Splitting </vt:lpstr>
      <vt:lpstr>Stratified Splitting for Imbalanced Data </vt:lpstr>
      <vt:lpstr>Stratified Splitting for Imbalanced Data (contd.) </vt:lpstr>
      <vt:lpstr>Cross-Validation</vt:lpstr>
      <vt:lpstr>Data Leakage: What Not to Do</vt:lpstr>
      <vt:lpstr>Complete Pipeline Summary</vt:lpstr>
      <vt:lpstr>PowerPoint Presentation</vt:lpstr>
      <vt:lpstr>Key Challenges in Data Processing </vt:lpstr>
      <vt:lpstr>Key Challenges in Data Processing(Contd.) </vt:lpstr>
      <vt:lpstr>Strategies to Overcome Data Challenges</vt:lpstr>
      <vt:lpstr>Strategies to Overcome Data Challenges</vt:lpstr>
      <vt:lpstr>Key Takeaways </vt:lpstr>
      <vt:lpstr>What's Next?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Binnu Sunil</dc:creator>
  <cp:lastModifiedBy>Omprakash Pandey</cp:lastModifiedBy>
  <cp:revision>684</cp:revision>
  <dcterms:created xsi:type="dcterms:W3CDTF">2025-11-14T05:37:44Z</dcterms:created>
  <dcterms:modified xsi:type="dcterms:W3CDTF">2026-09-12T10:22:01Z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0x01010047F373DBC30DDB459CEFB92C6B00A939</vt:lpwstr>
  </property>
  <property fmtid="{D5CDD505-2E9C-101B-9397-08002B2CF9AE}" pid="3" name="MediaServiceImageTags">
    <vt:lpwstr/>
  </property>
</Properties>
</file>